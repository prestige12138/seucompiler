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vsdx" ContentType="application/vnd.ms-visio.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4"/>
  </p:notesMasterIdLst>
  <p:sldIdLst>
    <p:sldId id="539" r:id="rId2"/>
    <p:sldId id="829" r:id="rId3"/>
    <p:sldId id="951" r:id="rId4"/>
    <p:sldId id="830" r:id="rId5"/>
    <p:sldId id="831" r:id="rId6"/>
    <p:sldId id="259" r:id="rId7"/>
    <p:sldId id="257" r:id="rId8"/>
    <p:sldId id="540" r:id="rId9"/>
    <p:sldId id="260" r:id="rId10"/>
    <p:sldId id="261" r:id="rId11"/>
    <p:sldId id="939" r:id="rId12"/>
    <p:sldId id="940" r:id="rId13"/>
    <p:sldId id="942" r:id="rId14"/>
    <p:sldId id="1038" r:id="rId15"/>
    <p:sldId id="910" r:id="rId16"/>
    <p:sldId id="1039" r:id="rId17"/>
    <p:sldId id="911" r:id="rId18"/>
    <p:sldId id="944" r:id="rId19"/>
    <p:sldId id="912" r:id="rId20"/>
    <p:sldId id="913" r:id="rId21"/>
    <p:sldId id="1040" r:id="rId22"/>
    <p:sldId id="466" r:id="rId23"/>
    <p:sldId id="467" r:id="rId24"/>
    <p:sldId id="902" r:id="rId25"/>
    <p:sldId id="945" r:id="rId26"/>
    <p:sldId id="950" r:id="rId27"/>
    <p:sldId id="947" r:id="rId28"/>
    <p:sldId id="948" r:id="rId29"/>
    <p:sldId id="949" r:id="rId30"/>
    <p:sldId id="502" r:id="rId31"/>
    <p:sldId id="914" r:id="rId32"/>
    <p:sldId id="901" r:id="rId33"/>
    <p:sldId id="470" r:id="rId34"/>
    <p:sldId id="900" r:id="rId35"/>
    <p:sldId id="471" r:id="rId36"/>
    <p:sldId id="473" r:id="rId37"/>
    <p:sldId id="472" r:id="rId38"/>
    <p:sldId id="484" r:id="rId39"/>
    <p:sldId id="475" r:id="rId40"/>
    <p:sldId id="476" r:id="rId41"/>
    <p:sldId id="468" r:id="rId42"/>
    <p:sldId id="477" r:id="rId43"/>
    <p:sldId id="478" r:id="rId44"/>
    <p:sldId id="474" r:id="rId45"/>
    <p:sldId id="480" r:id="rId46"/>
    <p:sldId id="479" r:id="rId47"/>
    <p:sldId id="481" r:id="rId48"/>
    <p:sldId id="903" r:id="rId49"/>
    <p:sldId id="1010" r:id="rId50"/>
    <p:sldId id="1011" r:id="rId51"/>
    <p:sldId id="905" r:id="rId52"/>
    <p:sldId id="1017" r:id="rId53"/>
    <p:sldId id="904" r:id="rId54"/>
    <p:sldId id="485" r:id="rId55"/>
    <p:sldId id="486" r:id="rId56"/>
    <p:sldId id="487" r:id="rId57"/>
    <p:sldId id="498" r:id="rId58"/>
    <p:sldId id="489" r:id="rId59"/>
    <p:sldId id="490" r:id="rId60"/>
    <p:sldId id="491" r:id="rId61"/>
    <p:sldId id="492" r:id="rId62"/>
    <p:sldId id="493" r:id="rId63"/>
    <p:sldId id="497" r:id="rId64"/>
    <p:sldId id="877" r:id="rId65"/>
    <p:sldId id="500" r:id="rId66"/>
    <p:sldId id="1020" r:id="rId67"/>
    <p:sldId id="907" r:id="rId68"/>
    <p:sldId id="908" r:id="rId69"/>
    <p:sldId id="544" r:id="rId70"/>
    <p:sldId id="1012" r:id="rId71"/>
    <p:sldId id="1022" r:id="rId72"/>
    <p:sldId id="1014" r:id="rId73"/>
    <p:sldId id="1015" r:id="rId74"/>
    <p:sldId id="1013" r:id="rId75"/>
    <p:sldId id="1021" r:id="rId76"/>
    <p:sldId id="1016" r:id="rId77"/>
    <p:sldId id="1018" r:id="rId78"/>
    <p:sldId id="968" r:id="rId79"/>
    <p:sldId id="970" r:id="rId80"/>
    <p:sldId id="971" r:id="rId81"/>
    <p:sldId id="972" r:id="rId82"/>
    <p:sldId id="973" r:id="rId83"/>
    <p:sldId id="974" r:id="rId84"/>
    <p:sldId id="975" r:id="rId85"/>
    <p:sldId id="976" r:id="rId86"/>
    <p:sldId id="427" r:id="rId87"/>
    <p:sldId id="429" r:id="rId88"/>
    <p:sldId id="504" r:id="rId89"/>
    <p:sldId id="505" r:id="rId90"/>
    <p:sldId id="508" r:id="rId91"/>
    <p:sldId id="507" r:id="rId92"/>
    <p:sldId id="506" r:id="rId93"/>
    <p:sldId id="515" r:id="rId94"/>
    <p:sldId id="516" r:id="rId95"/>
    <p:sldId id="517" r:id="rId96"/>
    <p:sldId id="542" r:id="rId97"/>
    <p:sldId id="543" r:id="rId98"/>
    <p:sldId id="545" r:id="rId99"/>
    <p:sldId id="827" r:id="rId100"/>
    <p:sldId id="1041" r:id="rId101"/>
    <p:sldId id="1023" r:id="rId102"/>
    <p:sldId id="1025" r:id="rId103"/>
    <p:sldId id="1024" r:id="rId104"/>
    <p:sldId id="1026" r:id="rId105"/>
    <p:sldId id="650" r:id="rId106"/>
    <p:sldId id="651" r:id="rId107"/>
    <p:sldId id="652" r:id="rId108"/>
    <p:sldId id="653" r:id="rId109"/>
    <p:sldId id="1008" r:id="rId110"/>
    <p:sldId id="1006" r:id="rId111"/>
    <p:sldId id="654" r:id="rId112"/>
    <p:sldId id="656" r:id="rId113"/>
    <p:sldId id="661" r:id="rId114"/>
    <p:sldId id="451" r:id="rId115"/>
    <p:sldId id="875" r:id="rId116"/>
    <p:sldId id="984" r:id="rId117"/>
    <p:sldId id="959" r:id="rId118"/>
    <p:sldId id="960" r:id="rId119"/>
    <p:sldId id="961" r:id="rId120"/>
    <p:sldId id="962" r:id="rId121"/>
    <p:sldId id="978" r:id="rId122"/>
    <p:sldId id="979" r:id="rId123"/>
    <p:sldId id="980" r:id="rId124"/>
    <p:sldId id="981" r:id="rId125"/>
    <p:sldId id="982" r:id="rId126"/>
    <p:sldId id="983" r:id="rId127"/>
    <p:sldId id="918" r:id="rId128"/>
    <p:sldId id="922" r:id="rId129"/>
    <p:sldId id="919" r:id="rId130"/>
    <p:sldId id="920" r:id="rId131"/>
    <p:sldId id="923" r:id="rId132"/>
    <p:sldId id="929" r:id="rId133"/>
    <p:sldId id="930" r:id="rId134"/>
    <p:sldId id="924" r:id="rId135"/>
    <p:sldId id="926" r:id="rId136"/>
    <p:sldId id="925" r:id="rId137"/>
    <p:sldId id="927" r:id="rId138"/>
    <p:sldId id="928" r:id="rId139"/>
    <p:sldId id="931" r:id="rId140"/>
    <p:sldId id="932" r:id="rId141"/>
    <p:sldId id="933" r:id="rId142"/>
    <p:sldId id="1027" r:id="rId143"/>
    <p:sldId id="934" r:id="rId144"/>
    <p:sldId id="935" r:id="rId145"/>
    <p:sldId id="985" r:id="rId146"/>
    <p:sldId id="1029" r:id="rId147"/>
    <p:sldId id="256" r:id="rId148"/>
    <p:sldId id="1030" r:id="rId149"/>
    <p:sldId id="1031" r:id="rId150"/>
    <p:sldId id="1032" r:id="rId151"/>
    <p:sldId id="1033" r:id="rId152"/>
    <p:sldId id="262" r:id="rId153"/>
    <p:sldId id="604" r:id="rId154"/>
    <p:sldId id="631" r:id="rId155"/>
    <p:sldId id="317" r:id="rId156"/>
    <p:sldId id="518" r:id="rId157"/>
    <p:sldId id="1034" r:id="rId158"/>
    <p:sldId id="520" r:id="rId159"/>
    <p:sldId id="521" r:id="rId160"/>
    <p:sldId id="344" r:id="rId161"/>
    <p:sldId id="342" r:id="rId162"/>
    <p:sldId id="557" r:id="rId163"/>
    <p:sldId id="634" r:id="rId164"/>
    <p:sldId id="559" r:id="rId165"/>
    <p:sldId id="558" r:id="rId166"/>
    <p:sldId id="560" r:id="rId167"/>
    <p:sldId id="561" r:id="rId168"/>
    <p:sldId id="562" r:id="rId169"/>
    <p:sldId id="563" r:id="rId170"/>
    <p:sldId id="936" r:id="rId171"/>
    <p:sldId id="1035" r:id="rId172"/>
    <p:sldId id="1037" r:id="rId173"/>
    <p:sldId id="986" r:id="rId174"/>
    <p:sldId id="987" r:id="rId175"/>
    <p:sldId id="988" r:id="rId176"/>
    <p:sldId id="989" r:id="rId177"/>
    <p:sldId id="990" r:id="rId178"/>
    <p:sldId id="991" r:id="rId179"/>
    <p:sldId id="1007" r:id="rId180"/>
    <p:sldId id="992" r:id="rId181"/>
    <p:sldId id="993" r:id="rId182"/>
    <p:sldId id="994" r:id="rId183"/>
    <p:sldId id="995" r:id="rId184"/>
    <p:sldId id="996" r:id="rId185"/>
    <p:sldId id="997" r:id="rId186"/>
    <p:sldId id="998" r:id="rId187"/>
    <p:sldId id="999" r:id="rId188"/>
    <p:sldId id="1000" r:id="rId189"/>
    <p:sldId id="1001" r:id="rId190"/>
    <p:sldId id="1002" r:id="rId191"/>
    <p:sldId id="1003" r:id="rId192"/>
    <p:sldId id="1004" r:id="rId193"/>
    <p:sldId id="1005" r:id="rId194"/>
    <p:sldId id="525" r:id="rId195"/>
    <p:sldId id="529" r:id="rId196"/>
    <p:sldId id="527" r:id="rId197"/>
    <p:sldId id="528" r:id="rId198"/>
    <p:sldId id="532" r:id="rId199"/>
    <p:sldId id="879" r:id="rId200"/>
    <p:sldId id="880" r:id="rId201"/>
    <p:sldId id="881" r:id="rId202"/>
    <p:sldId id="882" r:id="rId203"/>
    <p:sldId id="883" r:id="rId204"/>
    <p:sldId id="885" r:id="rId205"/>
    <p:sldId id="898" r:id="rId206"/>
    <p:sldId id="886" r:id="rId207"/>
    <p:sldId id="887" r:id="rId208"/>
    <p:sldId id="889" r:id="rId209"/>
    <p:sldId id="890" r:id="rId210"/>
    <p:sldId id="899" r:id="rId211"/>
    <p:sldId id="891" r:id="rId212"/>
    <p:sldId id="892" r:id="rId213"/>
    <p:sldId id="893" r:id="rId214"/>
    <p:sldId id="894" r:id="rId215"/>
    <p:sldId id="895" r:id="rId216"/>
    <p:sldId id="896" r:id="rId217"/>
    <p:sldId id="878" r:id="rId218"/>
    <p:sldId id="964" r:id="rId219"/>
    <p:sldId id="965" r:id="rId220"/>
    <p:sldId id="966" r:id="rId221"/>
    <p:sldId id="967" r:id="rId222"/>
    <p:sldId id="465" r:id="rId223"/>
  </p:sldIdLst>
  <p:sldSz cx="9144000" cy="6858000" type="screen4x3"/>
  <p:notesSz cx="6858000" cy="9144000"/>
  <p:defaultTex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周晓宇" initials="周晓宇" lastIdx="1" clrIdx="0">
    <p:extLst>
      <p:ext uri="{19B8F6BF-5375-455C-9EA6-DF929625EA0E}">
        <p15:presenceInfo xmlns:p15="http://schemas.microsoft.com/office/powerpoint/2012/main" userId="周晓宇"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182" autoAdjust="0"/>
    <p:restoredTop sz="95244" autoAdjust="0"/>
  </p:normalViewPr>
  <p:slideViewPr>
    <p:cSldViewPr>
      <p:cViewPr varScale="1">
        <p:scale>
          <a:sx n="71" d="100"/>
          <a:sy n="71" d="100"/>
        </p:scale>
        <p:origin x="360" y="33"/>
      </p:cViewPr>
      <p:guideLst>
        <p:guide orient="horz" pos="2160"/>
        <p:guide pos="2880"/>
      </p:guideLst>
    </p:cSldViewPr>
  </p:slideViewPr>
  <p:outlineViewPr>
    <p:cViewPr>
      <p:scale>
        <a:sx n="33" d="100"/>
        <a:sy n="33" d="100"/>
      </p:scale>
      <p:origin x="0" y="0"/>
    </p:cViewPr>
    <p:sldLst>
      <p:sld r:id="rId1" collapse="1"/>
      <p:sld r:id="rId2" collapse="1"/>
    </p:sldLst>
  </p:outlineViewPr>
  <p:notesTextViewPr>
    <p:cViewPr>
      <p:scale>
        <a:sx n="150" d="100"/>
        <a:sy n="15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presProps" Target="presProp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viewProps" Target="viewProps.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theme" Target="theme/theme1.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tableStyles" Target="tableStyles.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commentAuthors" Target="commentAuthor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notesMaster" Target="notesMasters/notesMaster1.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s>
</file>

<file path=ppt/_rels/viewProps.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slide" Target="slides/slide220.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cm"/>
          <inkml:channel name="T" type="integer" max="2.14748E9" units="dev"/>
        </inkml:traceFormat>
        <inkml:channelProperties>
          <inkml:channelProperty channel="X" name="resolution" value="1612.54919" units="1/cm"/>
          <inkml:channelProperty channel="Y" name="resolution" value="2580.07886" units="1/cm"/>
          <inkml:channelProperty channel="F" name="resolution" value="10E-6" units="1/cm"/>
          <inkml:channelProperty channel="T" name="resolution" value="1" units="1/dev"/>
        </inkml:channelProperties>
      </inkml:inkSource>
      <inkml:timestamp xml:id="ts0" timeString="2022-03-24T06:08:04.932"/>
    </inkml:context>
    <inkml:brush xml:id="br0">
      <inkml:brushProperty name="width" value="0.05292" units="cm"/>
      <inkml:brushProperty name="height" value="0.05292" units="cm"/>
      <inkml:brushProperty name="color" value="#FF0000"/>
    </inkml:brush>
  </inkml:definitions>
  <inkml:trace contextRef="#ctx0" brushRef="#br0">17826 702 38 0,'0'-2'51'0,"1"1"-8"0,-1-2-3 0,2 1 0 0,-1-1 5 15,-1 3 1-15,0 0 3 0,0 0 2 0,4-6-4 16,-4 6 0-16,4-4-2 0,-4 4-3 0,0 0-3 0,2-7 2 16,-2 7 6-16,0 0 6 0,0 0 6 0,0 0 7 15,0 0 8-15,4-5 13 0,-4 5 8 0,0 0 10 0,0 0 10 16,0 0 5-16,0 0 2 0,0 0-8 0,2-7-10 0,-2 7-16 15,0 0-16-15,2-9-15 0,-2 9-11 0,0 0-9 16,0-6-3-16,0 6-6 0,0 0-1 0,0 0-5 0,0 0-5 16,0 0-5-16,0 0-2 0,0 0-2 0,0 0-4 15,0 0-1-15,0 0-1 0,0 0-1 0,0 0-1 0,0 0-3 16,0 0 0-16,0 0 2 0,0 0-1 0,0 0 1 0,0 0 0 16,0 0 1-16,0 0 0 0,0 0 0 0,0 0 2 15,0 0-1-15,0 0 0 0,0 0 2 0,0 0 1 0,0 0-2 16,-10-1 0-16,10 1 0 0,-11 1 0 0,-2 1 0 15,-1 1-1-15,2-2 0 0,-4 3-1 0,0-1 1 0,-1 1-2 16,-1 1-1-16,-1 0 2 0,-3 2 1 0,1 1 0 16,-1-3 1-16,-1 1 1 0,-1 1-1 0,3 0 0 15,-1-3 0-15,0 2 0 0,5-2-2 0,-4 3 0 0,3-4 0 16,1 1-2-16,0-1 1 0,3 0 1 0,0 0 1 16,1 0 0-16,2 0 0 0,-2 0-1 0,4 0-1 0,-4 0-1 15,5 0 1-15,0 2 0 0,-1-2-1 0,0 1 1 16,2-1 2-16,-1 2-1 0,2-2 1 0,-3 2 0 0,2 0 0 15,1 0-1-15,-1 0 0 0,0-3 0 0,0 3 0 16,-1-3 0-16,3 3 1 0,-1-2 1 0,-2 0 0 16,2 0 1-16,0 1-1 0,-1-1-1 0,2 1-1 15,-1-1 1-15,2 0-1 0,0-2-2 0,1 3 2 0,2-3 0 16,-1 1 0-16,0 2 0 0,2 0 2 0,0-1 0 16,0 2-1-16,2-3 2 0,1 5 0 0,0-3 1 0,2 2 0 15,3 0 3-15,-2 0 0 0,2 0 5 0,2-1 3 16,2 1 1-16,-1 0 3 0,3-2-3 0,-2 1-1 15,1-2-2-15,-3 2-3 0,1 0-5 0,-1 0 0 0,1-2-1 16,-2 1 1-16,0 1-1 0,1-3 1 0,-2 3 1 16,0 0 1-16,0-1-1 0,1 2 1 0,0 0 0 15,-1 0-2-15,1-1-1 0,-1 1 3 0,1 0 1 0,1 0 2 16,2-2 2-16,0 2 4 0,-3 0 3 0,4-2 1 16,-2 3 6-16,1-1 7 0,1 0 1 0,1 0 3 0,-1-3 4 15,0 3-3-15,-1-2-1 0,1 1-5 0,1-2 2 16,-1 2-4-16,1 0-3 0,-1-2-1 0,1 2 1 0,2-2-5 15,-3-1-4-15,0 0-4 0,0 0-1 16,1-1-1-16,-1-1-2 0,-2 0-1 0,-2 0 0 0,0 0 2 16,-1 0-1-16,-4 0 2 0,2 0 6 0,-2 0 8 15,-1 0 15-15,-2 0 13 0,1 0 11 0,-2 0 5 0,0 0 0 16,-2 0-9-16,-1 0-12 0,-2 0-16 0,4 0-12 16,-7 0-6-16,3 0-6 0,1 0-3 0,-1 0-3 15,-2 0 0-15,1-1-6 0,0-1-14 0,1 0-24 0,-1 1-42 16,-2-3-57-16,0 1-58 0,0-2-69 0,0 2-86 15,0-4-127-15,-1 4-43 0,1-2 14 0,-2-1 35 0,-1 0 62 16</inkml:trace>
  <inkml:trace contextRef="#ctx0" brushRef="#br0" timeOffset="790.09">17628 771 68 0,'0'-2'185'0,"0"2"-9"0,0-1-31 0,0 1-30 15,0-2-26-15,1 2-15 0,-1 0-10 0,2 2-8 16,1-2-3-16,0 1-3 0,1 1-3 0,-1 1-2 0,2-3-6 15,-2 5-1-15,0 0-2 0,1 1 1 0,1-1 7 16,-3 2 6-16,1-1 2 0,-1 0-3 0,-1 0-3 16,1-2-8-16,-2 1-9 0,0 1-5 0,0-1-2 0,0-1 0 15,-2 1 3-15,1-1-1 0,-3 1 1 0,1 1-1 16,2-2-2-16,-3 1 2 0,0-1 0 0,1-3 1 0,0 3 0 16,-1-3-1-16,1 1-2 0,2-1-2 0,-1-1-3 15,0 0-4-15,-1 0-1 0,2 0-2 0,-1-1-2 16,2 1-1-16,-2-2-2 0,2 1-1 0,0-3-2 15,0 3-1-15,0-2-1 0,2 0-3 0,1-1-3 0,0-3-1 16,2 4-5-16,0-4-2 0,0-1-3 0,2 5-1 16,-2-4 0-16,-2 3 0 0,2 0 4 0,-3 1 1 15,1-1 1-15,-1 3 2 0,-1 1 1 0,1 0 0 0,0 0 2 16,-2 1 1-16,0 2 2 0,0 0 0 0,0 0 2 16,-2 0-2-16,0 2 3 0,1 0-1 0,1-3 1 0,-4 3 1 15,4-2 1-15,-1 0 3 0,1 2 5 0,-2-4 6 16,2 1 7-16,-1 0 7 0,-1 1 3 0,0-1 1 0,-1-1-1 15,3 1-2-15,-1-1-8 0,-3-1-3 0,2 2-6 16,0-2-2-16,0 1-2 0,1-1-3 0,-1 2-1 16,1-1-2-16,1-1 0 0,-2 0-2 0,0 0-1 0,2 0 0 15,0 0 1-15,0 0 0 0,0 0 0 0,0 0 0 16,0 0 2-16,0 0-2 0,0 0 3 0,0 0-2 16,0 0-1-16,0 0 5 0,0-1 1 0,0 1 3 15,0 0 4-15,0 0 5 0,0 0 1 0,0 0 0 0,0 0 0 16,0 0 1-16,0 0-1 0,0 1 0 0,0-1 0 15,0 0 0-15,0 0-4 0,0 0-1 0,0 0-3 0,0 0-4 16,0 0-3-16,0 1-3 0,0-1-2 0,0 4-9 16,0-3-27-16,-1 1-45 0,-1-1-76 0,2 2-120 15,0 2-94-15,0-3-43 0,-1 2 1 0,1-4 30 0</inkml:trace>
  <inkml:trace contextRef="#ctx0" brushRef="#br0" timeOffset="1703.88">17650 896 32 0,'3'0'31'0,"1"-1"-12"0,0 1-9 16,-1-1-2-16,-1-1 4 0,1-1 9 0,0 0 5 0,-1 2 6 15,1-2 3-15,-1-2 8 0,-1 1 6 0,3-1 4 16,-4 1 0-16,1 0 0 0,-1 1 6 0,0-2 0 0,0 2-6 16,-1 0-5-16,1-1-5 0,-2 2-2 0,0 1-13 15,2-1-6-15,-1 0-7 0,1 2-5 0,-2-1-4 16,0 1-2-16,2 0 1 0,0 0-2 0,0 0-1 0,0 0 1 15,0 0 0-15,0 1-1 0,0-1 3 0,0 0 4 16,0 2 7-16,0-2 8 0,0 0 11 0,0 0 8 0,0 0 7 16,0 2 4-16,0-2-2 0,0-2 0 0,0 0-1 15,0 1 2-15,2-1 6 0,-2 5 5 0,0-1 5 0,0-2 6 16,0 2 0-16,0-2-2 0,-2 0-6 16,2 1-8-16,-1-1-9 0,1 1-13 0,0-1-9 0,0 0-8 15,0 1-6-15,-2-1-7 0,2 4-2 0,-1-3-3 16,-3 1 0-16,1 1 2 0,2 2 1 0,-3 0 2 15,-2 1 3-15,3 0 3 0,0 0 2 0,-2 0 0 0,4 0-1 16,-3-2-3-16,1 0-1 0,2 0-3 0,-1-1-3 16,2 0-1-16,-2 0-2 0,2-1 1 0,2 1 3 0,-2-2 0 15,3 1-1-15,0-2 1 0,1 1-2 0,0-1 1 16,1-1-14-16,0 1-25 0,3-3-38 0,-4 0-64 0,4-2-88 16,2 1-100-16,-1-2-40 0,-2 1-5 0,-1-1 23 15,-3-1 57-15</inkml:trace>
  <inkml:trace contextRef="#ctx0" brushRef="#br0" timeOffset="5801.99">18670 585 8 0,'9'-5'204'0,"-2"-1"15"0,-1 2-2 16,-1-2-78-16,0 1-52 0,1 1-26 0,-2-1-14 0,0 1 0 15,1-1 3-15,-1 1 10 0,-4 4 8 0,5-5 8 16,-5 5 0-16,0 0-7 0,0 0-6 0,0 0-10 0,0 0-8 15,0 0-5-15,0 0-1 0,0 0 1 0,0 0-1 16,0 0-1-16,0 0 0 0,0 0-1 0,0 0 0 0,0 0 0 16,-5 10-2-16,1 1-1 0,-3 3-4 0,-4-1-3 0,2 3-6 15,-3 4-7-15,0 1-2 0,-1 4-2 0,-2 2 0 16,-1-1 0-16,-2 3-3 0,1 1 0 0,-4 1 1 16,-1 1-4-16,1-1-1 0,0 1 0 0,-1-1-1 0,-1 1 0 15,-1-3 0-15,2 0 0 0,0 0 0 0,0-2 0 16,2-2 2-16,-1-1-2 0,3-3 0 0,0-1 1 15,5-2-1-15,-1-2-2 0,4-3 0 0,1-3 0 0,0 1 0 16,4-4 0-16,1 0-1 0,1-3-3 0,3 0-7 16,0-4-16-16,5-2-16 0,2-1-25 0,2-3-33 15,2-5-47-15,0 0-47 0,6-1-70 0,-1-4-51 0,0-2-13 16,0 2 15-16,0-4 37 0</inkml:trace>
  <inkml:trace contextRef="#ctx0" brushRef="#br0" timeOffset="6165.92">18793 582 171 0,'0'0'254'16,"0"0"11"-16,0 0-48 0,10 3-73 0,-6 0-49 15,1 1-29-15,-2 4 1 0,1-2 8 0,-3 7 16 0,1 1 11 16,-2 5 5-16,-2 2-2 0,1 3-13 0,-3 3-13 0,1 2-16 16,0 1-5-16,-2 1-7 0,0 2-3 15,-4 0-4-15,1 2-6 0,0-1-6 0,2 1-4 0,-3-1-8 16,-1-1-5-16,3 0-3 0,3-2-2 0,-4 0-3 16,5-3 0-16,1-1-2 0,1 0 0 0,1-2 0 0,1 0 1 15,1 0-1-15,1-1-1 0,5-3 1 0,-4 0 0 16,1-1-2-16,3-4 0 0,-1-1 1 0,2-1-2 0,1-2 0 15,-2-3-2-15,0-2-3 0,1-1-8 0,-1-3-17 16,2-1-19-16,-1-4-37 0,-1-2-54 0,0-3-68 16,0-1-96-16,1-5-62 0,-3 2-19 0,-1-5 14 0,-3-1 45 15</inkml:trace>
  <inkml:trace contextRef="#ctx0" brushRef="#br0" timeOffset="6429.15">18518 996 178 0,'8'-4'337'0,"-2"1"32"16,-1-4 21-16,3 5-85 0,0-4-106 0,-2 3-52 15,2 2-31-15,2-2-19 0,1 2-9 0,-2-1-7 0,1 1-4 16,1 1-7-16,0 1-11 0,0 1-7 0,1 1-10 15,0-1-11-15,2 1-9 0,-1 3-8 0,-2-2-5 16,3 1-2-16,-1 0-2 0,-1 0-2 0,1-1 0 0,1 1-2 16,-1 1 0-16,-1-2-1 0,2 1-12 0,-1-1-27 15,1-1-40-15,-1-1-67 0,4 1-105 0,-1-2-126 0,0 2-59 16,2-1-9-16,-5-4 21 0,4-1 57 0</inkml:trace>
  <inkml:trace contextRef="#ctx0" brushRef="#br0" timeOffset="7417.26">19788 387 63 0,'4'-9'276'16,"0"0"45"-16,-3 0 32 0,-1 0-74 0,3 0-68 16,-3 1-43-16,2 1-26 0,-2 7-28 0,0 0-17 0,2-8-12 15,-2 8-11-15,0 0-9 0,0 0-16 0,0 0-17 0,0 0-16 16,0 0-7-16,0 0-5 0,0 0-2 0,0 0 1 15,0 0 0-15,3 5 2 0,-1 5 1 0,-1 1 1 0,1 4 3 16,-4 1 0-16,1 4 0 0,-1 1 0 0,-1 3-1 0,-2 2-1 16,0 3-1-16,-1 4 0 0,-4 2 0 0,4 2 0 15,-2 1 0-15,-2 2 1 0,1-2-2 0,0-1-1 16,1-1-2-16,-3-2 1 0,1 0-3 0,0-3-1 0,1-2 1 16,3-1-1-16,0-4 1 0,1-3-1 0,-2-2 1 15,4-2 0-15,-3-2-1 0,5-3 1 0,-3-3 2 0,3-1 3 16,1-2 8-16,-2-2 4 0,0-2 4 0,2-1 0 15,0-2 0-15,0-1-3 0,0-2-6 0,2-2-4 16,0 0-4-16,-1-2 0 0,1-3-4 0,0 1 0 16,-1 0-2-16,2-2 0 0,3-2-3 0,-3 3 1 0,2 0-3 15,0-3 0-15,2 2-2 0,-3 2-1 0,5-4-3 16,0 4 1-16,0-2 1 0,2 1 2 0,0 1 1 0,0 1 3 16,3 0 1-16,-1 0-1 0,1 0 0 0,1 1 0 15,0 2 2-15,0 0-2 0,-1 1 1 0,-1 2 2 16,-1 2 0-16,-1 1 1 0,-3 1-2 0,0 4 2 0,1 0-1 15,-2 3 1-15,-2 0 0 0,-1 3 0 0,1-1 0 16,-3 2 0-16,1 2 0 0,0-1 2 0,-2 1 1 0,-1-1 4 16,0 0 4-16,0 0 2 0,0-2 4 0,0 2 3 15,-1-3 3-15,1 1 4 0,-5-1 1 0,2 1 3 16,0-2 3-16,-3 0 4 0,1 0 3 0,-3-2 9 0,-1 1 8 16,1-2 1-16,-2 3 0 0,-1-3-4 0,0 0-8 15,0-2-10-15,-3 2-10 0,-1-1-8 0,0 0-6 0,0-1-1 16,1-2-3-16,0 1-2 0,0-1-3 0,1 0-3 15,2-2-1-15,-3-2-4 0,2 0-21 0,0-1-24 16,3 1-31-16,0-3-37 0,0-1-48 0,5 0-70 16,0-1-80-16,1 1-110 0,1-2-41 0,2 1 3 0,2 1 29 15,1 0 60-15</inkml:trace>
  <inkml:trace contextRef="#ctx0" brushRef="#br0" timeOffset="9560.75">20493 604 50 0,'0'0'216'0,"0"0"21"16,0 0-19-16,0 0-24 0,0 0-21 0,0 0-12 0,0 0-8 15,0 0-9-15,0 0-6 0,0 0-13 0,0 0-13 16,0 0-16-16,0 0-11 0,0 0-11 0,0 0-8 0,0 0-5 15,0 0-3-15,0 0-1 0,0 0-5 0,0 0-2 0,0 0-6 16,0 0-5-16,0 0-10 0,0 0-5 0,0 0-8 16,0 0-6-16,0 0-5 0,0 0-5 0,0 0-2 15,0 0 2-15,0 0 0 0,0 0-1 0,0 0 3 0,0 0 0 16,0 0-1-16,0 0-1 0,0 0 2 0,0 0-2 0,0 0-2 16,0 0 1-16,0 0 1 0,0 8 0 0,0-8 0 15,1 7 0-15,3-2 2 0,0 2 0 0,0-3-2 0,-4-4 1 16,4 7 1-16,3-3-3 0,0 1 0 0,1-1 1 0,0 1-2 15,2-1 1-15,1 2 2 0,0 0 2 0,0 0-2 16,2 1 1-16,-2-2 3 0,1 1 1 0,0-1-4 16,-3 0 2-16,3 3-2 0,0-2 1 0,-1 2-4 0,1-1-1 15,0 0 2-15,2 3-4 0,-3-1 3 0,2 0 0 16,-1 1 1-16,-1 1 1 0,2-1 0 0,-2 2 1 16,0 0-2-16,0 0 0 0,-1 2 0 0,-1-2 0 0,3-1 2 15,-2 0-2-15,-2 0-1 0,1-1 1 0,-2-1 0 16,1 0 0-16,-2-2-1 0,2 0 0 0,-3 0 1 15,-1-1 1-15,1-1-1 0,0-1 0 0,-2 1 1 0,4-1 0 16,-3-1-1-16,-1 1 0 0,2-3 1 0,-2 0 0 16,4 1-1-16,-4-1 1 0,2-1-1 0,1 2 1 15,-2 0 0-15,0-2 1 0,-1 0-2 0,-2 0 0 0,1 0-1 16,0 1 2-16,-2-1 0 0,0 1 3 0,-4 0 3 16,3-1 0-16,-4 2 0 0,0 0 2 0,-2-1 5 0,-1 1 8 15,1 1 4-15,-1 0 2 0,-1 0 2 0,1-1-2 16,-2 2-3-16,1-1-5 0,0-2-4 0,1 2-2 15,-2 0 3-15,-1 0 4 0,3 0 0 0,-2 0 0 0,-2 0-4 16,3 0 2-16,-4 2-5 0,0-1-3 0,0 1-3 16,-2 1-1-16,0 0 2 0,-2 0-2 0,3 1-2 15,-2-1-1-15,2 0 0 0,-2 0-1 0,3 1-2 0,1-2 0 16,2 1 1-16,1-1 1 0,1 0 0 0,-1-1-2 16,4 0 0-16,-2-1 0 0,2 1 1 0,1-3-3 0,-1 1 1 15,4 0 0-15,-4 0 2 0,2-1-1 0,1 1-1 16,-1-1 2-16,1 1 0 0,1-2 2 0,-3 1-3 15,3-1 0-15,-1 0 1 0,1 2 3 0,-1 0-5 0,0-2 1 16,0 0-2-16,-2 0 2 0,4 0-2 0,0 0-3 16,-1 0-1-16,-1 0-7 0,2 0-8 0,0 0-19 0,0-2-24 15,0 0-28-15,-1 2-35 0,1-1-44 0,1-1-74 16,-1 2-128-16,0-4-68 0,2 0-19 0,-1 1 11 16,-1 3 37-16</inkml:trace>
  <inkml:trace contextRef="#ctx0" brushRef="#br0" timeOffset="11264.04">20575 852 19 0,'2'0'208'0,"0"0"25"15,-2 0-24-15,0-2-42 0,0 2-38 0,1-1-29 0,1-1-18 16,-2 1-16-16,0 1-6 0,0-2-9 0,0 0-7 16,0 2-10-16,0 0-8 0,0 0-5 0,1 0-8 15,-1 2-3-15,0 0-1 0,0-1 1 0,0 1 0 0,0-1 3 16,0 2 1-16,0 1 3 0,0-3 5 0,0 1 3 15,-1 2 2-15,1-1-2 0,0 0-2 0,-2 0-3 16,2-2-5-16,-1 2-4 0,1-2-4 0,0 3 0 0,0-3 0 16,-2 1-2-16,0-1-1 0,2 1 1 0,-1-1-1 15,1-1 0-15,0 0-1 0,0 2 1 0,0-2 0 16,0 0-1-16,0-2 3 0,1 2-1 0,-1 0-1 0,2-1-1 16,0-1 0-16,-2-1-3 0,3 2 0 0,-3-3-1 15,1 3-4-15,4-2-3 0,-2 0-9 0,0 2-6 0,0-1-7 16,0 1-6-16,2-1 0 0,-1 1 0 0,-3 1 5 15,2 0 5-15,2 1 7 0,-4 1 6 0,1-1 6 16,-1-1 4-16,1 3 1 0,0-1 1 0,-2-1 3 0,0 2 0 16,-2-2 0-16,0 3 4 0,1-3 4 0,-1 2 7 15,1 0 5-15,-1-1 7 0,-2 1 4 0,1-2 0 0,-1 0 0 16,3 3-4-16,-3-4-4 0,1 0-5 0,2 0-2 16,-1 0 2-16,2 0-5 0,-2 0 1 0,2-2-2 0,0 0-2 15,0 0-5-15,0 0-5 0,2-1-1 16,-2-1-2-16,2 1-1 0,-1-1-2 0,2 0 0 0,-3 3-2 15,2-2-2-15,0 1-3 0,-2 2-2 0,1-1-3 16,-1 1 0-16,0 0 0 0,2 1 3 0,0-1 3 0,-2 2 3 16,1 1 4-16,-1 0 2 0,0-1 1 0,-1 3 0 15,1-2 0-15,-2 2 1 0,0-1 4 0,1 1-1 16,-1-2 3-16,0 0 5 0,-1 1 1 0,2-2 3 0,-1 1 7 16,0-2 3-16,2-1 4 0,-1 2 2 0,-1-2 2 15,1 0-2-15,1 0-5 0,-5 0-3 0,5-2-5 0,-1 2-5 16,1-1-7-16,0-2-1 0,0 1-2 0,0-2-2 15,0 2-1-15,0-2-2 0,1 0-4 0,4 2-7 16,-2-3-6-16,2 1-5 0,-1-1-1 0,1 2 0 0,0-1 1 16,1-1 7-16,-3 4 6 0,4-2 3 0,-6 1 2 15,4 0 3-15,-2 2 1 0,1 0 0 0,-3 0 1 0,1 0 0 16,-1 2 0-16,1 0 2 0,1-1 4 0,-3 1 4 16,0-1 3-16,0 1 8 0,0-1 8 0,0 1 6 15,0-1 7-15,0 2 4 0,0-2 6 0,0-1 4 16,0 0 3-16,0 2 5 0,0-2-2 0,0 0-3 0,0 0-8 15,0-2-11-15,0 2-25 0,-3-2-53 0,3-1-96 16,-2-2-176-16,2 4-94 0,0 1-49 0,-4-7-13 0,-4-1 28 16</inkml:trace>
  <inkml:trace contextRef="#ctx0" brushRef="#br0" timeOffset="13184.34">19095 753 33 0,'5'-3'185'0,"-2"-1"7"0,2 2-22 0,-4-1-19 15,2 0-19-15,1 0-14 0,-3 0-8 0,1-1-10 16,0 2-12-16,-1 0-10 0,1-1-12 0,-1 3-9 0,-1-1-11 16,2-1-5-16,0 1-5 0,-2 1-2 0,1 0 0 15,2 0 1-15,-3 0-1 0,2 0-1 0,1-2 1 16,-2 2-2-16,3-1-1 0,-1 1 2 0,-2 0 2 0,3 0 5 15,0 0 6-15,0 0-1 0,0 0-4 0,1 0-3 16,1 1-6-16,-1 1-11 0,1-1-7 0,2 1-3 0,2-1-3 16,-1-1-2-16,3 2 0 0,1-2-4 0,0 0-1 15,4 0-1-15,0 0 1 0,1 0-1 0,3-2 0 16,-4-1 4-16,2 2 0 0,-1-2 1 0,2 1-2 16,-4 0 0-16,3 0-1 0,-3 1-1 0,0-3 1 0,-2 1 0 15,-3 2 0-15,0-2-1 0,0-1 0 0,-3 3-1 16,-2-1 0-16,-1-2-1 0,0 3 1 0,-1-1 0 0,0 2 0 15,-3-1 0-15,2 1 0 0,-1-2 1 0,0 2-2 16,-2-1 1-16,1 1 0 0,-1 0 0 0,0 0 1 16,0 0-2-16,0 0-3 0,0 0-6 0,0 0-8 0,0 0-11 15,0 0-20-15,0 0-30 0,0 0-38 0,0 0-52 16,0 0-69-16,3-5-80 0,2 1-31 0,-2-1 4 0,1 1 30 16</inkml:trace>
  <inkml:trace contextRef="#ctx0" brushRef="#br0" timeOffset="14284.94">19179 958 106 0,'-3'2'97'0,"0"0"-21"0,1-1-21 0,0-1-12 16,1 1-11-16,-2-1-8 0,1 2-4 0,2-1 1 0,-1 1 4 15,-1-2 7-15,2 1 5 0,0-1 5 0,0 1 6 16,0 1 4-16,2-2 7 0,-1 0 7 0,-1 0 8 0,2 0 8 16,1 1 5-16,-3-1 5 0,0 2-2 0,1 0-7 15,-1-2-9-15,2 0-8 0,0 0-5 0,-1 0-4 16,2 0-5-16,-1 0 1 0,0 0-5 0,-1 0-4 16,1 0-8-16,-1 0-9 0,3 2-8 0,-3-2-8 0,2 0-4 15,3 1 0-15,-2 0 0 0,0 1 0 0,1-1 0 16,2 3 1-16,-1-4-1 0,3 1 0 0,2-1-2 0,-1 1-2 15,2-1 1-15,-2 0-3 0,6 0 1 0,-3-1-2 16,4 1 1-16,-4-1 2 0,4 1-2 0,-4 0-1 16,3-2 1-16,-2 0-1 0,-1 1 0 0,0-1 0 0,-1 1 1 15,-3 0-1-15,0-1 0 0,1-2 4 0,-2 1-2 16,0 2 0-16,0-2-1 0,-3 0 1 0,3 2-1 0,-4-2-1 16,2 1-1-16,1-3 0 0,-2 3-1 0,-2-2 0 15,2 3 1-15,-2-3 1 0,3 4 0 0,-5-3 0 16,3 1 0-16,-3 0 2 0,1 1 1 0,-1 0 0 0,1-1 1 15,0 2-2-15,-2 0 1 0,0 0-1 0,0-1-2 16,0-1-5-16,0 2-10 0,-2 0-19 0,0-1-29 0,2 1-40 16,-1 0-49-16,1 0-68 0,0 0-75 15,0 0-27-15,0 0 5 0,0 0 29 0</inkml:trace>
  <inkml:trace contextRef="#ctx0" brushRef="#br0" timeOffset="15617.97">19362 802 42 0,'4'1'155'15,"0"3"-19"-15,0-1-33 0,-3-1-24 0,1 0-13 0,-1 1-2 16,3-1 1-16,-4-1 5 0,2 0 2 0,-2 1 0 16,2-1 3-16,0 1 0 0,-2-2 8 0,1 2 10 15,-1-2 11-15,0 0 14 0,0 0 4 0,0 1-2 0,0-1-5 16,0 0-11-16,-1 0-18 0,1 0-17 0,0 0-18 15,0 0-10-15,0 0-11 0,0 2-10 0,0-2-7 0,0 0-4 16,0 0-4-16,0 0-1 0,0 0-1 0,0 0-2 16,0 0 0-16,0 0 0 0,0 0 1 0,0-2 0 15,-2 2-2-15,2 0 0 0,0 0 2 0,-2-1 0 16,2 1-2-16,0-2 0 0,-2 2 1 0,2-2-2 0,-2-1-1 16,0 2 0-16,2-2 0 0,-1 2-1 15,1-2 1-15,0 2 1 0,0-1-1 0,0 0-2 0,0 1 0 16,1 1-6-16,-1-2-2 0,4 0-3 0,-2 0-3 0,2 0-1 15,-3-1 0-15,2 2 3 0,2-2 2 0,-2 1 3 0,1 1 4 16,-1-1 2-16,0 0 0 0,-3 1 2 0,3 1 0 16,-3 0 2-16,3 0-3 0,-3 0 2 0,0 0 1 15,0 1 1-15,-3-1 0 0,3 4 0 0,-3-1 0 0,2 0 3 16,-3 1 1-16,-1 0 3 0,1 3 0 0,-1-3 1 16,2 1 3-16,-5-3 0 0,3 3 1 0,0 0 0 15,1-1-2-15,-1 0-3 0,0-2 0 0,2-1-4 16,-2 3 1-16,2-3-3 0,2-1 1 0,1 2 0 0,0-2-1 15,-2 0 0-15,0 0-1 0,2 0 0 0,0-2 0 16,0 2 0-16,0-1 0 0,0-1-2 0,2 0-3 0,0 1-1 16,-2 0-2-16,1-2-2 0,2 1-1 0,2-1 0 15,-2 2 3-15,-1-1 1 0,-1 1 2 0,2 1 0 16,-1-2 0-16,0 2 2 0,-2-2-3 0,1 2-1 0,-1 0 2 16,0 0-1-16,0 2 0 0,0-2 1 0,-1 2 2 15,1 1-2-15,-4-2 2 0,3 2 3 0,-1 1 1 0,1-2 0 16,-1-1 0-16,0 3 2 0,2-1 0 0,-1-2-1 15,1 1-1-15,0-2 3 0,0 1-1 0,0-1 2 16,0 2 1-16,-3-2 1 0,3 0 0 0,0 0-1 0,0 0 0 16,0-2 0-16,0 1-1 0,0-1-3 0,0 1 0 15,0-2-3-15,0-2-1 0,3 3-4 0,-3-2-1 0,1 1-1 16,-1 0-2-16,2 0 2 0,-2 1 1 0,2-1 0 16,-2 2 2-16,1 1 1 0,1-3 2 0,-1 2 2 0,3 1-2 15,-4-2 1-15,1 2 0 0,2 0-1 16,-1 2 0-16,0-2-1 0,-1 1 3 0,1 2-2 0,-2-2 1 15,0 1 1-15,0 1 0 0,0 0 1 0,0 0 1 16,-2 0 3-16,1-1 3 0,-3 1 4 0,1-1 3 0,0 2 2 16,-2-1 1-16,2 0 2 0,0-2-3 0,-5 1-2 15,7 0-3-15,-4-1-4 0,2-1-1 0,-1 0-2 16,1 0-3-16,0 0-1 0,0 0 1 0,3 0 0 0,-5 0-2 16,5 0 0-16,-1-1 0 0,1-1 0 0,0 0-1 15,1 1-2-15,-1-2 1 0,5 1 1 0,-5 1-3 0,1-3 0 16,2 2 0-16,-1 1 2 0,0-1-1 0,-2 0 0 15,1 2 1-15,-1-1-1 0,0 1 1 0,4 0 1 16,-3 0-2-16,1 0 0 0,-1 1 2 0,1-1 0 0,0 2 0 16,-2 0 1-16,0 0-1 0,1-1 0 0,-1 3 1 15,0-1 0-15,0 0 0 0,0 0-1 0,0 0 1 16,0-2 0-16,0 0 0 0,0 1 2 0,0 0 0 0,0-1 1 16,0 1 1-16,0-2 2 0,0 1 1 0,0-1 1 15,0 0 2-15,0 0 3 0,0 0-1 0,0-1-1 16,0 1-1-16,-1-2-1 0,1 1-3 0,0 1-4 0,-2-2 0 15,0 0 0-15,2 1-1 0,-1 0 1 0,-1 1-2 16,2 0 2-16,0-1-2 0,0 1-1 0,0-2 0 0,0 2-4 16,0 0 1-16,2-2-1 0,-1 2-1 0,3 0 3 15,-3 0 2-15,2 0 0 0,2 0 0 0,-4-1 1 16,1 1 0-16,0 0 0 0,-2 0-2 0,1 0 2 0,-1 0-1 16,0 0 1-16,0 1 2 0,0-1-1 0,0 0 1 15,2 0-1-15,-2 0-1 0,1 0-1 0,-1 0-8 0,-3 0-24 16,2-1-57-16,-1 2-126 0,2-1-111 15,0 0-57-15,0 0-24 0,0 0 7 0,-8-7 49 0</inkml:trace>
  <inkml:trace contextRef="#ctx0" brushRef="#br0" timeOffset="39882.9">16811 796 33 0,'0'0'81'0,"0"-1"-13"15,0 1-6-15,0-3-6 0,0 3-4 0,0 0 1 16,0 0-1-16,-2-2-6 0,2 1-5 0,-2-1-9 16,2 0-9-16,-1 0-5 0,-1 0-5 0,2 0 0 0,-2 1-1 15,2-3 2-15,-1 4-2 0,1-3-2 0,-2 0-2 16,2 0 0-16,-1 1-1 0,1-1 0 0,-3 2 3 0,3-1 3 16,-2-1 4-16,2 2 4 0,0 1 5 0,0-3 6 15,0 1 4-15,0 0 0 0,0 1 4 0,0-2 5 16,2 0 2-16,1 2 4 0,-3-2 4 0,1 0 4 0,-1-2 3 15,2 1 2-15,-2-1 1 0,1 2 2 0,-1-2 3 16,0 2-1-16,0-1-8 0,0 0-7 0,0 4-11 16,0 0-6-16,0 0-7 0,0-9-5 0,0 0-3 0,0 1-2 15,0-1 0-15,0 2-6 0,0-1-5 0,0 1-3 16,0 7-2-16,0-11-1 0,0 2 2 0,0 2 0 0,0 7 2 16,0-9 3-16,0 9 1 0,-1-10 3 0,1 5 0 0,0 5 3 15,-2-8-1-15,2 8 1 0,-1-7 0 0,1 7-1 16,-5-6-1-16,5 6-1 0,0 0-3 0,-4-6-4 0,4 6 0 15,-5-4-4-15,5 4 0 0,0 0-1 0,-7-1-1 0,7 1-1 16,-9 0 0-16,-2 1 2 0,1 3-2 0,2 0-1 16,-1 1 0-16,1 0 1 0,0 2-1 0,0-1-1 15,1-2 1-15,-2 4 1 0,1-2 0 0,2 1 0 0,-2 1 0 16,0-1 0-16,0 1 0 0,0 0 2 0,-1 3 0 0,1 1 1 16,0 0 1-16,-1 2-3 0,-1 0 0 0,2 2-1 15,0-3 0-15,-1 2 1 0,1 0-1 0,2 0 0 16,-1 2 2-16,-2-2 0 0,4 0-1 0,0 0-1 0,2-1 0 15,2 2 0-15,-3-3-1 0,4 1 1 0,0-2 0 16,0 0 0-16,4-4-1 0,-3 2 0 0,2-3 1 0,1-1 1 16,1 0 0-16,-1-1 0 0,2-3 1 0,1 0 2 15,-2 1-2-15,-1-1 1 0,3 0-1 0,-1-2-1 16,0 0 2-16,1 0-1 0,-1-2 0 0,0-2 1 16,0 1 0-16,2-1 1 0,-3 0 0 0,3 1 1 0,0-2-1 15,-2 1 0-15,2-5-1 0,0 4 1 0,1-4-4 16,-1 2 1-16,0-4-2 0,2 1-2 0,-2 1-2 0,-2-2-1 15,0 1-2-15,-1-1-5 0,2 1 0 0,-1-2 1 16,-2 1 2-16,0 1-2 0,0-1 3 0,0-2 1 16,-3 4 4-16,3-2 1 0,-3 1 2 0,1 1 1 0,-1-2 0 15,-1 2 1-15,3 0-1 0,-3 2 1 0,0 0-1 16,0 2 1-16,0 0 1 0,0 2 0 0,0 0-1 0,0 1 0 16,0 1-1-16,0 0 0 0,0 0-1 0,0 1-1 15,2 1-2-15,-2 1 3 0,0 3 1 0,0 1 2 16,0 3 4-16,-2 2 8 0,-1 2 7 0,0 4 5 15,2-1 3-15,-3 2 0 0,1 2 2 0,1-1-6 0,1 1-3 16,-1-2 4-16,2 1-1 0,0 1 5 0,0-1 2 16,3-1 4-16,-1-1 0 0,1-1-2 0,2 0 1 0,1-3-1 15,-1 0 0-15,1-2 0 0,1-1 0 0,-1-1 2 16,5-1-2-16,-1-1-3 0,-1-2-2 0,4-2-3 16,-2 0-3-16,0-2-5 0,3 1-5 0,-1-2-4 0,1-2-3 15,-1 1-6-15,1-2-13 0,-3 1-20 0,0-2-27 16,3-1-28-16,-4 1-37 0,-1-3-56 0,0 2-95 15,-4-1-110-15,-1-1-43 0,-4 0-8 0,-4 0 17 0,-1-4 52 16</inkml:trace>
  <inkml:trace contextRef="#ctx0" brushRef="#br0" timeOffset="48101.84">21658 860 109 0,'5'-2'142'0,"-4"-3"-15"16,3 2-15-16,-4 0-7 0,1 0-3 0,1 0-4 0,-2 2-6 15,0 0-9-15,-2-1-9 0,1 0-8 0,1 1-8 16,-4-1-7-16,3 1-6 0,-4-1-4 0,2 1-1 16,2 1-8-16,-3 0-6 0,1 0-4 0,0 0-1 0,0 0 0 15,-1 0 2-15,1 0 3 0,3 0 5 0,-1 0 2 16,-4 0 2-16,5 0 3 0,-1 0 4 0,-1 0 0 15,2 0 4-15,-1-2 1 0,1 2-1 0,0-2-1 0,-2 2-1 16,2-1-1-16,-2-1-4 0,2 1-2 0,-1 0 0 16,1-2-1-16,-2 1-3 0,1 0-3 0,1 0-2 15,-2-1-1-15,0-1 1 0,2 2-2 0,-1-3 1 0,1 1-1 16,0 4 1-16,-2-3-1 0,0-1-2 0,2 3-4 16,-1 0 0-16,-1-1 0 0,2 0 1 0,-1 2-4 15,1-1-1-15,-2 1-2 0,2-1-3 0,-3 1-2 0,2 0-2 16,-1 0-1-16,1 0-2 0,-3 1 1 0,3-1-1 15,1 1 1-15,-4-1 0 0,1 2-2 0,0 0 2 0,0-1 0 16,0 2 0-16,-3 0 0 0,3-1-2 0,-4 2 1 16,2 2-2-16,-3-1-1 0,2 1 0 0,-2 1 0 0,0-1-1 15,0 3 2-15,-3-2 1 0,3 3 2 0,-1-2 2 16,1 2-2-16,-3-2 2 0,1 3-1 0,1-4 0 16,0 3 0-16,-1-1-1 0,0 0 1 0,1-2-1 15,1 1 1-15,2-1 1 0,-2-1 0 0,0 0 1 0,3-1 2 16,-1 1 1-16,3-2-2 0,-2 3-2 0,2-5-5 15,-2 5 2-15,2-4-1 0,2 2-2 0,-3 1 2 16,4-1 0-16,0 1 3 0,0 0 0 0,2 1 3 0,0-1 3 16,1 0 1-16,-2 1 1 0,4 0 1 0,-4-3 1 15,4 2-1-15,-2 0-1 0,0-1-1 0,1 2 0 16,-1-3 0-16,-1 3 2 0,1-2 2 0,1 1 3 0,-1-1 1 16,-1 1 0-16,1 0-1 0,0 0-3 0,1-1-3 15,-1 1-2-15,2-1-3 0,-2 0 4 0,4 0 4 16,1 0 7-16,0 0 6 0,2 0 6 0,1-1 3 0,0-1-1 15,1 0-5-15,1 0-6 0,0-1-7 0,1-1-7 16,1 1-2-16,-3-2-3 0,1 0-3 0,1 0-1 0,-2 0-2 16,-2 0 1-16,2 0-2 0,-3 0 3 0,-1 0-2 15,1 0-1-15,-3 0 5 0,1 0-3 0,-4 1 0 16,2-1-4-16,-4 2 2 0,2-1-3 0,-1 1-9 0,1-1-15 16,-3 1-24-16,0-1-28 0,0 0-35 0,0-1-57 15,-5 2-83-15,2-2-142 0,-2-2-86 0,-1 1-28 0,-4-2 4 16,1-3 39-16,3-2 84 0</inkml:trace>
  <inkml:trace contextRef="#ctx0" brushRef="#br0" timeOffset="161233.9">16864 2059 109 0,'3'0'141'0,"-3"0"-5"16,0 0-7-16,4-2-4 0,-3 1-6 0,1 0-2 15,1-1-6-15,-1-1-6 0,1 1-9 0,0-4-4 16,1 3-3-16,0-1-4 0,-1 1-6 0,0-1-2 15,-1-1 7-15,1 2 4 0,-2-2 2 0,3 3 0 0,-4-1 0 16,0 1-1-16,0 1-8 0,0-1-11 0,0 0-13 16,-2 1-9-16,0 1-7 0,2-1-7 0,-1 1-3 0,-1-2-3 15,2 2-1-15,0-1 0 0,0-1-1 0,0 2 0 16,0-1 0-16,0 1-1 0,0 0-4 0,0 0-1 16,0 0-3-16,0 0 1 0,0 0-2 0,0-3 5 0,0 3 0 15,0 0 4-15,0 0 1 0,0 0 1 0,0-2-2 16,-1-1-5-16,1 2-5 0,-4-4-5 0,1 2-4 0,2 0-5 15,-3 0 1-15,0 0-3 0,1-2 0 16,0 4 1-16,-2-3-1 0,-2 2 1 0,3 1 0 0,-6-1 3 16,2 4 0-16,-1-1-1 0,-2 2-1 0,0 1 0 15,-1 1 2-15,0 1-3 0,1 3 1 0,-2-1 0 0,-3 3 0 16,4 1-1-16,-4 1 0 0,3 1-1 0,-2 3 1 16,0 0-1-16,3 2 1 0,1-1 1 0,-1 1-1 15,3 1-2-15,1-2 0 0,5 1 0 0,0 1-1 16,1-3-1-16,5 0 3 0,1-1 1 0,2-3-2 15,0 1 1-15,5-4 1 0,0-1-1 0,1-1-1 16,2-4-1-16,0-1-1 0,0-3-2 0,1-1-5 0,-2-3-7 16,0-1-5-16,1-3-6 0,-2 1-7 0,-3-4-11 15,2 1-4-15,-1-2-4 0,-6-2 0 0,3 1 4 16,-4-1 5-16,0 0 12 0,-3 1 13 0,0 1 8 16,-5 1 7-16,5 0 6 0,-3 4 3 0,0 0 2 15,0 3 1-15,1-2 1 0,1 2-1 0,-1 3-2 0,0 1-1 16,-1 0-2-16,3 3 1 0,-2 2 3 0,2 2 2 15,2 0 2-15,0 4 4 0,1 1-1 0,0 1 2 16,4 0-1-16,-1 0 0 0,3 2 1 0,-1 0 2 16,0-1 0-16,3 1 0 0,-1 1-1 0,-2-2-2 15,2 1-2-15,0-2-3 0,-2 1-2 0,0-3 0 16,1 0-2-16,-1-1 1 0,-3 0-2 0,2-3 1 0,-3-1-1 16,2-1-1-16,-3-1 1 0,2-1-3 0,-1 0-12 15,-3-3-22-15,2 0-37 0,1-2-70 0,-1 0-123 16,3-3-124-16,-3-2-53 0,0-4-14 0,2 0 17 15,0 0 63-15</inkml:trace>
  <inkml:trace contextRef="#ctx0" brushRef="#br0" timeOffset="161851">17546 2010 2 0,'9'0'195'0,"-1"0"29"0,0 0-16 15,-3 0-15-15,0 0-3 0,-2 0 8 0,-2 0 8 16,-1 0-2-16,0 0-12 0,0 0-24 0,-3 0-30 0,0-2-28 16,-2 1-25-16,2-1-17 0,-5 0-8 0,4 1-10 15,-4 0-4-15,-1-1-12 0,-1 2-7 0,0 0-8 16,-1 2-5-16,-1 0-4 0,-1 5-2 0,-4-2 0 16,0 1-5-16,0 5 1 0,0-2-2 0,-4 3-1 0,-1-1 0 15,1 1 0-15,-1 1 1 0,0-1-2 0,0 1 1 16,0 0-1-16,-2-1 1 0,2 0 0 0,1-3-1 15,-1 2 0-15,0 0 0 0,3-4 0 0,0 3 0 16,2-3 0-16,4-1-1 0,2 0 1 0,0-1 0 16,3-1 0-16,2 1-2 0,1-2 0 0,3 0 3 15,1 2-2-15,2-2-1 0,1 1 0 0,3 2 1 0,1-3-1 16,2 1-3-16,5 1 1 0,-2-1 4 0,3-1-1 16,2 2 1-16,-2-1 0 0,4 1 1 0,-4-2-1 15,3 1 0-15,-1 2-1 0,-2-1 1 0,2-2-2 16,-3 2 2-16,-1 0 5 0,4 1 6 0,-1-1 4 15,0-1 4-15,0-1 4 0,2 2-2 0,-3-2-1 16,3 0-5-16,-1-2-1 0,2 1-5 0,-4-2-2 16,3 0 0-16,-4 0-1 0,1-2-1 0,-1 1-2 0,-1 0 0 15,-2-1 0-15,0 0 0 0,-1 1 0 0,-5-1-2 16,0 0 0-16,-1 2 2 0,-2-1-4 0,-1 1-13 16,0 0-19-16,-3 0-28 0,-2 0-30 0,-1 0-35 15,-3 0-54-15,1 0-63 0,-2 0-79 0,0 0-64 16,-3 0-17-16,-1 0 8 0,2-1 46 0</inkml:trace>
  <inkml:trace contextRef="#ctx0" brushRef="#br0" timeOffset="162106.11">17294 2194 106 0,'7'0'244'0,"-1"-1"20"15,1-1-18-15,2 0-60 0,0-2-41 0,3 1-20 0,1 1-10 16,-1-2-2-16,-1 1-2 0,1 0-5 0,-2 2-10 16,1 1-6-16,-5 1-5 0,2 0-1 0,-1 3-5 15,-3 1-6-15,0-2 0 0,0 5-5 0,-2 1-8 16,-1 0-8-16,-1-1-7 0,0 1-8 0,0 0-9 16,0 0-10-16,0 0-6 0,0-3-6 0,3-1-6 15,-3 2-21-15,4-3-29 0,-1 1-43 0,2-4-81 0,0-1-141 16,-1-3-92-16,4-1-34 0,-2-6 4 0,1-1 29 15</inkml:trace>
  <inkml:trace contextRef="#ctx0" brushRef="#br0" timeOffset="162867.97">18058 1950 289 0,'5'-2'332'15,"-5"-1"30"-15,0 0-30 0,0-1-74 0,0 2-68 16,-2-1-46-16,-1 2-25 0,2 1-18 0,-1-2-18 0,1 0-18 16,-1 2-18-16,0 4-13 0,1-1-14 0,-4 1-9 15,0 3-5-15,-1 3-1 0,-4 3 3 0,1 2 1 16,-2 2 1-16,-3 1 2 0,-1 2 1 0,0 1-1 15,-5 4-5-15,2 0-1 0,-1 1 0 0,-1-2-3 0,0 4 1 16,0-1-2-16,0 1 1 0,2-3-1 0,-2-1-1 16,0 1 0-16,0-1 0 0,0 0 0 0,1 0 1 15,-1 0-1-15,4-3-1 0,0-1 0 0,4-1-5 16,4-4-5-16,-2-3-4 0,6-2-6 0,0 0-6 16,1-3-8-16,2-2-1 0,2-2-7 0,4-3-10 15,1-3-8-15,4-3-20 0,-2-3-33 0,4-2-39 0,2-4-52 16,4-1-71-16,-1-4-55 0,4-1-12 0,-4-3 20 15,4 0 36-15</inkml:trace>
  <inkml:trace contextRef="#ctx0" brushRef="#br0" timeOffset="163168.97">18045 1899 70 0,'4'-3'251'0,"-3"-1"20"15,3 1-16-15,0-1-60 0,1 0-58 0,1 1-40 16,0 0-21-16,3-1-6 0,0 2 3 0,-1-2 1 0,1 2-2 15,2-1-6-15,-1 3-6 0,-2 3-4 0,1-1-2 16,-1 4 2-16,-2 3 0 0,1 0 5 0,-2 4-2 16,-4 3-6-16,2 2-2 0,-3 3-2 0,-1 2 3 0,-1 0-1 15,-1 2 5-15,1 2 5 0,-2 0-1 0,0 3-1 16,-1 0-3-16,2-2-4 0,-1 2-8 0,2 2-5 16,-1-4-10-16,3 2-8 0,-1-1-5 0,2 0-3 15,-1-4-6-15,3 2-2 0,-3-3-2 0,5-2-2 16,-2-1-1-16,2-3 1 0,-4 0-1 0,3-4 2 0,-3-3-1 15,2-1 0-15,-1-2 1 0,0-1-4 16,-1-3-6-16,-1-2-21 0,0-1-25 0,0-1-27 0,-1-3-34 16,-1-1-43-16,0-3-61 0,-2-1-67 0,-1-2-89 15,-2-1-32-15,-2-1 1 0,0 0 31 0,-3-3 57 16</inkml:trace>
  <inkml:trace contextRef="#ctx0" brushRef="#br0" timeOffset="163414.29">17867 2139 144 0,'0'3'339'0,"0"3"29"16,0-3 16-16,2-2-85 0,-1 0-100 0,2 3-75 16,3-3-41-16,1-1-20 0,2 2-8 0,2-2-5 15,0 0-5-15,2 0-5 0,3 0-11 0,-2 0-7 16,0 3-7-16,1-1-3 0,0 2-4 0,-4-2-4 0,1 3-1 15,-2 0 1-15,0-1-1 0,-3 0-2 16,0 1-8-16,-4 1-10 0,2-1-12 0,-3-1-18 0,-1-1-31 16,-1 0-48-16,0 0-65 0,0-3-111 0,0 0-52 15,0 0-16-15,-6-1 11 0,1-2 41 0</inkml:trace>
  <inkml:trace contextRef="#ctx0" brushRef="#br0" timeOffset="164453.94">17529 2243 21 0,'1'1'69'0,"-1"0"-6"16,0 0-9-16,0 3-8 0,0-1-11 0,0-2-5 16,0 2 0-16,0-1 4 0,0 1 7 0,0-2 9 15,0 4 12-15,0-4 10 0,-1 2 10 0,-1 0 6 16,0 0 1-16,-1 0 0 0,0 0-1 0,-2-1-2 15,0 2-3-15,-1-1-4 0,0-1-1 0,-2 1-3 0,1-2-3 16,-2 2-6-16,1-1-3 0,0-1-2 0,3 1-4 16,-3-2-1-16,4 0-6 0,-1 0-7 0,0 0-8 15,4-2-9-15,-1 1-11 0,1-2-7 0,1 1-3 16,0-2-3-16,0 1-1 0,1 0-1 0,2-2-1 16,1 1-1-16,0-1-3 0,0 2 2 0,0 0-1 15,-1 2 3-15,0-3-1 0,-3 3 1 0,2 0 1 16,0-1-1-16,-2 2 1 0,1-1-1 0,-1 1 0 0,0 0 2 15,0 0-1-15,0 0 3 0,-1 0 0 0,1 0 1 16,-2 0-1-16,0 0 2 0,2-2 1 0,0 2 2 16,-1-1 1-16,-1 1 3 0,2-2 0 0,-1 1 0 0,1 1-3 15,-2 0-1-15,0-2-1 0,0 1-3 16,2 1-1-16,-2-2 0 0,0 2-2 0,2 0 0 0,-1 0-1 16,-1 0 0-16,2 0-1 0,-1 0 1 0,1 0-2 15,-2 0 1-15,2 0-1 0,0 0 1 0,0 0 0 16,0 0 1-16,0 0-2 0,2 0 0 0,-2 0 1 15,1 0-3-15,1 0-3 0,-1-2-1 0,1 2 0 0,2-1 0 16,0 1 0-16,-3-1 1 0,1 0 4 16,-1 1 2-16,-1-4 2 0,2 4 0 0,0-1-1 0,-2 1 4 15,-2-2 0-15,0 1 2 0,2-1 0 0,-3 1 3 16,2 1 0-16,-3 0 3 0,2-2 1 0,0 0 2 16,0 2 1-16,1-1 0 0,-1 1 2 0,1-1 0 15,1 1-5-15,0-1-1 0,0 1-5 0,0-4-1 16,1 4-5-16,-1-3-1 0,3 2-1 0,-1-1 0 15,0 1 1-15,2-3 0 0,-1 3 0 0,-1-2-1 0,-1 0 1 16,1 0 1-16,0 2 0 0,-1-2 2 0,-1 1 4 16,0 1 4-16,0 1 3 0,0-2 3 0,0 0 3 15,0 2-1-15,-1 0-4 0,1 0-2 0,-4 0-6 16,4 0-1-16,0 0-4 0,-1 2 0 0,-1 0-1 16,2-2 0-16,-1 0 1 0,1 0-1 0,0 0 2 15,0 0 4-15,0 0 6 0,1-2 11 0,-1 0 1 0,2 2 2 16,-1-1 1-16,-1-2-2 0,0 0-4 0,0 2-7 15,0-2 0-15,0 0 4 0,0 1 4 0,0 0 4 16,0 1 3-16,-1 0-2 0,-1-1-3 0,2 2-1 16,-1-2-9-16,1 2-7 0,0 0-4 0,0 0-4 15,0 0-6-15,0 0-10 0,0 0-10 0,-2 0-14 0,2 2-15 16,0-2-19-16,0 2-26 0,0-2-38 0,0 1-55 16,0-1-99-16,0 0-79 0,0 0-29 0,-4 0 2 15,-1-1 31-15</inkml:trace>
  <inkml:trace contextRef="#ctx0" brushRef="#br0" timeOffset="164884.76">17269 2333 32 0,'2'-1'66'0,"-2"1"-3"0,1 0-2 16,-1 0-5-16,2-1-6 0,-1 1-9 0,-1 0-9 15,2-3-11-15,0 3-8 0,-2 0-17 0,1-2-29 16,-1 2-52-16,0 0-31 0,0 0-14 0</inkml:trace>
  <inkml:trace contextRef="#ctx0" brushRef="#br0" timeOffset="165383.99">17271 2305 19 0,'0'0'138'0,"0"2"-20"15,1-2-25-15,1 0-18 0,-1 0-12 0,1 0-5 0,1 0-4 16,1 0-4-16,-3 0-3 0,2 1 3 0,2-1-1 16,-4 2 3-16,2-2 1 0,-1 0 6 0,0 0 6 15,-2 0 5-15,1 0 6 0,-1 0 4 0,0 0 1 16,0 0-2-16,0 3-6 0,-1-3-8 0,1 0-10 16,-2 1-12-16,2-1-10 0,-2 0-13 0,2 1-8 15,0-1-5-15,0 0-4 0,0 2-3 0,0-2-1 0,0 2 0 16,2-2 0-16,-2 1-1 0,2-1 1 0,-2 0 0 15,1 1-1-15,1-1 1 0,-1 0 0 0,1 2 1 16,1 0-1-16,1-2 1 0,-1 1 0 0,3-1 3 16,-2 2 1-16,1-2 1 0,0 0 2 0,0 3 2 15,1-2 4-15,2 0 2 0,0 1 4 0,0 1 1 16,0-2 1-16,1 3 0 0,-1-1-1 0,2-1-1 0,1 0-2 16,-2 0 1-16,1 1 2 0,1-1 3 0,-2 1-1 15,-1 1 0-15,3 0-1 0,-1-1-4 0,-2 1-3 16,-2-1 0-16,3 2 1 0,-2 0 0 0,-3 0 0 15,3-2 1-15,-2 1-1 0,2 0-3 0,-2 1-4 16,0-2-1-16,-2-1-1 0,4 2 0 0,-3-1 0 0,1-2-1 16,-1 1 1-16,1-1 5 0,0 1 3 0,-2-2 2 15,2 1 4-15,3-1-1 0,-5 0 0 0,2 0-4 16,0-1-4-16,-2 1-4 0,2-2-1 0,-4 2-2 16,2-1-2-16,2 1-1 0,-2-2 0 0,-1 1 0 15,-1 1 1-15,-1 0 0 0,2-2 1 0,-2 2 0 16,0-1-5-16,-2 1-13 0,2-2-18 0,-1 0-26 0,-3 1-35 15,3-2-59-15,-4 0-78 0,1 0-97 0,-3 0-44 16,1-2-5-16,-2 2 19 0,-3-2 49 0</inkml:trace>
  <inkml:trace contextRef="#ctx0" brushRef="#br0" timeOffset="166039.81">17391 2217 42 0,'3'0'169'0,"0"-2"-7"0,0 1-16 15,1-1-18-15,-1 0-14 0,-2 2-11 16,1 0-15-16,1 0-18 0,-3 0-20 0,1 0-15 0,-1 0-14 15,2 0-7-15,0 2 0 0,-2 0 3 0,0-1 4 16,0 1 7-16,0-1 3 0,0 2 2 0,0-3-1 16,0 4-2-16,0-3-3 0,0 0 0 0,0-1 2 15,-2 1 5-15,2-1 4 0,-2 2 6 0,2-2 6 16,0 0 2-16,-1 0-2 0,1 0-7 0,-3 0-7 16,1 0-8-16,2 0-7 0,0 0-10 0,-1 0-5 0,-1 0-3 15,2 0-2-15,0 0 0 0,0 0-1 0,0 0-3 16,0 0-5-16,0 0-5 0,0 0-8 0,0 0-11 15,2 0-6-15,-1 0-5 0,4 0-5 0,-2 0 2 16,0-2 4-16,2 2 8 0,1-1 8 0,-1 1 5 16,2-1 9-16,0 0 6 0,-2 1 2 0,0-2 1 0,0 0 1 15,-4 2 4-15,1 0 6 0,0 0 7 0,-2 0 8 16,-2 0 8-16,0 2 5 0,1 0 4 0,-1-2 1 16,-3 1 2-16,2-1 0 0,0 1 2 0,0-1 4 15,-1 0 4-15,0 0 4 0,2 0-1 0,-1 0 0 16,2-1-4-16,-1 1-5 0,0-1-6 0,2 1-7 15,0-2-8-15,-1 0-6 0,-1 2-6 0,2 0-7 0,0 0-8 16,0-1-14-16,0 1-17 0,0 0-23 0,0 0-37 16,0 0-54-16,0 0-83 0,0 0-94 0,0 0-39 15,-3 0-4-15,-2-2 19 0,-1 1 50 0</inkml:trace>
  <inkml:trace contextRef="#ctx0" brushRef="#br0" timeOffset="169499.81">16910 2053 35 0,'-1'0'63'0,"1"0"-7"16,0 0-4-16,0 0-3 0,0 0-5 15,0 0-2-15,0 0-3 0,0 0-3 0,0 2 0 0,0-2 1 16,0 0 3-16,0 0 1 0,0 0 4 0,0 0 2 15,0 0 1-15,0 0 2 0,0 1-1 0,-2-1 1 16,0 1-1-16,2-1-2 0,-1 0-4 0,-1 2-6 0,1-2-8 16,1 1-5-16,-4-1-6 0,3 0-6 15,-1 2-1-15,1 0 1 0,-3-2 1 0,4 0 2 0,-4 1 2 16,2 1 3-16,2-2 3 0,-1 1 0 0,-1-1 0 16,2 0-1-16,-1 0-4 0,1 0 0 0,0 0-5 15,0 2-4-15,0-2-1 0,0 1 3 0,0 1 9 16,-2 0 8-16,0 1 10 0,1 1 7 0,-1-1 7 0,-1 3 1 15,1-2-3-15,-2 2-5 0,0 0-7 16,0 0-2-16,-1 2 0 0,2-2-3 0,0 1-3 0,0 1-4 16,-2-1 0-16,2-1-9 0,-1-1-4 0,3 4-5 15,-4-5-1-15,2 3 0 0,2-4 1 0,-3 2-1 16,3 0 1-16,-1-2-1 0,1 0 0 0,1-2 0 16,-2-1-2-16,2 2 1 0,0-1-2 0,0-1 0 0,0 0-3 15,0 0-6-15,2 0-20 0,-2-3-35 16,1 2-58-16,2-4-95 0,1 0-94 0,-1-2-45 0,3 0-7 15,-1-1 21-15</inkml:trace>
  <inkml:trace contextRef="#ctx0" brushRef="#br0" timeOffset="180334.8">16867 3301 169 0,'0'-3'322'0,"0"1"35"0,0-1 11 15,0-1-71-15,0 1-68 0,0 1-41 0,0-2-29 0,0 1-14 16,0 0-13-16,0-1-11 0,0 1-14 16,2 0-16-16,0-2-19 0,1 2-13 0,2-2-5 0,-4 3 0 15,4-3 2-15,-1 4 4 0,-2-3 8 0,0 3 1 16,-1 1-1-16,-1 0-7 0,0 0-5 0,-1 0-4 16,1 0-7-16,-4 3-3 0,0 0 1 0,-1 3 4 15,-3 5 7-15,-3 2-3 0,-5 2-1 0,2 3-3 16,-5 3-8-16,2 1-14 0,-1 3-10 0,-4 0-7 15,3 2-3-15,-1 2-1 0,-1-1-2 0,2-1 0 0,0 0-2 16,0-1 0-16,3-1-14 0,-1-1-17 0,4-1-24 16,-1-2-28-16,6-5-29 0,0-1-21 0,3-3-9 15,1-3-7-15,-1-1 1 0,5-4 2 0,0 0-4 16,3-2-16-16,0-2-33 0,0-3-42 0,6-3-56 16,-3-1-71-16,0-4-27 0,3-1 10 0,0-3 36 15,-3 0 58-15</inkml:trace>
  <inkml:trace contextRef="#ctx0" brushRef="#br0" timeOffset="180588.81">16912 3171 63 0,'11'-2'235'0,"-7"2"23"0,3 0-4 15,-1 3-50-15,-1 2-40 0,3 0-13 0,-4 5-5 16,3 2-4-16,-4 4-10 0,4 2-12 0,-4 3-14 0,3 5-17 15,-5 1-16-15,2 4-10 0,-1 1-10 0,-2 4-6 16,2-2-11-16,-1 1-5 0,-1-1-7 0,0-2-5 16,0-3-6-16,0-1-4 0,0-3-3 0,0-3-3 15,-1-2-1-15,-1-2 0 0,2-3 0 0,0-2 1 16,-2-2 0-16,2-2-4 0,-1-2-9 0,-1 0-19 16,1-4-34-16,-4 0-51 0,2-2-74 0,0-2-104 0,-2-2-80 15,0-2-27-15,-1-2 6 0,-2-2 39 0</inkml:trace>
  <inkml:trace contextRef="#ctx0" brushRef="#br0" timeOffset="180783.84">16720 3513 221 0,'-1'3'370'0,"-1"-2"39"0,1-1 21 15,2 0-92-15,2 0-99 0,1-1-64 0,2-2-40 16,5 0-22-16,0-3-11 0,5 1-17 0,1-1-11 0,2 0-16 15,5 0-12-15,-2 0-13 0,2 2-11 0,1 1-10 16,-1 1-26-16,-2-1-33 0,0 3-52 0,0 0-74 16,-1 3-125-16,-4 0-115 0,0 2-45 0,-5-1-5 15,-3-1 29-15,-2-2 66 0</inkml:trace>
  <inkml:trace contextRef="#ctx0" brushRef="#br0" timeOffset="182033.87">17774 3561 262 0,'1'3'343'0,"2"-3"40"0,-1 0-18 15,1 0-72-15,-2 0-65 0,3-2-53 0,-3-1-35 0,2 0-18 16,1 0-11-16,0-1-8 0,0-2-4 0,-1 1-3 16,3-1-4-16,-1 2-6 0,-1-2 2 0,1 0 12 15,-2 1 14-15,1-1 10 0,-3 0 15 0,2 2 13 16,-1-1 1-16,-2-1-9 0,0 2-16 0,0-1-15 15,0 1-25-15,0-1-24 0,-2 1-20 0,-1-1-16 16,0 2-12-16,0-1-9 0,-2 0-14 0,-1 3-19 0,-2-1-19 16,0 2-14-16,-2 2-8 0,-2 1-5 0,-1 3 8 15,-1 1 11-15,-2 0 14 0,2 3 10 0,-4 1 6 16,-2 0 5-16,4 3 5 0,-3 0 5 0,0 4 1 16,0-3 2-16,5 1-2 0,-2 0-4 0,3 0-4 15,3-1-5-15,3-2-5 0,1-1-3 0,2-1-1 16,4-3 1-16,0 0 1 0,4-2 6 0,1-3 3 0,-1 0 7 15,6-2 6-15,2-2 1 0,1-3-3 16,3-1-12-16,0-2-12 0,3-2-12 0,-1-2-15 0,2-1-12 16,-2-1-10-16,0-1-3 0,-1 1 1 0,-1-2 4 15,-2-1 10-15,-1 3 13 0,1 1 15 0,-6 2 15 16,0 2 12-16,0 2 8 0,-3 0 5 0,-2 3 4 16,0 2 4-16,-1 1 13 0,-1 1 16 0,1 4 9 0,-1 1 13 15,1 0 16-15,0 4 4 0,-1 1-5 16,1-1-7-16,-1 2-3 0,1 2-14 0,4-3-13 0,-1 2-10 15,0-1-7-15,1-2-5 0,2-1-6 0,1 0-2 16,-1-1-14-16,0-2-31 0,3-1-50 0,-3 0-69 16,2-3-120-16,-1-1-184 0,0-2-86 0,0-2-19 15,-1-2 19-15,-4-2 52 0</inkml:trace>
  <inkml:trace contextRef="#ctx0" brushRef="#br0" timeOffset="191768.03">17207 3389 96 0,'-1'0'101'0,"-1"0"-24"16,2 0-23-16,-2 0-29 0,2-1-31 0,0 1-41 16,0 0-45-16,-3-3-22 0</inkml:trace>
  <inkml:trace contextRef="#ctx0" brushRef="#br0" timeOffset="192517.29">17187 3334 5 0,'0'0'77'0,"0"0"-26"0,2 0-18 0,-2 0-3 15,3 0 5-15,3 0 11 0,-3 0 12 0,2 0 12 16,0-2 9-16,-1 2 7 0,0-1 7 0,-1 1 10 15,0-1 12-15,0 1 12 0,-2 0 10 0,1-2 5 16,0 2 1-16,-2 0-6 0,0 0-11 0,0 0-13 16,0 0-15-16,0 0-13 0,0 0-13 0,0 0-12 0,0 0-7 15,0 0-9-15,0-1-7 0,0 1-6 0,0 0-4 16,0 0-3-16,1-2-5 0,-1 2 0 0,2 0-1 16,-1 0 2-16,-1-1 1 0,2 1-1 0,0-2 0 15,-2 2-1-15,1 0-2 0,-1 0-3 0,0 0-5 0,3 0-2 16,-1 0-2-16,0 0-3 0,1 0-2 0,-2 0 0 15,3 0 3-15,2 0 1 0,-3 0 0 0,2 0 3 16,-1 2 0-16,1-2 2 0,0 1-2 0,-2-1-1 16,3 2-1-16,1-1 0 0,-3 2 2 0,1 0 1 15,3 0 1-15,-2 0 3 0,1 0-2 0,-1 3-1 16,1-1-3-16,0 1-4 0,-1-2 1 0,1 2-4 0,-1 0 1 16,-1 0 1-16,4-1 0 0,-1-1-1 0,-1 1 0 15,2-1 1-15,1 1-1 0,-1-3 0 0,1 2 0 16,1-1 1-16,-2 0 0 0,3-2-1 0,-2 2 2 15,-2 0 0-15,2 0 0 0,1-2-1 0,-5 3-1 16,0-2 0-16,3 0 0 0,-5 0-1 0,2 1 1 16,-3-1 0-16,1 0 0 0,-1 1 2 0,-1 2 4 15,-1-2 2-15,-1-2 5 0,2 3 4 0,-2-2 6 16,0-1 4-16,-2 3 4 0,2-3 0 0,0 1 1 0,-1-1 1 16,-3 1-3-16,3-1-5 0,-3 2-5 0,1 0-4 15,-3 0-3-15,0-1-4 0,-1 2-2 0,-2 1-3 16,0 0-1-16,1 2 0 0,-4 0-2 0,2 1-1 15,-2 1-1-15,1-2 1 0,-3 4 0 0,1-3 0 16,-1 3 0-16,0-1 0 0,-3 1 2 0,2 0-1 16,-3 0 0-16,1-1 0 0,-1 0 0 0,0 1 0 0,-1-3-1 15,2 2 1-15,3-2 0 0,-4 2 2 16,6-3-1-16,-1 1 1 0,0-1 2 0,5-2-4 0,-1-1 1 16,1-2-5-16,3 1-10 0,2 0-7 0,2-2-13 0,1 0-13 15,0-1-14-15,0-1-11 0,3 0-14 16,0-2-9-16,2-2-10 0,1 1-26 0,0-2-28 0,1-2-52 15,1 1-66-15,-4-2-80 0,4 1-29 0,-2-2 7 16,-2-1 32-16,0 1 58 0</inkml:trace>
  <inkml:trace contextRef="#ctx0" brushRef="#br0" timeOffset="193184.2">17285 3459 49 0,'0'2'210'0,"-1"0"14"0,1 1-32 0,0 0-49 15,0 0-37-15,-2 0-25 0,2 2-17 0,0-3-11 16,0 2-10-16,0-1-10 0,2 0-11 0,-2 0-10 0,1-2-5 16,-1 2-4-16,0-2 1 0,2-1 0 15,-2 2 7-15,0-2 7 0,0 0 9 0,0 0 8 0,0 0 3 16,0-2 3-16,-2 2 0 0,2-1-2 0,-1-2-2 16,-1 2 0-16,0-1 4 0,1 1 3 0,-3-1 5 15,4 1-1-15,-3-2 0 0,2 1-4 0,-1 2-7 16,0 0-9-16,2-2-7 0,-1 1-8 0,1 1-6 0,0-1-5 15,1 1-2-15,1-2 0 0,0 1-1 0,1-1 0 16,0 1 1-16,2-2-1 0,0 0 1 0,1-2 0 16,-2 3 1-16,0-2-1 0,0 0 0 0,0 1 2 15,-1-1 0-15,-1 1 1 0,-1 3 2 0,2-2 6 16,-3 0 3-16,3 1 6 0,-3 1 7 0,0-2 1 16,0 2 1-16,0-1-1 0,0 1-1 0,0 0-4 15,0 0-6-15,0 0-3 0,0 0-2 0,0 0-2 16,0 0 0-16,0 0 2 0,0 0 2 0,-3 0 5 0,3 0 5 15,-1 1 6-15,-1-1 3 0,2 0-1 0,-1 0 0 16,-3 0-7-16,3 2-5 0,-3-2-7 0,1 0-6 16,2 0-2-16,-1 0-3 0,0 0-1 0,1 0-2 0,-1 0 1 15,2 0-3-15,0 0 0 0,0 1 0 16,0-1-1-16,0 2 1 0,0 0-2 0,0-2 2 0,2 0-1 16,-1 2 2-16,-1-2-1 0,2 1 1 0,-2-1 0 15,2 2 1-15,-2-2 0 0,1 2 1 0,-1-2 0 16,0 1 1-16,0-1 2 0,0 2 0 0,0-2 3 15,0 0 1-15,0 0 5 0,0 0 1 0,0 0 2 0,0 0 2 16,0-2-3-16,0 1 0 0,-1 1-3 16,1-2-4-16,-2 2-4 0,0-2-6 0,-1 2-13 0,2 0-17 15,-4 0-26-15,4 0-44 0,-2 2-81 16,-1-2-146-16,-1 2-67 0,2-2-29 0,-2-2 3 0,4-3 32 16</inkml:trace>
  <inkml:trace contextRef="#ctx0" brushRef="#br0" timeOffset="194982.94">17299 2637 67 0,'2'-9'219'0,"-2"0"28"16,1 0-28-16,-1-2-31 0,2 4-22 0,-1-3-17 16,-1 2-8-16,2 2-7 0,-2-2-8 0,2 4-10 15,-2-1-10-15,0 0-9 0,0 4-15 0,-2-1-16 16,2 0-12-16,0 0-13 0,0 2-9 0,-2 0-4 16,2 2-7-16,-1 0-1 0,-1 0 0 0,2-1 0 15,0 4 1-15,0 1 1 0,0 0-1 0,0 2-1 0,0-1-3 16,2 2-3-16,-1 0-2 0,-1 2-3 0,2 1-3 15,0-3-2-15,-1 4-1 0,3 1-1 0,-3-2-1 16,2 3 2-16,0-2 0 0,-1 1-2 0,-1-1 1 16,2 1 0-16,-1-1 0 0,1-2-3 0,-1 2 2 15,1-1 2-15,0 1 0 0,-1-4 0 0,1 1-2 0,0 0 0 16,2-2-5-16,-4 0-14 0,2-5-11 0,1 4-14 16,-3-4-16-16,1 1-17 0,0-2-17 0,-2-1-17 15,1 0-25-15,-1 1-43 0,2-2-61 0,-2 0-73 16,0 0-30-16,-2-3 0 0,1-3 26 0</inkml:trace>
  <inkml:trace contextRef="#ctx0" brushRef="#br0" timeOffset="195285.87">17542 2553 221 0,'0'0'260'0,"0"1"5"16,2-1-42-16,0 2-50 0,-2-2-35 16,1 1-25-16,-1-1-13 0,4 2-2 0,-3 1-3 0,-1 1-3 15,3 2-3-15,-1 0-2 0,0 5-5 16,-1-1-15-16,-1 5-8 0,-1-1-6 0,1 6-7 0,-4-1-7 16,1 0-11-16,2 2-3 0,-3 0-5 0,3 0-4 15,-3 0-2-15,1 0-5 0,2-2-3 0,-1 1-1 16,-1 0-1-16,3-4-2 0,-1-1-2 0,-1 0 1 15,2-3 0-15,0-1-1 0,0-2-1 0,0-4-4 0,0 1-5 16,0 1-9-16,-1-4-16 0,-1-2-27 0,-1 0-51 16,-1-2-74-16,0 1-96 0,-3-2-79 0,-2-3-30 15,-2 0 4-15,-2-5 38 0</inkml:trace>
  <inkml:trace contextRef="#ctx0" brushRef="#br0" timeOffset="195784.01">17193 2675 88 0,'2'-2'249'15,"1"2"27"-15,-3 0-23 0,1 0-48 0,-1 0-46 16,0 0-38-16,0 0-29 0,0 2-18 0,0-2-12 0,-1 2-12 15,1-1-8-15,-3 4-8 0,1-2-6 0,2 0-7 16,-1 2-5-16,-1-3-2 0,2 2 0 0,0-1 0 16,0 0 1-16,0-2 3 0,0 1 3 0,0-1 4 15,2 1 6-15,-1-1 5 0,1 0 4 0,2 4 7 0,-2-2 1 16,3 2 1-16,0 2-4 0,1-1-5 16,0 4-2-16,4 0-3 0,-4 5-8 0,0-2-4 0,2 4-3 15,2-1-5-15,-4 4-5 0,0-2-2 0,3 1-1 16,0-1-1-16,-3 0 2 0,0 1 1 0,3-2-1 15,-2 1 2-15,-1-3 1 0,2 0 3 0,-1-2-1 0,4-2 1 16,-3-1 1-16,1 0 0 0,4-3 1 16,0-1-1-16,-1-1-2 0,7-4 1 0,2-1-1 0,0-1-4 15,4-5-4-15,1-2-6 0,3-4-5 0,-1-1-6 16,2-2-7-16,-1-3-5 0,-1-2-3 0,-1 2 0 16,-3-1-2-16,-2 1 0 0,-2-2 5 0,-3 4 4 15,-3-1 4-15,-5 2 5 0,-1 3 5 0,-5 2 4 16,2 1 3-16,-4 1 0 0,-1 2 2 0,-1 2-1 15,-5 1-1-15,3-1 0 0,-4 3-5 0,4 1-10 0,-2 1-15 16,0-1-33-16,1 4-47 0,1-4-74 16,1 3-101-16,1-1-77 0,1-2-27 0,-4 1 6 0,4-1 38 15</inkml:trace>
  <inkml:trace contextRef="#ctx0" brushRef="#br0" timeOffset="196316.81">18434 2700 259 0,'10'1'409'0,"-2"1"41"15,-2-2 26-15,0 0-94 0,-3 0-125 0,1 0-93 0,-3 0-61 16,-1 1-37-16,2 1-26 0,-2-1-13 0,0 1-5 16,-2 1-3-16,2-1-3 0,-1 5 0 0,-1-3 1 15,-1 5 0-15,-2-1 1 0,-1 2 3 0,0 1 1 16,-6 2-2-16,-2 0-1 0,0 4-2 0,-5 0-3 15,0 1-6-15,-5 3-2 0,-1-2-1 0,-2 4-1 16,-1-1 2-16,0 1 0 0,-3-1-1 0,3 2-10 0,-4-1-9 16,5-2-21-16,-1 0-17 0,-1-3-15 15,4 0-14-15,0-2-17 0,1-1-21 0,6-3-34 0,-2-1-50 16,7-4-73-16,-1-1-86 0,5-3-30 0,1-3 3 16,-1-3 33-16,5-3 60 0</inkml:trace>
  <inkml:trace contextRef="#ctx0" brushRef="#br0" timeOffset="196566.81">18066 2671 32 0,'3'6'321'0,"-1"-1"41"0,-1-2 31 16,2 1-22-16,1 2-93 0,1 2-81 0,-1-2-45 0,4 3-22 15,1 1-17-15,1 2-12 0,6 0-2 0,1 3 0 16,2 0-3-16,3 3-3 0,1 2-3 0,0 1-8 15,2 1-1-15,1 4-2 0,-1-1 0 0,2 4-5 0,-5-1-3 16,3 2-5-16,-1 0-14 0,0 0-13 0,-3 0-13 16,-3-3-7-16,3 0-6 0,-4 0-6 0,-1-1-26 15,-2-2-44-15,2-2-62 0,-3 0-77 0,1-2-139 16,-5-2-158-16,3-1-59 0,-4-4-3 0,-1-4 35 16,0-4 67-16</inkml:trace>
  <inkml:trace contextRef="#ctx0" brushRef="#br0" timeOffset="-152916.83">20088 1650 15 0,'-1'-8'23'0,"-1"2"-18"15,2-2-14-15,0 5-13 0</inkml:trace>
  <inkml:trace contextRef="#ctx0" brushRef="#br0" timeOffset="-124262.75">19649 1596 88 0,'6'0'382'0,"2"-4"38"0,-7 0 30 16,-1-3 23-16,0-1-189 0,0 0-103 0,0 3-52 0,0-3-28 15,0 1-17-15,0 1-15 0,0-2-10 0,0 2-7 16,0 2-5-16,0 1-11 0,0-2-10 0,0 2-11 16,2 0-8-16,-1 2-4 0,1 1-4 0,1 0 0 0,1 0-3 15,-3 3 2-15,4 1 1 0,-2 1-1 0,2 2 2 16,1 2 0-16,-1 3 0 0,0 2 0 0,-1 2 1 0,3 0 1 15,-1 4-1-15,0 1 0 0,1 2 2 16,-1 1-1-16,0-1 0 0,0 5 1 0,2-2 0 0,-3 0-1 16,3 1 1-16,-1-1-2 0,0 1-1 0,1-2 1 15,-1-3-2-15,-1 1-7 0,2-3-6 0,-4-2-5 0,1-2-6 16,0-1-9-16,-2-3-10 0,1-1 1 0,-3-1-1 16,1-3-5-16,-2 0-5 0,0-1-11 0,0-2-14 15,-3 1-37-15,-2-2-63 0,0 0-104 0,-3-3-85 16,-3 0-36-16,1-3-1 0,-2-2 28 0</inkml:trace>
  <inkml:trace contextRef="#ctx0" brushRef="#br0" timeOffset="-123855.77">19427 1728 116 0,'0'3'285'15,"0"0"20"-15,-1-2 13 0,-3 1-103 0,4-1-86 0,-3 2-55 16,2 0-30-16,1 2-16 0,-2 1-8 0,4-1 1 16,-1 3 4-16,2 1 8 0,2 0 7 0,2 3 4 0,-1 2 8 15,5-1 2-15,0 4 5 0,0-1 0 0,3 1-4 16,-1 2-2-16,4 1-8 0,-2-1-6 0,2 2-8 16,-1-1-4-16,1-2-8 0,-1 0-4 0,3 3-3 15,-3-3-4-15,0 0-4 0,-1 0 0 0,-2-3-2 16,-2-1 0-16,2 0-3 0,-4-2-8 0,1-1-11 0,-2-2-22 15,-2 0-24-15,0-3-25 0,-2 0-29 16,-3-2-47-16,1-1-84 0,-2-3-62 0,0 0-20 0,-5-3 2 16,-1-1 22-16</inkml:trace>
  <inkml:trace contextRef="#ctx0" brushRef="#br0" timeOffset="-122478.85">20012 1848 25 0,'0'-2'227'15,"2"-2"26"-15,-1 4 5 0,-1-3-54 0,0 1-46 16,2-1-29-16,0 2-16 0,-1-4-13 0,4 2-14 0,-2-1-3 16,3 1-4-16,-1-2-8 0,-2 1-6 0,4 1-5 15,-4 0-6-15,0 0-8 0,0-1-2 0,2 3-4 16,-4 0 0-16,-1-1-4 0,2 1-6 0,-1 1-4 0,-1 0-10 15,0 0-4-15,0 0-6 0,0 1-3 0,0 1-3 16,0 0 0-16,-1 3 1 0,-1 3 2 0,2 1 0 16,-1 4 2-16,-2 1 0 0,0 1-1 0,0 6 1 0,-1 0-2 15,1 2-1-15,-2-2 1 0,4 4-1 0,-3-1 1 16,3 1-1-16,-1 1 0 0,1-2 0 0,1 1 0 16,1 2 1-16,-1-1-1 0,3-3 0 0,-1 4-1 15,0-4 0-15,-1 2 0 0,3-2-1 0,0 0 0 16,0-2 0-16,-1-3 0 0,0 0 1 0,1-3-1 0,-2-2 1 15,-1-1 0-15,3-1-1 0,-1-4 4 0,-1-1 10 16,-1-1 14-16,-1-1 12 0,2-1 5 0,-4-3 4 16,2 0 0-16,-3-3-6 0,0 0-10 0,-4-2-10 15,0 0-7-15,-1-1-3 0,-5-2-1 0,-3 1-5 16,0-1-2-16,-3 1-3 0,-4 1 0 0,-1-1-2 0,-5 2 0 16,1 0-1-16,-4 1 0 0,-4-1 1 0,1 2 0 15,1 0 0-15,-3 0 1 0,-1 2-1 0,-3-2-1 16,2 1-8-16,1 1-13 0,-2-3-12 0,1 3-15 15,2-2-17-15,6 0-28 0,1-1-45 0,1 1-81 16,8-2-120-16,3-1-56 0,5-1-20 0,4-2 10 16,5-3 41-16</inkml:trace>
  <inkml:trace contextRef="#ctx0" brushRef="#br0" timeOffset="-119964.44">20398 2899 158 0,'13'-3'368'0,"-4"2"34"0,-2-1 17 16,-1 1-72-16,-2 1-125 0,0 0-96 0,-3 0-59 0,1 1-33 16,0 4-18-16,-2-1-9 0,0 4 0 0,-2 3 0 15,-1 6 1-15,-1 4 5 0,-5 5 2 0,1 3 4 16,0 3-2-16,-1 3 1 0,-2 2-2 0,0 1-2 15,-1-1 0-15,0 2 0 0,1-1-1 0,0-2 0 16,1 0-1-16,1-6 2 0,1-1 1 0,-1-3 0 16,2-3 0-16,2-4 2 0,0-2 2 0,2-3-2 0,-3-3 0 15,6-2 1-15,-3-3 4 0,3-1 0 16,-1-2-1-16,1-2-1 0,1-4-1 0,2-1-6 0,2-4-4 16,-1-4-3-16,3-3-5 0,1-4-3 0,3-1-8 15,-2-2-6-15,3-1-5 0,-2 1-3 0,3-1-2 16,0 2-1-16,1 2 6 0,1 1 5 0,-2 3 2 15,0-1 5-15,1 5 2 0,1 0 2 0,-1 4 2 16,-5 0 2-16,3 5-1 0,-2 0 1 0,-2 2 0 16,0 4 1-16,-3 3-1 0,3 2 1 0,-5 3 4 0,-1 1 3 15,-2 2 3-15,0 2 3 0,0 1 6 0,-4 0 5 16,-2-2 4-16,3 2 2 0,-2 0 5 0,1-1 2 16,-3-2 4-16,1-2-2 0,-3-1 1 0,2-1 1 15,-1-2-5-15,-3-2-6 0,2 1-4 0,-3-1-5 16,0-2-7-16,-1-2-10 0,-2 0-14 0,0-2-19 15,0-2-19-15,-1-2-30 0,-2 0-26 0,2-5-40 0,1 2-46 16,0-3-71-16,1 0-94 0,5 0-49 0,-1-1-11 16,4 0 21-16,-2-3 49 0</inkml:trace>
  <inkml:trace contextRef="#ctx0" brushRef="#br0" timeOffset="-119616.82">20752 3162 319 0,'-8'6'418'16,"1"0"31"-16,0-3 16 0,2 0-122 0,2-2-136 15,3 2-87-15,2-1-57 0,3 1-27 0,5 0-12 16,3-2-2-16,8-1 1 0,4 0-1 0,8 0 1 16,7-1 1-16,3-2-4 0,9 0-5 0,1-1-4 0,1 2-2 15,3-1-2-15,-3 0-3 0,-2 1-1 16,-8 1-2-16,0-1 0 0,-9 2-1 0,-2 0-1 0,-6 0 1 16,-3 2-1-16,-5-2 1 0,-2 1 0 0,-5 1 0 15,-3-2 2-15,-2 0 0 0,-3 0-8 0,-2 0-12 16,-2 1-16-16,-4-1-24 0,-2 2-26 0,0-1-44 0,-4 2-58 15,1 0-75-15,-5-1-92 0,-1 1-36 0,-2 0-6 16,-3-2 28-16,0-1 57 0</inkml:trace>
  <inkml:trace contextRef="#ctx0" brushRef="#br0" timeOffset="-119349.73">20858 3396 79 0,'5'10'426'0,"-5"0"51"0,1-5 29 0,1 1 10 0,1-1-176 16,4-2-141-16,1-2-82 0,6 1-40 0,2-1-17 15,6-1-8-15,1-1-5 0,6 1-7 0,-1-2-10 16,4 2-12-16,1 0-5 0,0 0-7 0,0 2-3 16,-1-1 1-16,-2 1-1 0,-3 0-1 0,0 0-6 15,-6 1-8-15,-1-1-10 0,-2-1-11 0,-3 1-12 16,-3-1-12-16,-2 1-7 0,-2-1-5 0,0 1-2 0,-4 0 1 15,0-2-3-15,-1 1-6 0,-1-1-25 16,-4 0-49-16,-1 0-79 0,-1 0-107 0,-3-1-50 0,-1 1-13 16,-3-4 19-16,2 3 52 0</inkml:trace>
  <inkml:trace contextRef="#ctx0" brushRef="#br0" timeOffset="-119130.8">21160 3342 45 0,'4'1'365'16,"-1"-1"49"-16,-3 0 31 0,1 0-17 15,-1 0-116-15,0 0-113 0,5-1-76 0,-4 1-45 0,2-2-30 16,1 1-18-16,4-1-10 0,-2 1-8 0,3-1-4 16,1 0-2-16,0 1-3 0,0 1-3 0,0 1-8 15,0 1-16-15,-1 0-19 0,-1-1-36 0,0 4-47 16,-2-2-77-16,-1 1-111 0,-1 1-67 0,0-1-24 0,-3 1 12 15,-1-5 36-15</inkml:trace>
  <inkml:trace contextRef="#ctx0" brushRef="#br0" timeOffset="-118746.36">22177 3112 202 0,'15'-5'375'0,"-3"1"35"0,-3-3 27 0,-1 4-73 15,-2-2-112-15,-2 2-72 0,-1-1-32 0,-2 1-16 16,-1 3-18-16,0-2-19 0,-1 2-16 0,-2 2-23 15,-2 2-19-15,-2 3-17 0,-5 4-10 0,-3 3-5 16,-2 0 0-16,0 6 1 0,-5 0-2 0,0 2 1 16,-4 2 0-16,2 3 0 0,-2 2-1 0,-1 2-1 15,-2 4-1-15,-1 1-1 0,0 1-1 0,0 0-8 0,2 1-17 16,-2 0-11-16,3-3-11 0,2-3-11 0,4-3-3 16,4-5 4-16,1-3 7 0,3-3 4 0,4-3 0 15,1-5 0-15,2 0-10 0,2-7-20 0,4-1-30 16,4-4-38-16,2-5-49 0,2-4-58 0,1-2-77 15,5-5-33-15,1-4 8 0,2-5 33 0,1-5 48 0</inkml:trace>
  <inkml:trace contextRef="#ctx0" brushRef="#br0" timeOffset="-118528.88">22218 3083 161 0,'13'-7'298'0,"-4"1"26"0,0 0-27 0,-2 3-59 15,-2 2-51-15,-1 1-42 0,1 4-30 0,-2 2-10 16,-1 2-4-16,0 5-7 0,0 1-16 0,2 2-12 15,-3 2-11-15,1 4-8 0,-1-1-7 0,1 4-6 16,0 0-4-16,-1 4-5 0,-1-1-5 0,0 4-3 16,2-1-4-16,-1 2-5 0,-1-1-3 0,2-3-2 15,-2 0 0-15,2-2-1 0,-2-3 1 0,1 0-1 0,-1-3-1 16,2-1-8-16,-2-4-8 0,0-2-13 0,0-1-18 16,-2-2-23-16,2-4-36 0,-1-1-53 0,-3-1-79 15,0-2-101-15,-1-2-42 0,-6-2-10 0,1-2 21 16,1-3 53-16</inkml:trace>
  <inkml:trace contextRef="#ctx0" brushRef="#br0" timeOffset="-118372.73">22129 3436 361 0,'2'2'423'0,"-1"-1"27"0,3 1 20 0,-1 0-135 16,2-2-117-16,3 0-70 0,2-2-38 0,2 0-15 0,2 1-14 15,-1-1-13-15,5 1-12 0,-2 0-14 0,3-1-25 16,0 2-37-16,-1-2-49 0,-1 2-92 0,0 0-172 15,-4 0-108-15,-2 0-46 0,-5-2-3 0,-2 1 26 16,-4 1 80-16</inkml:trace>
  <inkml:trace contextRef="#ctx0" brushRef="#br0" timeOffset="-115869.7">21201 3313 19 0,'-3'0'60'0,"2"0"2"16,-1 0 1-16,-1 1 5 0,1 1 3 0,1-2 5 0,-3 2 4 16,3-2 5-16,-1 1 2 0,1 1 0 0,1-2-5 15,-2 0-1-15,2 0-2 0,0 0-4 0,0 0-3 16,0 0-9-16,0 0-9 0,0 0-11 0,0 0-10 16,0 0-12-16,0 0-9 0,0 0-8 0,-2 1-6 15,2-1-5-15,-1 2-5 0,-1-1-1 0,1 2-6 16,-1 0-2-16,-1-2-5 0,3 3 0 0,-1-3 0 15,1 1-1-15,0 1 6 0,0-2 3 0,0-1 6 0,0 0 2 16,1 2-1-16,-1-2-2 0,5-2-2 0,-1 2-1 16,1-3-1-16,3 0 0 0,-3 0 3 0,3 0 1 15,0 0-1-15,-3 0-3 0,3 0-1 0,-4-1 1 16,2 2 3-16,-3 0 2 0,1 1 6 0,-3 0 10 16,-1 1 9-16,0 0 11 0,0 0 8 0,-1 0 8 0,-4 1 5 15,2 0 4-15,-5 1 2 0,3 1 0 16,1 0-3-16,-1-1-2 0,-2 1-4 0,1-2-6 15,0 2-8-15,1 0-6 0,0-1-7 0,2 1-6 0,-2 0-4 16,4-2-2-16,-4 1-1 0,4-1-2 0,-1 1 0 16,1-1-2-16,1-1 0 0,0 1 1 0,0-1 0 15,0 0 0-15,1-1 1 0,1 0-2 0,-1-1-2 0,-1-1 0 16,5 0-2-16,-4 0-1 0,2 0 0 16,-1 0-1-16,0 0 1 0,-1 0 2 0,-1 2 0 0,2-1 2 15,-2 1-4-15,0 1-10 0,0-2-16 0,-2 2-22 16,2 2-19-16,-1-2-20 0,-1 1-13 0,0 2-9 15,-1-1-2-15,2 1-2 0,1-1-5 0,0-2-5 0,0 0-9 16,0 0-8-16</inkml:trace>
  <inkml:trace contextRef="#ctx0" brushRef="#br0" timeOffset="-115667.85">21203 3307 55 0,'1'-1'164'0,"1"1"-8"0,-1 0-18 0,-1-2-25 0,2 2-20 15,-2 0-17-15,0 0-17 0,0 0-12 16,0 0-13-16,0 0-9 0,0 0-7 0,0 0-5 0,0 0-6 15,0 0-2-15,0 2 0 0,0-2-1 0,0 0 2 16,0 0 4-16,0 0 3 0,0 0 4 0,0 0 5 16,0 0 7-16,0 0 5 0,0 0 7 0,0 0 8 15,0 0 1-15,-2 0-3 0,2 0-4 0,0-2-9 16,0 1-11-16,0 1-15 0,0-2-17 0,0 2-31 16,0 0-39-16,0 2-67 0,0-2-78 0,0 0-40 0,-3 0-9 15,-3 1 13-15</inkml:trace>
  <inkml:trace contextRef="#ctx0" brushRef="#br0" timeOffset="-114128.57">20776 3461 7 0,'0'-2'189'0,"0"2"12"15,0-2 0-15,0 2-6 0,-2 0-18 0,2 0-19 16,-1 0-27-16,1 0-26 0,0 0-25 0,0 0-22 0,0 0-19 15,0 0-14-15,0 0-11 0,1-1-4 0,1 1 0 16,1-2 3-16,0 1 3 0,2-2 5 0,2 1 0 16,-3-1 1-16,4 1-5 0,0 0-4 0,-2-1-3 15,2 1-3-15,1 0-2 0,0 0 0 0,-1 0-1 16,1 0-2-16,-1 1 0 0,1 1 0 0,-1 0-2 16,3 0 0-16,-3 0 0 0,3 0 0 0,0 0 0 0,2 1 1 15,1-1 1-15,0 4 0 0,4-2 1 0,-2-1-1 16,4 0 1-16,-1 1 1 0,3-1-2 0,2 1-1 15,0 0 0-15,0-2 0 0,1 2 0 0,2-2-1 16,0 1-1-16,-1-1 1 0,1 0-1 0,-2 0 0 16,1-1 0-16,-1-1 2 0,0 0 0 0,1-1-1 15,-3 0 1-15,-2-2 1 0,1 2-2 0,0-1 0 0,-3-1 1 16,0 1 2-16,0-1 2 0,-3 2 8 0,0-2 1 16,-2 0 2-16,-3 3 3 0,2-1 1 0,-5 1-3 15,-2 0-3-15,3 0 0 0,-4 1-3 0,-2-1-3 16,1 2-1-16,-1-1-1 0,0 1-1 0,0 0-1 15,-1 0 0-15,1 1 1 0,1-1 0 0,0 2 2 0,-3-1 0 16,2-1 6-16,2 0 2 0,-2 2 3 0,4-1 0 16,-2-1-2-16,2 1-3 0,-2-1-3 0,1 2-4 15,-1-2-1-15,2 0-1 0,-1 2-2 0,-2-2 0 16,0 1 0-16,0 1 0 0,0-2-2 0,-1 0 0 16,0 0 0-16,0 0 1 0,0 0 0 0,-1 3 0 15,-1-3-2-15,1 0-5 0,-1 0-10 0,-1 0-16 0,0 0-22 16,0 0-44-16,0-3-63 0,0 3-98 15,-3 0-66-15,0-2-26 0,-3-1 2 0,0-1 32 0</inkml:trace>
  <inkml:trace contextRef="#ctx0" brushRef="#br0" timeOffset="-109643.49">20374 3840 44 0,'8'1'369'0,"-3"-1"45"0,0 0 25 0,-2-1-4 16,-1-1-151-16,-1 2-117 0,4-1-74 16,-5 1-52-16,0 0-37 0,0 0-30 0,0 1-26 0,1-1-31 15,-1 3-47-15,2-1-66 0,-2-2-100 0,0 3-53 16,-2 0-15-16,1-1 6 0,-4 2 39 0</inkml:trace>
  <inkml:trace contextRef="#ctx0" brushRef="#br0" timeOffset="-108894.52">22188 4069 285 0,'1'5'419'0,"-1"-4"33"0,0 1 17 16,-1-2-100-16,1 2-169 0,0-2-123 0,-2 0-94 15,-1 0-84-15,3 1-84 0,-1 0-97 0,-1 0-79 16,-1 1-25-16,1 0 12 0,-2-2 37 0</inkml:trace>
  <inkml:trace contextRef="#ctx0" brushRef="#br0" timeOffset="-1478.96">21483 1468 7 0,'0'0'77'0,"0"0"0"16,0 0 0-16,0 0-6 0,0 0-5 0,0 0-7 0,0 0-13 15,0 0-8-15,0 0-11 0,0 0-8 0,0 0-7 16,0 0-7-16,0 0-6 0,0 0-6 0,0 0-4 0,0 0-5 16,0 0-2-16,0 0-4 0,0 0 3 0,-2 0 3 15,0 2 3-15,2-1 5 0,0-1 1 0,-1 0 7 16,1 0 7-16,-3 0 6 0,1 0 7 0,2 0 10 0,0 0 6 16,0 0 6-16,0 0 5 0,0 0-2 0,0 0-3 15,0 0-5-15,0 0-8 0,0 0-8 0,0 0-7 0,0 0-6 16,2 0-5-16,1 0-3 0,-3 0-1 0,0 0 1 15,1 0 0-15,-1 0-1 0,0 0-1 0,0 0 0 16,0 2-3-16,0 0-1 0,0-2 0 0,0 1 1 16,0-1 1-16,0 1 2 0,0-1 2 0,0 1 0 0,0-1 0 15,0 2 2-15,0-2 3 0,0 0 4 0,0 0 7 16,0 0 8-16,0 0 11 0,0 0 6 0,0 0 8 0,0 0 5 16,0 0 1-16,0 0-1 0,0 0-7 0,0 0-7 15,0 0-8-15,0 0-9 0,0 0-8 0,0 0-6 16,0 0-4-16,0 0-2 0,0 0-3 0,0 0-1 0,0 0 1 15,0 0-1-15,0 0-1 0,0 0 0 0,0 0 1 16,0 0 1-16,0 0 0 0,0 0 0 0,0 0 1 0,0 0-1 16,0 0 1-16,0 0 0 0,0 0-2 0,0 0 1 15,0 0 0-15,0 0-1 0,0 0 1 0,0 0 0 16,0 0 1-16,0 0-1 0,0 0 0 0,0 0 1 0,0 0-1 16,0 0 0-16,0 0 0 0,0 0 0 0,0 0 1 15,0 0 4-15,0 2 3 0,0-2 2 0,0 0 2 16,0 0 1-16,0 0 3 0,0 0-2 0,0 0 1 15,0 0-1-15,-1 0-1 0,1 1-2 0,-5 1-3 0,4-2-2 16,-1 1-1-16,1 1 1 0,-1-2 2 0,0 1 3 0,2-1 1 16,-1 2 2-16,-1-1 0 0,2-1-1 0,-1 0-2 15,1 0-1-15,0 0-3 0,0 0-2 0,0 0-4 16,0 0-1-16,0 0 0 0,0 0 0 0,0 0-1 0,0 0 0 16,0 0 0-16,0 0 0 0,0 0 0 0,0 0 0 15,0 0 0-15,0 0 1 0,0 0 0 0,0 0 0 16,0 0 0-16,0 0 0 0,0 0 0 0,0 0-1 0,0 0 1 15,0 2-1-15,0-2 0 0,0 0 1 0,0 0-1 16,0 0 0-16,0 0 0 0,0 0 3 0,0 0 0 0,0 0 2 16,0 0 3-16,0 0 1 0,0 0 0 15,0 0 1-15,0 0-1 0,0 0-2 0,0 0-1 0,0 0-1 16,0 0-1-16,0 0-1 0,0 0-1 0,0 0 1 16,0 0-1-16,0 0-1 0,0 0 0 0,0 0 0 0,0 0 0 15,0 0-1-15,0 0 1 0,0 0 0 0,0 0 1 16,0 0-1-16,0 1 1 0,0-1-1 0,0 0 0 0,0 0 1 15,0 0-1-15,0 0 0 0,1 0-1 0,-1 0 0 16,0 0-1-16,0 0 1 0,0 0-1 0,0 0 1 16,0 0 2-16,0 0 0 0,0 1 0 0,0-1-1 0,0 0 0 15,0 0 0-15,0 0 0 0,0 0 0 0,0 0 0 16,0 2 0-16,0-2 0 0,0 0-1 0,0 0 1 0,0 2 0 16,0-2 0-16,0 0 0 0,0 1 0 0,0 1 1 15,0-2-1-15,0 0 1 0,0 1 1 0,0 1-1 16,0-2 0-16,0 1-1 0,0-1 1 0,0 2-1 0,0-2 0 15,0 1 1-15,0-1-1 0,0 2 0 0,0-1 1 16,0 0 0-16,0 1 0 0,0 0 0 0,0-1 1 0,0 1-1 16,0 1 2-16,0-3 1 0,0 1-1 15,0 1 1-15,0-1-1 0,0 1 0 0,0-1-2 0,0 1-1 16,0-1 0-16,0 1 0 0,-1-1-1 0,-1 2 1 16,0-1 0-16,2 1 1 0,0 1-1 0,0-1 0 0,0 2 3 15,0-2-2-15,0 4 0 0,0 1 0 0,0-2 0 16,0 0 2-16,0 1-2 0,0 1 0 0,0-2 1 0,0 3 0 15,2-3 0-15,-2-1-2 0,2 3 1 0,-2-2 0 16,0 0 0-16,1-1-1 0,-1-1 0 0,2 2 1 16,-1-1 1-16,-1-1 1 0,2 1 0 0,-2-1 1 0,0 2 0 15,0-1 1-15,0 1 2 0,0-2 0 0,0 2 4 16,0 0 2-16,0 1 2 0,0 2 2 0,0-2 0 0,0 0-1 16,0-1-3-16,-2 3-2 0,2-3-2 0,-1 2 0 15,-1-1-3-15,2-1 0 0,-1 0-1 0,1 0 1 16,-4 0-1-16,4 0 0 0,0-2 1 0,-1 3 1 15,-3-3 0-15,3-1 0 0,-2 2-1 0,0-1-1 0,0-1 0 16,1-1-1-16,2 2-3 0,0-2 0 0,0-1 1 16,0-1-1-16,0 2-1 0,0-1-1 0,0-1 2 0,0 1 0 15,0-1-1-15,0 0-1 0,0 0 1 0,0 0-1 16,0 0-1-16,0 0 1 0,0 0 0 0,2 2 0 16,-2-2 0-16,0 0 2 0,0 2-1 0,0-2 1 0,0 0-1 15,0 0 1-15,0 0 0 0,1 0 0 0,-1 0 1 16,0 0 1-16,0 0-1 0,0 0 0 0,0 0 1 15,0 0 0-15,0 0 2 0,0 0 1 0,0 0 2 0,0 0 1 16,0 0 1-16,0 0-2 0,0 0-1 0,0 0-2 16,-1 0-3-16,-1 0 1 0,2 0-3 0,-1 0 0 0,1 1 0 15,-2-1 1-15,2 2 0 0,0-2-1 0,0 0 0 16,0 0 1-16,0 0-1 0,0 0-2 0,0 0 0 0,0 0 1 16,0 0 1-16,0 0-1 0,0 0 1 0,0 0 0 15,0 0 1-15,0 0-1 0,0 0 0 0,0 0 1 16,0 0-1-16,0 0 0 0,0 0-1 0,0 4 2 15,0-3 0-15,-2 3 2 0,2 0-1 0,-1 1 0 0,1-1 0 16,0 2 0-16,-2-2 0 0,1 2-2 0,1-2 3 16,-2 1-1-16,0-3-1 0,2-1 1 0,-1 3 0 0,1-1 1 15,-2-3-3-15,2 1 2 0,-2 2 0 0,2-1 1 16,-3 0 2-16,2 0 3 0,-4-1 2 0,4 4 2 16,-2-2 1-16,-2 3 0 0,2-2-1 0,-2 4-1 0,-2-2-2 15,4 2-2-15,-3-1 2 0,1 0-4 0,2 1 1 16,0-2-3-16,1 0 0 0,1-1-2 0,-3 1 1 15,4-4 0-15,-1 3-1 0,-1-4 1 0,2 1-1 16,0 0 1-16,0-1 0 0,0-1 0 0,0 2 0 16,0-2-1-16,0 2 1 0,0-2-1 0,-1 1 0 0,1-1-1 15,0 0 0-15,0 0 0 0,0 0 0 0,0 0 0 16,0 0-1-16,0 0-1 0,0 0 1 0,0 0 1 16,0 0 1-16,0 0 0 0,0 0 1 0,0 0 0 15,1 0 0-15,-1 0-1 0,0-1-2 0,2-1-10 16,-1-1-10-16,3-1-14 0,-3-2-9 0,-1 1-19 15,3-2-24-15,-3-1-31 0,2-1-34 0,0-2-43 0,-2-1-60 16,1-3-50-16,-1 2-7 0,0-4 21 0,-1 2 35 16</inkml:trace>
  <inkml:trace contextRef="#ctx0" brushRef="#br0" timeOffset="186.04">21424 1476 49 0,'2'0'68'0,"-2"0"-15"0,1 0-8 16,-1 0-7-16,2 0-2 0,0 0 2 0,-2 0 4 16,1 0 6-16,1 0 7 0,-2 0 8 0,0-1 5 0,1 1 5 15,-1 0 3-15,2 0 1 0,0 0 1 0,-2 0 2 16,1 0-2-16,-1 0 2 0,0 0-5 0,0 0-4 15,0 0-6-15,0 0-9 0,0 0-8 0,0 0-10 0,0 0-9 16,0 0-7-16,0 0-5 0,0 0-7 0,0 1-4 16,0-1-1-16,0 0-1 0,0 1-2 0,0-1-1 0,0 0-1 15,0-1 0-15,0 1-2 0,0-1 0 16,0 1 0-16,2 1 1 0,-1-1 1 0,1 0-1 0,1 0 1 16,-2 0 0-16,2-1 0 0,1-1 1 0,-3 0-1 15,3 1 0-15,-1-1 0 0,-2 1 0 0,1-1 0 0,0 2 0 16,-1-1 1-16,-1 1 3 0,2 0 4 0,-2 0 6 15,0 0 6-15,0 0 5 0,0 0 6 0,-2 0 1 16,2 0-1-16,0 1-5 0,0-1-5 0,0 0-8 0,0 0-5 16,0 0-2-16,0 0-5 0,0 0-1 0,0 0-1 15,0 0-1-15,0 0 0 0,0 0 0 0,0 0 1 0,0 0 1 16,0 0-1-16,0 0 1 0,0 0 1 0,0 0 0 16,0 0 0-16,0 0 1 0,0 0 2 0,0 0 2 0,0 0 1 15,0 0 1-15,0 0 3 0,0 0 0 0,0 2 1 16,0-2-3-16,0 0 0 0,0 0-2 0,0 1-3 15,0-1 1-15,0 2-3 0,-1-1 2 0,1-1-1 16,0 2 1-16,-2 0 0 0,2-1 0 0,0 0-2 0,0 0 0 16,0 3 0-16,0-3-1 0,0 1-1 0,0-1 0 15,0 1 1-15,0-1-1 0,0 2 0 0,0-3 0 16,0 3 0-16,0-3 0 0,0 1 1 0,0-1-1 0,-2 2 2 16,2-2-1-16,0 0 1 0,0 0 0 0,-1 2 0 15,-1-2 2-15,2 1-2 0,0 1 1 0,-1-2-1 0,1 0 1 16,-4 3 2-16,3 0 0 0,-3 1 0 0,0 2 2 15,-4-1 1-15,3 2-1 0,1-1-2 0,-3-1-1 0,1 4-2 16,-3-2 0-16,2-1-1 0,1 0 0 0,-1 2 0 16,0-2 0-16,0-1-1 0,2 2 1 0,1-3-1 15,-3 1 2-15,4-1-1 0,-3 1-1 0,1-1 1 0,2 1 0 16,-2-2 0-16,4-1 0 0,-1 0 5 0,0 0 0 16,1-1-1-16,-1 1 2 0,2-2 1 0,0 0 1 0,0 0-1 15,0 0 2-15,0 0 1 0,0 0 1 16,0 0 1-16,0 0 0 0,0 0-2 0,0 0-1 0,2-2-3 15,-1 2-2-15,-1-1-3 0,0-3 1 0,0 4-2 16,0 0 0-16,0-1 0 0,2 1 0 0,-2-1 1 0,0 1-1 16,0 0 0-16,0 0 0 0,0 0-1 0,0 0 0 15,-2 0 0-15,2 0-2 0,0 0 0 0,-1 1 0 16,-1-1 0-16,2 1 0 0,0-1 0 0,0 0 0 0,0 2 2 16,0 0-1-16,0-1 0 0,0-1 0 0,2 2 1 15,-1-1-1-15,3-1 1 0,-3 2-1 0,2-1 0 0,2-1 0 16,2 0 1-16,-1 2 0 0,2-2 2 0,-2 0 0 15,1 0-1-15,0 0-1 0,-1 1-1 0,1-1 0 16,-2 2-2-16,1-2 3 0,2 1 0 0,-2-1 0 0,1 0 0 16,-3 0 1-16,4 0 0 0,-2 0-1 0,2 0 0 15,-3 0 0-15,3 0 0 0,1 0 2 0,-2 0 0 16,-1 0-1-16,2 1-1 0,-1-1 0 0,-1 2 0 0,0 0-1 16,-3-2-1-16,4 3 2 0,-4-2 0 0,0 1 0 15,0-1 0-15,0-1 1 0,-1 2 0 0,-1-1 0 16,-1-1 6-16,2 0 4 0,-1 2 4 0,-1-2 4 0,2 0 3 15,-2 0 1-15,0 0-1 0,0 0-5 0,0 0-2 16,0 0-3-16,0 0-2 0,2 0-2 0,-2 0-1 0,0 0 0 16,0 0 0-16,0 0-1 0,0 0-1 0,0 0 0 15,0 0 1-15,0 0 0 0,0 0-1 0,0 0 2 16,0 0 2-16,0 0 1 0,0 0 3 0,0 0 2 0,0 0 5 16,0 0-2-16,0-2 2 0,0 2 0 0,0 0-1 15,1-1-4-15,-1-1-4 0,2 1-2 0,-1-1-3 0,-1 1-3 16,0-1-2-16,2 1-1 0,-2-1 0 0,2 0 0 15,-2 1 1-15,0 0-1 0,0-1 3 0,0-1-1 16,0 3 0-16,0-3 1 0,0 2 0 0,-2-1 3 16,0 2 1-16,2-1 0 0,-1 1 0 0,-1-2 0 0,-1 0-1 15,0 2-3-15,1 0-2 0,-4-1-1 0,3 1 3 16,0-1-1-16,0 0 0 0,-2 1 2 0,2-2 2 16,-1 0 2-16,1 1-1 0,2-1 2 0,-3 1 0 0,2-2 2 15,0-1-1-15,0 2-2 0,2-1-2 0,0-2-2 16,0 2 2-16,2-2-4 0,0 1-2 0,-2 1 0 0,2-1 1 15,-2-1 1-15,2 0-1 0,0 4 0 0,-2-4-1 16,0 3 1-16,0-1 1 0,0 0 0 0,0-1-1 16,0 2 1-16,-2-3-1 0,0 1 1 0,2 1-1 0,-2-2 1 15,2 2 2-15,-2-1 1 0,0 1-1 0,2-2 0 16,-1 0-1-16,-1 3-1 0,2-1-1 0,0 0-1 0,-1 0 0 16,1 0 0-16,-2 1 0 0,0 0 0 0,2 1 2 15,0-2-2-15,0 2 0 0,0-2 2 0,-1 1 0 16,1-2-1-16,-2 0-1 0,2 2 0 0,-1-3 0 15,1 2 0-15,0 0 0 0,-2-2 0 0,0 3 0 0,2 1 0 16,-1-3-1-16,1 1-4 0,0 3-9 0,-2-1-19 16,2-1-23-16,0 1-28 0,-1 1-29 0,-1 1-45 0,2 1-74 15,0-2-121-15,2 3-50 0,-2-3-10 0,-4 3 9 16,3 0 37-16</inkml:trace>
  <inkml:trace contextRef="#ctx0" brushRef="#br0" timeOffset="27871.07">17929 1439 49 0,'-2'-2'71'16,"2"-1"5"-16,0 1 9 0,0 0 12 0,0 0 9 15,0 0 8-15,0 1-3 0,0-1-9 0,0 0-11 16,0 2-16-16,0-1-15 0,0 1-15 0,0 0-13 0,0 0-11 16,0 0-7-16,0 0-6 0,0 0-3 0,0 0-4 15,0 1-1-15,0-1 0 0,0 2 0 0,2-2 0 16,-2 2 0-16,0-2 3 0,1 3 4 0,-1-1 8 0,3-1 6 16,0 0 7-16,-1 2 6 0,-1 1 9 0,4 1 8 15,-2 0-3-15,2 1-3 0,2-1-4 0,-3 2-6 0,4 1-10 16,-2-1-8-16,2 0-5 0,2 2 0 0,-1 0-2 15,1 0 2-15,-1 0 0 0,2 2 0 0,0-1 3 16,-1 2 3-16,2 0 3 0,-2 0 0 0,0 0 0 0,0 2 4 16,0-2-1-16,0 1 1 0,0-1 1 0,0 3 2 15,-2-3 3-15,3 2 1 0,-1-2-4 0,-2 0-4 16,2 1-5-16,-2-1-3 0,0-1-5 0,-1 1-3 0,2-2-1 16,-3 2-1-16,-1-1-2 0,2-1 0 0,-2-1 0 15,2 2 1-15,-4-4-1 0,4 2-1 0,-4 0 0 0,0-2-1 16,0 0 1-16,1 0 0 0,-3-1-1 0,-1 1 0 15,3-4 1-15,0 2-2 0,-1-2 1 0,-2-2 0 16,1 3 1-16,-1-4 2 0,2 2-1 0,-2-1 4 16,1-1 3-16,-1 0 4 0,0 0 4 0,0 0 2 0,0 0 2 15,0-1-3-15,0-1-4 0,0 2-2 0,2-5-2 16,0 2-6-16,-1-3-3 0,1-1 0 0,1-1-1 0,0-2-2 16,1-1-2-16,0-2-2 0,5-1-4 0,-2 1-1 15,1-4-2-15,3 3-2 0,-2-3-2 0,3 0 2 0,2 1 0 16,-2 1 0-16,6-3 0 0,-1 4 2 0,2-1 0 15,0-2 2-15,5 4 1 0,1-2 1 0,0 2 2 16,2-1 2-16,-2 4 0 0,3-4 0 0,-1 4 2 0,-1-1 1 16,1 4-2-16,-3-2 2 0,-1 3 0 0,-2-2-1 15,1 2 0-15,-1 2 1 0,-5 1 0 0,1-2-2 16,-1 2 1-16,-1 0 1 0,-2 0 0 0,0 2 0 0,-4-1 0 16,3 1-1-16,-2 1 1 0,-2 0 0 0,0 1 0 15,-1 1-1-15,2-1 1 0,-3 2-1 0,1-1 0 0,-1 0 1 16,1 2-2-16,0 0 1 0,0 1 0 0,-3-1 2 15,1-1-2-15,2 2 1 0,-1-2 1 0,0 1 0 16,-1-1 1-16,0 0-1 0,0 2 0 0,-1-2-1 16,1 0 0-16,-1-1 1 0,1 2-1 0,0-2 1 0,0 3 2 15,-2-3 1-15,5 3 2 0,-5 0-1 0,2 1 0 16,0-1 1-16,-2 1-1 0,2-1-1 0,-4 2 2 0,4 1 2 16,-1-3 3-16,-1 3-2 0,1 0 3 0,-3 0-1 15,1 1-2-15,0 0-2 0,-2 0-1 0,1-1-2 16,-1 1-1-16,0-2 0 0,0 1-2 0,0-2 0 0,0 1-1 15,0-2 1-15,0 1 1 0,0-2-1 0,0 1 0 16,0-1 2-16,0 1 2 0,0-3 1 0,0 3-2 0,-1 0 0 16,1-4 0-16,-2 4-1 0,0-3-2 0,2 0 0 15,-1 3 1-15,-3-4 0 0,4 2 1 0,-3-1-1 16,3-1 0-16,-1-1-1 0,1 2-1 0,-3 0 0 16,3-2 1-16,0 0 1 0,0 0 2 0,0 0-1 0,0 0 1 15,0-2 2-15,0 0-2 0,0 1 0 0,0-1-2 16,0 1 0-16,0-2 1 0,0-1-2 0,3 3 0 0,-3-1 1 15,1-2-1-15,-1 0 0 0,3-1-1 0,-3-1 0 16,4 2-1-16,-3-2 0 0,3-2 0 0,-1 1-1 16,2-1-1-16,-1-1-3 0,6-1-4 0,-6-2-5 0,4-2-5 15,5 0 0-15,-4 1-1 0,3-3-2 0,2-1 4 16,0 1 2-16,3-1 2 0,-1 1 3 0,1-2 1 0,0 3 4 16,0 0 2-16,0 1 2 0,1 1 1 0,0 1 2 15,0-2 0-15,-1 3-1 0,-1 2 0 0,1-2 0 16,-2 2 0-16,0 2 0 0,-2 0-1 0,1 3 0 15,-1-1 1-15,-2 1 0 0,0 2 0 0,-3-1-1 0,0 3 0 16,1-1 2-16,-4 1 0 0,3 1 0 0,-1 1 1 0,-3-1-1 16,2 1 0-16,1 2-1 0,-2-1 0 0,1-1 1 15,-1 2 0-15,1-1 1 0,0 1 0 0,2 0 0 16,0-1 1-16,3 0-2 0,-1-2 0 0,-1 2 0 16,2 0 0-16,0-2 1 0,1 3-1 0,-2-1 0 0,3-1 0 15,-2 0 0-15,2 1 0 0,-2 0 0 0,1 0 1 16,0 0 0-16,-3 2 0 0,2-4 2 0,-1 4-2 0,-2-3 0 15,1 0 0-15,2-1 2 0,-1 3 0 0,-1-1 1 16,4-2 1-16,-2 1 3 0,1-1 2 0,1-1 3 16,3 0 0-16,-2-1-1 0,2-1-1 0,-2 1-3 0,3-2-1 15,-1-1-3-15,2 3-1 0,-2 0-3 0,-2 0 1 16,0-1-1-16,2 2 0 0,-3-2 0 0,-1 2 0 0,6-1 0 16,-6-1 0-16,6 2 1 0,-2-1 1 0,2-2-1 15,1-1-1-15,1 0 1 0,1 0 0 0,0-2-1 16,1-1 0-16,-1 1 0 0,1 1 1 0,-5-2 0 0,4 0-1 15,-2 3 2-15,-3-3-1 0,-1 3-1 16,-2 0 1-16,-2-1 0 0,0 2 1 0,-4 0-2 0,-3 1 1 16,1 1 1-16,0 1 3 0,-2-1 5 0,-2 1 4 0,1 0 8 15,-1 0 3-15,-1-2 4 0,2 2-1 0,0-1-3 16,-2-1-3-16,0 1-6 0,0-4-5 0,0 0-5 16,0 1-4-16,0-3 0 0,0-1-5 0,1-2-15 0,-1-2-16 15,0-1-25-15,2-1-30 0,-2-1-64 0,-2 1-93 16,1-1-94-16,-4 2-42 0,-3-1-7 0,-1 2 16 15,-3 2 57-15</inkml:trace>
  <inkml:trace contextRef="#ctx0" brushRef="#br0" timeOffset="42052.46">19171 4650 90 0,'6'-9'318'16,"-1"0"40"-16,-2 1 26 0,-1 2-54 0,0 0-98 0,-2 2-61 15,-2 1-46-15,0 0-32 0,-1 3-20 0,0 0-13 16,-2 4-10-16,0 1-8 0,-1 2-4 0,-2 2-4 16,2 1 0-16,-2 3 0 0,-3 3 1 0,2 0 4 15,-3 2 3-15,2 4 3 0,-3 0 2 0,-3 2-5 16,2 3-4-16,-5 3-2 0,0 6-4 0,-7 3 0 0,1 3-5 16,-5 5-3-16,0-1-1 0,0 1-4 15,-2 2-7-15,-1 1-5 0,2-4-3 0,1 1-2 0,3-3 1 16,2-1-1-16,2-6-2 0,3-4 1 0,3-4-5 15,4-5-12-15,1-5-14 0,2-4-16 0,3-1-14 16,2-5-19-16,1-2-12 0,2-2-8 0,2-3-15 16,2-4-31-16,2-6-55 0,1-2-81 0,2-5-82 15,3-5-32-15,-2-5 1 0,2-3 29 0</inkml:trace>
  <inkml:trace contextRef="#ctx0" brushRef="#br0" timeOffset="42352.36">19206 4428 242 0,'9'-5'369'0,"-2"0"24"0,-2 3 11 15,1 0-109-15,-3 2-127 0,2 4-71 0,-1 3-37 16,0 2-15-16,1 6-4 0,-1 0 4 0,2 8 3 0,1 3 1 16,-1 3-3-16,2 2 1 0,1 4 2 0,-1 0 5 15,2 3 2-15,1 1 3 0,-2 3-2 0,-1 2-1 16,2 2-7-16,-1 1-7 0,-1 1-8 0,0 0-7 15,-1 0-5-15,0 0-6 0,1-2-5 0,-3-2-3 16,2-1-2-16,-4-4-1 0,3 0 0 0,-2-5-2 0,0 0-1 16,-3-6-2-16,2-2-2 0,1-3-5 15,-4-5-6-15,1-2-4 0,-1-4-3 0,2-3-8 0,0-3-16 16,-2-3-18-16,0-3-23 0,-2-5-29 0,0-2-46 16,1-6-58-16,-3-1-67 0,0-6-83 0,-1-1-30 15,-4-1 6-15,1-2 31 0,-4-2 60 0</inkml:trace>
  <inkml:trace contextRef="#ctx0" brushRef="#br0" timeOffset="42513.56">19168 4992 56 0,'-9'-2'383'16,"1"1"54"-16,0-4 37 0,0 2 8 0,3 1-147 0,4 0-117 16,1-1-70-16,1 0-36 0,7 0-16 0,3-2-10 15,3-1-7-15,5 1-2 0,3-2-7 0,2 1-19 16,3 2-17-16,2-1-25 0,-1 2-26 0,0 3-37 15,1 0-45-15,-2 0-61 0,-2 3-115 0,-4-1-146 16,-3 2-63-16,0 1-10 0,-9-4 18 0,1 2 49 16</inkml:trace>
  <inkml:trace contextRef="#ctx0" brushRef="#br0" timeOffset="43904.08">17942 5022 173 0,'9'-2'264'0,"-5"2"21"16,3-3-47-16,0 3-66 0,-2-1-57 0,0 1-39 15,0-2-20-15,-2 2-9 0,0-1 4 0,0-1 9 16,-1 1 10-16,2-1 9 0,0-1-1 0,-3 0-1 15,1 0-7-15,-1-1-4 0,1-2-5 0,0 1-6 16,-1-2-4-16,-1 1-4 0,2-2-5 0,-1 4-7 0,-1-2-5 16,2 0-5-16,-2 1-4 0,0 0-1 0,0 0-2 15,0 2-4-15,0-1-2 0,0 2-5 0,-2-1-3 16,2-3-2-16,-1 6 1 0,-1-3 0 0,1 1-2 16,-3-1-2-16,1 2 1 0,-2-1-4 0,1 2-3 15,-2 0-2-15,-1 0-2 0,-1 2 1 0,2 2 1 16,-7 1 1-16,4 2 1 0,-5 4 0 0,1-1 3 0,0 3 2 15,-3 3 2-15,4 0-1 0,-2 2 0 16,2 0 1-16,0 0 0 0,2-1-2 0,2-1 2 0,2 2-1 16,3-3 0-16,-2-1 1 0,5-1 0 0,0-2 0 15,5-1 0-15,-4-1 1 0,3-1 0 0,0-1 0 16,0-2 2-16,0 1-3 0,1-3 0 0,0 0 0 16,-1 0-1-16,0 0 0 0,0-2-3 0,0-1 0 15,-3 0 0-15,4 0-3 0,-2-3-2 0,2-1-3 16,3-2-2-16,0-2 0 0,1-2-5 0,4-4-1 0,0-1-3 15,2-1-3-15,1-4-4 0,3-1 0 0,0-1 2 16,2 1 5-16,1-2 3 0,-3 3 5 0,1 1 7 16,-1 4 1-16,-3 2 4 0,0 1 5 0,-3 3 10 0,-4 2 8 15,2 3 13-15,-3 3 13 0,-2 2 21 16,-1 3 14-16,3 6 13 0,-7 3 7 0,1 5-1 0,0 5-5 16,-2 1-12-16,1 1-16 0,-1 1-18 0,3-1-13 15,-1 0-7-15,0-2-10 0,1 0-7 0,0-2-2 16,0-3-3-16,0-2-6 0,3-2-14 0,-1-4-17 15,2-1-29-15,-3-3-35 0,5-3-59 0,1-3-108 0,0-4-133 16,0-4-60-16,0-5-14 0,1-4 14 16,-1-2 47-16</inkml:trace>
  <inkml:trace contextRef="#ctx0" brushRef="#br0" timeOffset="45637.89">20308 4953 181 0,'3'-3'239'0,"2"0"-1"0,-2-2-24 16,0 4-28-16,2-3-21 0,-3 2-21 0,1-1-19 16,0 1-16-16,-1-1-14 0,0 1-13 0,0 0-4 15,0 0-2-15,-2 1-2 0,1-2 4 0,-1 0 1 0,0 3-1 16,0-2-5-16,0 1-7 0,-1-1-7 15,1 1-10-15,-2-1-8 0,0 1-8 0,2 1-5 0,0-2-3 16,-2 2-6-16,0-1-5 0,0 1-3 0,-1-2-3 16,2 2-2-16,1 0-4 0,-4 0 0 0,3 0 0 15,-1 0 0-15,-1 0 3 0,0 0 2 0,0 2 1 16,-2-2 0-16,-3 1-1 0,3-1 0 0,-3 2 5 0,0-1-2 16,-1 1 2-16,1 1-1 0,-2-2 1 15,0 1 0-15,-2 4-5 0,1-2 0 0,1 1 0 0,-2 1-1 16,3 0 0-16,-2 0-1 0,1 0-3 0,2 0 1 15,1 1-1-15,0 1 1 0,2-3 0 0,1 3-2 16,-1 0 2-16,2 1-1 0,-1 0-2 0,0 0 1 16,2 1-1-16,2 1 2 0,-1-1 1 0,1 1 0 0,0 2 3 15,1-1 0-15,-1 2 2 0,5-3-1 0,-4 2 4 16,4-1-1-16,-2-1 5 0,4 0-2 0,-1-2 1 16,1 2-1-16,2-2-1 0,-1-2 0 0,0 0 1 15,3 1-6-15,-2 0 1 0,3-4 0 0,-2 1-1 16,5-2-11-16,-1 0-29 0,0-6-40 0,3 0-71 15,-1-2-133-15,5-4-141 0,-4-2-67 0,1-2-17 16,-2-5 22-16,-1-1 57 0</inkml:trace>
  <inkml:trace contextRef="#ctx0" brushRef="#br0" timeOffset="52831.18">17876 12187 104 0,'3'0'152'0,"0"2"-18"0,1-2-25 0,0 1-27 16,0-1-24-16,-1 1-21 0,0-1-22 0,0 2-16 15,2-2-17-15,-4 0-12 0,1 0-13 0,-1 0-9 0,-1 0-8 16,2 0 2-16,-2 0 6 0,-2 1 7 16,1 1 12-16,-2 0 10 0,1 1 17 0,-4-2 17 0,1 2 17 15,2 2 12-15,-2-3 7 0,0 2 2 0,1-1-3 16,-1 0-8-16,1 0-11 0,-1 0-13 0,0-1-14 16,2 2-21-16,-1-3-27 0,0 1-37 0,0-1-41 15,0 1-20-15</inkml:trace>
  <inkml:trace contextRef="#ctx0" brushRef="#br0" timeOffset="53453.24">17742 12262 99 0,'2'0'107'0,"-1"-1"2"0,1-1 1 16,-1 2 7-16,-1 0 4 0,0 0 6 0,0 0 6 16,0 2 1-16,-1-1 1 0,-1-1-1 0,1 0-4 0,-1 2-10 15,0-1-9-15,-1-1-12 0,0 1-8 0,0 1-7 16,-1 0-6-16,1-1-4 0,0 1-6 0,0-2-5 15,2 1-3-15,-1-1-8 0,2 0-4 0,0 0-11 16,0 0-7-16,0 0-7 0,0 0-6 0,2 0-3 16,-1 2-2-16,2-2 0 0,-1 0 2 0,1 1 3 15,0-1-1-15,0 2-2 0,1-2 1 0,0 1-2 0,1 1-4 16,3-1-1-16,-4 1-2 0,5-1 0 0,-1 1-4 16,2-1 1-16,2-1-1 0,0 0-1 0,2 0 3 15,2-1-2-15,3-2 0 0,2 0-1 0,-2-2-1 16,5 1 0-16,-1-1-3 0,1-1 3 0,-2 2 0 15,3-1 1-15,-1 0 3 0,0 1-1 0,-3 1 2 16,-1-1-1-16,-1 2 1 0,-3 1 2 0,-1-1 1 0,0 0 4 16,-1 2 1-16,-5 0 1 0,3 0 1 0,-4 2 0 15,1 0-3-15,-3-2-3 0,2 0-2 0,-3 0 0 16,4 0-1-16,-1 0 1 0,-1 0 0 0,1 0 2 16,2 0 0-16,-2 0 0 0,-1 0-1 0,2 0 0 15,1 0 1-15,-4-2-2 0,2 2 1 0,0 0 2 16,-4 0-2-16,3 0-3 0,-4 0-2 0,2 0 0 0,-2 0 1 15,-3 0-1-15,3 0 0 0,-3 0 0 0,2 0 2 16,-2-2 0-16,0 2-2 0,-2 0 1 0,2-1-1 16,-1 0-2-16,-1 1-2 0,2-1-7 0,0 1-13 15,-1 0-15-15,1 0-20 0,-4 0-23 0,3 1-26 16,-2 0-43-16,-1 0-59 0,1 4-80 0,-2 0-95 16,-2 1-38-16,-1 0-4 0,-4 0 32 0,0 0 61 0</inkml:trace>
  <inkml:trace contextRef="#ctx0" brushRef="#br0" timeOffset="53987.13">17844 12477 75 0,'-4'1'60'0,"-1"1"-34"0,0 1-30 16,1-1-15-16,-3 2-5 0,2 0 1 0,-2 1 2 0,2-1 7 16,-1 1 4-16,2-1 4 0,0 2 1 15,0 0 3-15,0-1 1 0,1-1 1 0,1 1 0 0,1-2 0 16,1-2 0-16,0 2 0 0,-2-1-1 0,2-2-3 15,0 0-9-15</inkml:trace>
  <inkml:trace contextRef="#ctx0" brushRef="#br0" timeOffset="54408.51">17767 12541 70 0,'0'0'85'0,"0"0"8"15,0 0 4-15,0-1 4 0,0 1-1 0,0-2-5 16,0 2-4-16,2-1-6 0,-1 1-7 0,1-2-4 16,0 2-4-16,-2-1 0 0,1-1-2 0,1 0 1 15,4 1-2-15,-5 1-1 0,4-1-2 0,-2 1 2 16,1-1-2-16,0 1-2 0,1-2-5 0,0 2-5 15,1-2-6-15,-1 1-6 0,1-1-7 0,2 1-4 0,1-2-2 16,-1 1-3-16,4-2-1 0,-3 1 0 0,5-2-2 16,-1 1 5-16,3-1 1 0,-3 2 3 0,0-3 4 15,4 4 3-15,-4-3 1 0,4 0 1 0,-3 2-1 16,0-1-7-16,-2 1-5 0,1 1-4 0,-1 1-3 16,-2 1-4-16,1 1-1 0,-1-1 0 0,-1 2-4 0,1 1-1 15,-2-1-2-15,-2 2 0 0,3 0-1 0,0 1-1 16,-3-2 0-16,0 1 0 0,3 0-3 0,-4-1 1 15,3 1-1-15,-3 0-3 0,3-2 2 0,-3 1 1 16,1-1 1-16,-1-1 1 0,1 0 4 0,-1 0 6 16,3 1 4-16,-4-2 1 0,1 2 2 0,2-2 1 15,-2 1-2-15,-2-1-3 0,3 2-3 0,-3-2-2 16,2 0-3-16,-1-2-2 0,0 2 0 0,1-1 0 0,-2-1 2 16,3 0 2-16,-2 0 0 0,1 1-1 0,0 1-2 15,-2-4 0-15,1 3-2 0,0-1-3 0,1 0-2 16,-4 0 0-16,2-2 0 0,1 3-8 0,-4-1-8 15,1 1-11-15,-1 1-16 0,0-1-26 0,-1-1-33 0,-3 2-32 16,0 0-34-16,-2 0-40 0,-2 0-50 16,0 3-55-16,-2-2-38 0,-2 1-1 0,-3 1 25 0,0-1 40 15</inkml:trace>
  <inkml:trace contextRef="#ctx0" brushRef="#br0" timeOffset="54979.25">18039 12409 27 0,'2'0'183'0,"-1"0"10"16,2 2-24-16,1-1-18 0,-3-1-8 0,4 0-4 15,-2 0-7-15,3 0-3 0,-1-1-5 0,0-1-7 16,1-1-14-16,-1 2-13 0,3-2-14 0,-4-1-15 15,1 3-15-15,-2-2-10 0,2 2-11 0,-1-2-10 0,-3 1-5 16,2 1-3-16,0-2 0 0,-1 1-1 0,-2 2-2 16,0-2-1-16,0 2 0 0,-2 0-1 0,-1 0 0 15,3 0-2-15,-1 0-1 0,-1 2 0 0,1 0 0 16,-1-1 1-16,0 2 0 0,1-1 2 0,-1 1 1 16,2 0 2-16,0-1 1 0,0 3 0 0,0-2 0 15,0 0 1-15,2 0-3 0,-1 0-1 0,3 2 1 0,-3-4 3 16,-1 2 5-16,3-1 6 0,0-1 8 15,-1-1 9-15,-1 2 7 0,1-2 4 0,-1 0 3 0,-1-2-3 16,0 1-7-16,2-1-7 0,-2 1-7 0,0-2-9 16,0-2-9-16,0 1-2 0,0-1-1 0,0 2-3 15,-2-2 1-15,2 4-1 0,0-2 1 0,-1 2-2 16,-1-1-2-16,2 2-1 0,0-1-5 0,0-1-6 0,0 2-13 16,0 0-13-16,0 0-18 0,0 0-21 0,0 0-26 15,0 0-36-15,0 0-58 0,0 0-106 0,0 0-47 16,0 0-11-16,0-4 12 0,-1-1 35 0</inkml:trace>
  <inkml:trace contextRef="#ctx0" brushRef="#br0" timeOffset="56905.07">19482 12262 7 0,'2'2'323'0,"0"-1"51"0,-2 0 31 0,1-1-33 16,-1 2-86-16,0-2-87 0,0 0-70 0,0 0-45 16,0 0-28-16,0 0-19 0,0 0-11 0,0 0-13 15,0 0-8-15,2 2-2 0,1-2-5 0,0 1 0 16,2 1 3-16,4-2 4 0,-2 0 4 0,-1 0 3 0,2 0 3 16,1 0 5-16,3 0 2 0,-3 0 6 0,5 0-2 15,-1 0 2-15,4 0-1 0,-1 0-2 0,6 0-5 16,0 0-5-16,2-2-3 0,3 1-4 0,5 1-1 15,3-2 1-15,2 0-2 0,1 0-1 0,4 0-2 16,2-2 2-16,-3 1-3 0,-1-2-1 0,-4 1 2 16,-2 1 0-16,-4 0-3 0,-2 0 0 0,-6 0 1 0,0-1 0 15,-8 3 2-15,2 0-3 0,-7 0 2 0,-1-1 1 16,0 2 9-16,-3-2 8 0,-2 2 5 0,-1 0 7 16,-1 0 3-16,-2 2-1 0,-1-2-12 0,-1 2-7 15,-1-1-15-15,0 1-14 0,-4 2-19 0,3-1-16 16,0 1-17-16,1 1-26 0,-3-3-24 0,1 3-29 15,2-2-34-15,0 0-42 0,1 0-47 0,0-1-57 0,0-1-31 16,-1-1 5-16,1 0 34 0,-3 0 50 16</inkml:trace>
  <inkml:trace contextRef="#ctx0" brushRef="#br0" timeOffset="57422.39">19667 12462 17 0,'2'3'267'0,"-2"-1"44"0,-2 0 17 15,1 0-39-15,-1-1-50 0,1 0-56 0,-1 1-45 16,-1 0-39-16,2-1-30 0,-1 1-23 0,2 0-17 15,2-1-5-15,-1 0 2 0,5 2 5 0,-3-1 10 0,4-1 9 16,-1 0 6-16,4 1 3 0,2-2-6 0,3-2-1 16,2 2-1-16,3-1-1 0,1-2-3 0,6 0-1 15,1 1-3-15,1-2-6 0,3-1-9 0,-1 3-7 16,1-2-7-16,-1-1-5 0,3 2 0 0,-4-1-4 16,-3 0-2-16,1 0-1 0,-1-1 2 0,-2 2-1 15,-2-1-3-15,0-1 0 0,-3 2 1 0,-2 0-1 0,-2 2 1 16,-3-2 0-16,-1 3-1 0,-2-2 1 0,-2 0-2 15,-2 2-5-15,0 0-9 0,-1 0-10 0,-4 0-12 16,3 0-17-16,-3 0-13 0,2 2-17 0,-3 0-16 16,0-2-19-16,0 0-25 0,0 1-33 0,-3 1-46 15,2-2-51-15,1 0-57 0,-5 0-14 0,-2-2 14 0,0 1 37 16</inkml:trace>
  <inkml:trace contextRef="#ctx0" brushRef="#br0" timeOffset="57816.07">19997 12354 4 0,'1'3'256'0,"-1"0"26"16,0-1 21-16,0 2-51 0,0 0-63 0,0 1-47 0,0-1-27 15,0 1-13-15,0-1-9 0,3 2-13 16,-1-2-8-16,1 3-1 0,0-3-1 0,0 1-3 0,4-1-2 15,-4-1 1-15,2 0 2 0,1-1-2 0,0-1 1 16,-1 1 7-16,1-1 4 0,-1-1-4 0,3-1-7 16,-4-1-9-16,1 1-10 0,0-1-20 0,-2-2-21 15,1 0-27-15,-3 2-29 0,-1-3-43 0,0 1-64 16,-1-1-109-16,-6 1-127 0,1 1-52 0,-7-2-12 0,-1 1 16 16,-3-2 54-16</inkml:trace>
  <inkml:trace contextRef="#ctx0" brushRef="#br0" timeOffset="80469.39">16814 12005 52 0,'0'-1'199'16,"0"0"5"-16,0 1-10 0,0-2-18 0,0 2-21 16,1-2-13-16,-1 1-6 0,0-3-7 0,0 4-11 15,0-2-11-15,0 1-11 0,0-1-11 0,0-1-11 16,0 2-13-16,0-1-8 0,0 1-6 0,0-1-1 15,0 1-6-15,0-2-6 0,0 3-5 0,0 0-8 16,0 0-5-16,0 0-4 0,0 0-2 0,0 0-3 0,0 0 0 16,0 0 1-16,0 0 0 0,-1 0-1 0,1 3 1 15,-2-3 0-15,2 1 2 0,0-1-1 0,0 2-1 16,-1-1 0-16,1 1-1 0,-2-1-2 0,0 2-2 16,1-1-1-16,-1-1-1 0,0 1 1 0,1 2 1 15,-2-1-1-15,-2 0 2 0,2 2-2 0,0-2-1 16,-2 1 2-16,0 2 0 0,0 2-3 0,1-2 1 0,-5 1 0 15,2 2-1-15,-1-1-1 0,-3 2 1 16,3-1 1-16,-1 2 0 0,1-1 0 0,-3 1 1 0,1-2 0 16,2 1-1-16,-3-1 0 0,2 0-1 0,1 0 1 15,0-1 0-15,-1 0-1 0,1-1-1 0,1 0-1 16,1-3 2-16,-2 3-1 0,3-3 1 0,1-1 0 0,-1 2 0 16,1-3 0-16,0 0 0 0,-1 1 0 0,4 0-1 15,-1-3 1-15,1 3 1 0,-3-3-1 0,3 2 1 16,-1-2 1-16,1 2 0 0,-1-2-1 0,0 1 0 15,-1-1 1-15,1 1 0 0,-2 0 0 0,-1-1 0 16,1 0 1-16,-1 2 0 0,0 0-1 0,-2-2-1 16,3 1 1-16,-2-1-1 0,3 2 0 0,-2-2 0 0,-2 1 2 15,6 1 1-15,-4-1 2 0,2-1 0 16,1 0 3-16,0 2 2 0,-2-2 2 0,4 0 3 0,-2 0 3 16,2 0 3-16,-1 0 2 0,-1 0-2 0,2 0 0 15,0 0 3-15,0 0-2 0,0 0-3 0,0 0 1 16,0 0-2-16,0 0-2 0,0 0-5 0,0 0-2 15,0 0-1-15,0 0-1 0,0 0-1 0,0 0-1 16,0 0-1-16,0 0-1 0,0 0-1 0,0 0-3 16,0 0 0-16,0 0 0 0,0 0 0 0,0 0 0 0,0 0 0 15,0 0 0-15,0 0 0 0,0 0-1 0,0 0-1 16,0 0 1-16,0 0-1 0,0 1 1 0,0-1 1 16,0 2 0-16,0-2 0 0,0 1 0 0,0 0-1 15,2 3 1-15,-1-1-3 0,1 0 1 0,2 1 2 16,0 4 1-16,-3-1 3 0,2 1-1 0,1 1 4 15,-1 1-1-15,2 2-1 0,0-1 3 0,-1 2-1 0,2-2 2 16,1 2 2-16,-3 1 5 0,1-1 5 0,0 1 4 16,3-1 6-16,-4 1 5 0,3-2 5 0,-2 3 0 15,1-2-1-15,0-1-6 0,0 2-3 0,-1-3-6 16,0-1-6-16,2 0-5 0,-3-1 0 0,4 1 0 16,-2 0-4-16,1-2 1 0,-1 0-2 0,-1 1-2 15,1-1 0-15,-1-2-1 0,0 0 1 0,-2-2 0 0,0 1 0 16,0-1 0-16,-1-1 0 0,-1 1-1 0,-1-2-1 15,2 1 0-15,-2-1-1 0,0 0 0 0,0-2 1 16,0 1-2-16,0 0 2 0,0-1-5 0,0 1 3 16,0-1 1-16,0 0-2 0,0 0 2 0,0 0-1 15,0 0 2-15,0 0-2 0,-2 0-6 0,2 0-17 16,-1 0-34-16,-2 0-45 0,-1-1-50 0,0 0-61 0,-3-2-91 16,1 1-124-16,-3-1-55 0,-1-3-3 0,0-1 25 15,-2-2 49-15</inkml:trace>
  <inkml:trace contextRef="#ctx0" brushRef="#br0" timeOffset="81209.19">16670 12310 82 0,'0'2'203'0,"0"-2"-3"16,0 3-32-16,0-2-39 0,0-1-30 15,0 1-23-15,0 1-13 0,2-2-5 0,0 0 4 0,-2 0 4 16,2 0 11-16,0 0 10 0,-2 0 13 0,0 0 7 16,0 0 2-16,0 0-3 0,0 0-4 0,0 0-8 15,-2 0-15-15,0 0-14 0,2 0-13 0,-2 0-14 16,0 0-13-16,2 2-10 0,-2-2-7 0,1 0-4 0,-1 1-2 15,1 0 0-15,-1 1-1 0,0 0-1 16,-1 1-1-16,3-1-1 0,0-2 0 0,-1 0 1 0,1 1-1 16,0-1 2-16,0 0 0 0,0 0 0 0,0-1-1 15,1 1-2-15,-1-2-1 0,0-1-3 0,3-1-3 16,-1 2 0-16,1-3 0 0,0 1 0 0,1-1 3 16,2 1 1-16,-2-1 1 0,1-1-1 0,0 2 0 15,0-1 0-15,-2 2 0 0,5 0 2 0,-5 0 0 16,-2 2 4-16,3-2-2 0,-3 3 1 0,-1 0 1 0,0 0-1 15,0 0 1-15,0 1 0 0,-1 1 3 0,1-1 2 16,-4 4 2-16,4-1 2 0,-3 1-1 0,2-1 1 16,-4 1-1-16,2-1-1 0,3-1-3 0,-1 0-2 15,-1 0 0-15,0-1-2 0,2-2 2 0,0 0 1 16,0 3 5-16,0-3 4 0,-1-3 1 0,1 3 3 16,-2-2-3-16,0-1-1 0,1 0-5 0,-1-1-5 0,-1-2-2 15,0 3-2-15,1 0 0 0,1-2 0 0,-3 4 1 16,2-2-1-16,0 1 0 0,0 2-1 0,2-1 0 15,0-1-2-15,0 2-1 0,0 0 1 0,0 2 0 16,0-1 0-16,0-1 3 0,2 2 0 0,-2-1 2 16,4 2 0-16,-4-3 1 0,2 2 1 0,0-1 0 0,-2 1 1 15,1-2 1-15,-1 1-1 0,0-1 0 0,0 0-2 16,0 0-7-16,0 0-12 0,0 0-22 0,-1 0-47 16,1 0-92-16,-4 0-129 0,-2 2-64 0,-2-2-23 15,0-3 3-15,-4-2 36 0</inkml:trace>
  <inkml:trace contextRef="#ctx0" brushRef="#br0" timeOffset="86658.45">16186 11742 147 0,'0'1'256'0,"0"0"19"0,-2-1-47 0,2 0-57 15,-1 0-54-15,1 0-38 0,-2 0-29 0,-1-1-16 16,3 1-10-16,-1-1-9 0,1 0-4 0,0-1-5 0,0 0-3 15,0 1-2-15,0-2-4 0,0 2-6 0,1-3-14 16,-1 2-19-16,0-1-20 0,0 1-26 0,0 0-40 16,0 2-62-16,-3-3-40 0,2 1-7 0,-3 0 5 15</inkml:trace>
  <inkml:trace contextRef="#ctx0" brushRef="#br0" timeOffset="87206.98">16189 11691 98 0,'-2'1'249'0,"2"1"29"16,-1 1-22-16,-1-2-46 0,2 0-39 0,-1 1-30 0,1-2-16 15,0 0-17-15,0 0-9 0,0 0-12 0,0 0-14 16,0 0-11-16,1 0-12 0,-1 0-6 0,0-2-7 16,2 1-2-16,-1 0-1 0,1-2-2 0,1 1 0 15,1 1-3-15,-1-4 0 0,2 2-7 0,-1 0-3 16,2-1-6-16,-3 2-4 0,2 1-3 0,0-2-2 16,2 3-2-16,-1-3-1 0,2 3 0 0,0-2-1 0,-2 2 1 15,2-1-1-15,1 1 0 0,-1-2 1 0,2 2 0 16,1-1 1-16,-2-1 0 0,-1 2-2 0,5-1 3 15,-5-1-1-15,0 1 0 0,0-1-2 0,-1 1 1 16,1-3 0-16,-1 4 0 0,-1-2 0 0,-3 0-1 16,3 1-4-16,-3-1-8 0,-1-1-9 0,1 3-11 15,1-1-13-15,-3 1-14 0,1-2-14 0,-1 1-13 0,1-1-14 16,0 0-13-16,-1 2-16 0,1-1-18 0,-1 1-26 16,-1-1-45-16,0 1-49 0,0 0-16 0,0 0 10 15,-4 0 24-15</inkml:trace>
  <inkml:trace contextRef="#ctx0" brushRef="#br0" timeOffset="87553.22">16184 11853 190 0,'3'0'288'0,"-3"-2"29"0,2 2-24 0,-2-2-77 15,2 1-57-15,-1 0-42 0,-1-2-33 0,0 1-22 0,2 1-19 16,0-3-13-16,-1 2-11 0,1 0-9 16,-1 1-4-16,3-1-4 0,-4-2-1 0,1 4-1 0,2 0 0 15,-1-2 1-15,1 2 0 0,-2-1 0 0,2 1 0 16,2-2-1-16,-1 2 2 0,0-1 2 0,3 1-1 16,2-4 2-16,1 4-2 0,-1-2 1 0,4-1-3 15,-1 0 1-15,2 0 0 0,2-2 0 0,2 1-2 0,-4-1 1 16,3 2 0-16,-2-1 2 0,0-1-2 15,-2 2-5-15,-2 0-5 0,0 0-5 0,-1 0-6 0,-4 2-6 16,2-1-3-16,-2 0 0 0,-1 0 0 0,-2 1-3 16,0 1-7-16,1-4-14 0,-3 3-29 0,-1-2-38 15,0 1-53-15,0 2-74 0,0-5-31 0,-3 3-3 16,-2-1 18-16</inkml:trace>
  <inkml:trace contextRef="#ctx0" brushRef="#br0" timeOffset="87947.08">16295 11562 150 0,'3'0'311'16,"-1"0"24"-16,0 0 18 0,0 0-100 0,-2 0-94 16,0 0-59-16,0 2-39 0,0-1-23 0,-2 0-17 0,0 4-10 15,2 0-4-15,-2 3-3 0,2 0-1 0,-1 1 0 16,-1 1 0-16,1 2 1 0,-1 0 2 0,0 0 1 16,1 0 2-16,-1 2 1 0,-1-2 0 0,0 0 1 15,1 0-2-15,-1 0-1 0,-3 0-1 0,4-1-1 16,-2 2-2-16,0-1-1 0,1-1-1 0,-2 2 1 15,2-1-1-15,0-1-1 0,0-1-1 0,-2 1-4 16,2 0-7-16,2-2-9 0,1-1-11 0,-2-2-9 16,2-1-9-16,2-1-3 0,-2-1-2 0,1-2 3 0,2-1 0 15,2-2-6-15,-2-2-16 0,0-2-8 0,4 0-15 16,-4-1-11-16,2-1-15 0,-2 1-12 0,0 0-20 16,1 0-36-16,0-2-11 0,-3 2 5 0</inkml:trace>
  <inkml:trace contextRef="#ctx0" brushRef="#br0" timeOffset="88212.58">16434 11446 20 0,'3'2'206'0,"2"-1"23"0,-2 1-8 0,1 2-56 15,-1 2-40-15,0 0-21 0,0 5-14 0,-2-1-12 16,3 4-11-16,-4-2-4 0,1 4-2 0,-1-2 1 15,0 6 0-15,-1-2 2 0,1 1 3 0,-4 0-4 16,3 1-5-16,-2-1-7 0,0 1-4 0,0-1-4 0,1 0-9 16,-1 0-7-16,0-1-5 0,-1 0-5 0,3 0-4 15,-1-2-5-15,0 1-1 0,1-3-2 0,-1 0-2 16,2 0-1-16,0-3-10 0,2 0-15 0,-1 0-26 16,-1 0-35-16,2-4-59 0,1 2-91 0,1-4-79 15,-1 0-32-15,0-3 0 0,-1-5 23 0</inkml:trace>
  <inkml:trace contextRef="#ctx0" brushRef="#br0" timeOffset="91839.25">17516 9817 255 0,'6'0'391'0,"-3"-1"37"0,-3-1 27 16,0-2-88-16,0 1-134 0,-1 0-67 15,-1-2-45-15,2 4-33 0,-2-4-24 0,2 4-17 0,2-2-17 16,0 1-12-16,1 2-10 0,0-3-5 0,6 3-1 15,-1-1-2-15,2 1 0 0,2-2 0 0,1 2 0 16,3-1 0-16,0-1 0 0,3 2 1 0,-2-2 0 16,4 1-1-16,-1 0 0 0,-1 0-8 0,2-1-10 15,-4 0-10-15,2 2-15 0,-2-1-17 0,-1-1-18 16,-2 2-14-16,-1 0-11 0,-2 2-10 0,-1-1-8 0,-2 1-10 16,-2 0-10-16,1-1-17 0,-3 0-35 0,-1 0-75 15,-1 3-30-15,-4-1 0 0,-2 1 15 0</inkml:trace>
  <inkml:trace contextRef="#ctx0" brushRef="#br0" timeOffset="92070.53">17533 10037 133 0,'6'9'300'0,"-3"-4"31"15,2 0 23-15,2-1-90 0,2-4-69 0,4 0-44 0,1-2-28 16,3-1-18-16,1-4-12 0,2-2-13 0,2-1-12 15,2-2-13-15,-1-2-7 0,0 1-12 0,1 1-9 16,-5 0-9-16,0 1-7 0,-2 0-5 0,-4 4-1 16,-2 0-2-16,0 1-6 0,-5 0-11 0,1 1-17 0,-2 2-22 15,-1 0-33-15,-1-1-44 0,-1 2-66 16,-2 2-101-16,-2-3-60 0,-4 2-19 0,0-1 12 0,-4 2 32 16</inkml:trace>
  <inkml:trace contextRef="#ctx0" brushRef="#br0" timeOffset="92314.08">17623 9773 40 0,'-8'1'281'16,"0"-1"30"-16,0 0 14 0,-1 1-60 15,4 0-101-15,-1-1-66 0,1 2-41 0,2 1-25 0,0 0-17 16,0 3-4-16,1 2-4 0,2 1 1 0,0 3 0 15,0 0-1-15,0 2 0 0,0 4-2 0,0 2-3 16,0 0-1-16,0 1 0 0,0 3 1 0,0 0-1 16,0-1-2-16,0 1-6 0,0-3-7 0,0 1-12 0,0-3-17 15,0-2-17-15,2-3-23 0,1 0-30 16,0-5-38-16,0 0-50 0,2-3-43 0,1-3-11 0,-1-3 9 16</inkml:trace>
  <inkml:trace contextRef="#ctx0" brushRef="#br0" timeOffset="92528.03">17869 9642 179 0,'3'-11'306'15,"-2"2"26"-15,-1 2 17 0,-1 0-113 0,-1 4-91 16,2-1-48-16,-1 4-29 0,-3 2-19 0,4 1-11 16,-1 3-8-16,1 3 0 0,0 3 3 0,0 3 3 15,0 1-1-15,0 3 2 0,0 3 0 0,0 1-5 16,1-1-5-16,-1 3-3 0,2-1-7 0,0 3-5 0,-2-2-4 15,1 2-6-15,-1-2-3 0,2 2-20 0,-2 0-25 16,0 0-35-16,1-3-54 0,-1 1-106 0,0-2-87 16,3-3-31-16,-3 0-1 0,0-5 24 0</inkml:trace>
  <inkml:trace contextRef="#ctx0" brushRef="#br0" timeOffset="93454.01">19549 9745 66 0,'-2'0'288'16,"-1"0"39"-16,2-1 24 0,-4-1-36 0,-1 0-39 15,3 1-22-15,-4-1 5 0,2 0 26 0,0 2 27 16,2-3 17-16,-1 1-10 0,2 1-25 0,1 0-45 16,1-1-56-16,1 0-63 0,4 0-53 0,-2 2-34 15,5-3-18-15,3 2-3 0,6 0-1 0,1-1 2 16,6 0 0-16,1 0 0 0,3-1 0 0,2 0-3 0,4-2-6 15,-1 0-4-15,2 3-1 0,0-1-2 0,-1 0-4 16,2-1-1-16,-1 2-2 0,-2-1-12 0,-3 3-33 16,0-2-34-16,-4 2-39 0,-5-1-48 0,-1 1-51 15,-6 0-37-15,0 1-21 0,-2-1-12 0,-3 2-9 16,-4-2 3-16,-4 1-1 0,-2 2-23 0,-9 2-69 0,-1 1-12 16,-3 0 11-16,-10 1 27 0,-4 0 43 15</inkml:trace>
  <inkml:trace contextRef="#ctx0" brushRef="#br0" timeOffset="93668.02">19397 9960 83 0,'-6'9'366'0,"-1"-2"45"0,1-1 31 0,3-3-24 16,2 0-133-16,-1-1-94 0,4 1-59 0,2-3-33 16,7-3-16-16,2 0-8 0,7-3-8 0,6-3-7 15,4-2-14-15,1-1-9 0,4 0-11 0,3-1-12 0,-1 1-5 16,-2 1-3-16,-1 0-3 0,-2 3-7 0,-4-1-13 15,-2 3-13-15,-4 0-19 0,-5 1-20 0,0 2-25 16,-5 0-18-16,-2 2-10 0,-3-1-9 0,-2 0-11 16,-4 2-15-16,-2 0-29 0,-2 0-52 0,-4 2-70 15,-4-2-25-15,0 0 4 0,-2-2 22 0</inkml:trace>
  <inkml:trace contextRef="#ctx0" brushRef="#br0" timeOffset="93882.76">19649 9678 70 0,'1'-6'276'0,"-1"3"22"0,2 0 9 0,0-2-78 16,-1 4-98-16,1-2-59 0,2 3-31 0,-1 0-13 0,0 3-6 16,1 1 6-16,-3 4 10 0,3 1 7 0,-3 4 1 15,-1 1 2-15,0 4 0 0,0 1-11 0,0 2-8 16,0 0-5-16,-1 2-7 0,1 0-3 0,0 0-3 16,0 3-3-16,-2-1-2 0,2-1 0 0,-2 2 0 15,2-2-2-15,0-2-10 0,0-1-8 0,2-3-14 16,0-2-19-16,-2-3-15 0,3-3-12 0,2-2-7 15,-2-5-18-15,4-3-25 0,1-6-35 0,2-6-71 0,1-4-32 16,-2-5-11-16,3-4 14 0</inkml:trace>
  <inkml:trace contextRef="#ctx0" brushRef="#br0" timeOffset="94053.16">19959 9451 246 0,'4'-11'349'0,"-4"1"21"0,0 6 10 0,-3 0-127 15,0 6-108-15,-2 4-61 0,2 4-35 0,-2 3-15 16,4 5-4-16,-1 1 1 0,2 4 1 0,2 1 4 15,-2 1-5-15,4 2-3 0,0 2-2 0,0-1-6 16,1-2-5-16,0 3-5 0,1 0-1 0,-3-1-3 0,0 0-10 16,1-2-25-16,-4 0-31 0,-2-2-49 0,0 0-70 15,-1-2-122-15,-4 0-57 0,0-4-11 0,-1-4 13 16,2-1 39-16</inkml:trace>
  <inkml:trace contextRef="#ctx0" brushRef="#br0" timeOffset="117888.19">21184 12220 12 0,'-3'0'141'15,"-4"2"-7"-15,4-1-8 0,-1-1-7 0,1 2-4 16,1-2-4-16,0 2-3 0,1-2-2 0,1 0-3 0,0 0-7 15,0 0-9-15,0 0-10 0,0-2-11 0,0 2-11 16,0-2-10-16,0 2-9 0,0-1-4 0,0-1-3 16,0 2-3-16,-2 0 1 0,2 0 0 0,-2 0-1 15,2 0-4-15,-1 0-3 0,-1 0-5 0,2 0-5 16,-1 0-5-16,-3 2-2 0,4-1-2 0,-3 1 0 16,2 0-3-16,1-1-4 0,-2 0-6 0,0 0-11 0,2 1-10 15,-2 0-14-15,2-1-9 0,2 1-7 0,-2-2-1 16,2 1 2-16,0-1 5 0,-2 0 8 0,1 0 9 15,2-1 6-15,-3 1 7 0,0-2 4 0,2 2 3 16,0-1 1-16,-2 1-2 0,0-2-1 0,-2 0-3 16,0 2-6-16,2 0-5 0,-3-1-5 0,2 1-5 0,-3 0-7 15,0 0-8-15,2 0-11 0,-2 0-9 0,0 1-7 16,1-1-3-16,-2 0 6 0,2 0 13 0,2 0 15 16,-3 0 23-16,2 0 24 0,0 0 25 0,0 0 21 15,2 0 21-15,-1 0 16 0,1 0 15 0,0 0 8 16,0 0 5-16,-2 0 1 0,2 0 1 0,-1-1 1 15,1 0 3-15,-2 1-1 0,0-1-6 0,-1 1-9 0,2-2-13 16,-3 0-11-16,3-1-12 0,-4 3-9 0,2 0-3 16,-2-1 0-16,1-1 3 0,0 2-1 0,1-1 0 15,-2 1-2-15,4 0-1 0,-3 0-1 0,3 0-3 16,-1 0-4-16,1 0-5 0,1 0-4 0,0 0-9 16,0 0-3-16,0-2-3 0,0 2-2 0,0 0 1 15,0 0 1-15,0 0 4 0,0 0 0 0,1 0 1 0,-1 0 3 16,3 0 3-16,1 0 3 0,-3 0 3 0,4 0 6 15,2 0 3-15,-3 0-1 0,6 0-1 0,-1-2-2 16,4 2-3-16,3-1-2 0,-2 1-2 0,5-1-2 16,1 1-1-16,0-1 1 0,3 1-4 0,1-2-2 15,-1 0-4-15,0 2-2 0,0-1-3 0,1 1-3 16,0 0 0-16,-3 0-3 0,1 0 1 0,1 0 1 16,1 0-1-16,-3 0 0 0,1 0 1 0,0 1 2 0,-5-1 2 15,0 0 0-15,0 0 0 0,-2 0 2 0,0 0 0 16,-2 0-3-16,-1 2-4 0,-3-2-1 0,0 0 0 15,0 0-1-15,0 2-1 0,-1-2 1 0,0 1 0 16,-2-1 1-16,1 1-1 0,-1-1 0 0,2 1 1 0,-4-1 0 16,1 2-1-16,-2-2 0 0,2 2 0 15,0-2 0-15,-2 1 0 0,2-1 0 0,-2 3 0 0,-2-3 0 16,3 0 1-16,-1 2 1 0,0-1-2 0,-1-1 2 16,1 2 0-16,-1-2 0 0,1 2-2 0,-3-2 0 15,1 1-5-15,-1-1-7 0,3 0-9 0,-3 0-11 16,0 0-11-16,0 1-19 0,0 0-15 0,0-1-19 0,-3 0-23 15,-1 4-34-15,-1-3-50 0,-2 1-62 16,1 1-71-16,-3-2-23 0,-3 2 6 0,3-1 31 0</inkml:trace>
  <inkml:trace contextRef="#ctx0" brushRef="#br0" timeOffset="118657.1">21147 12433 176 0,'-3'2'236'0,"2"-2"-3"0,-1 1-38 15,-2-1-40-15,2 2-33 0,-1-2-25 16,0 1-15-16,1 1-13 0,0-1-10 0,-1-1-9 0,2 2-8 16,-1-2-7-16,0 3-5 0,2-3-6 0,-1 1-2 15,1-1 2-15,0 2 7 0,0-1 4 0,0-1 5 16,0 0 6-16,0 0-1 0,0 0-3 0,0 0-3 0,0 0-9 15,0 0-7-15,0 0-6 0,0 0-5 16,1 0-3-16,-1 0-3 0,2 0-1 0,0 0-1 0,-1 0 0 16,2 2-1-16,1-1 4 0,0 0 3 0,2 1 3 15,2 0 1-15,-1-1 2 0,1 1 3 0,3-2-2 16,0 4-1-16,2-3 0 0,2 1 0 0,0-2-1 16,4 0-2-16,-2 0-1 0,0 0-1 0,1 0-2 15,-2 0-2-15,2 2-1 0,-3-2 0 0,2 1 0 16,-2-1 2-16,2 1-2 0,-3-1 1 0,2 4 0 0,-2-3 0 15,2 1 0-15,-2 0-1 0,3-1 0 0,-2-1-1 16,2 1 0-16,-2-1-1 0,2 0-1 0,-3 0 0 16,0 0-1-16,-1 0-1 0,-1-1 0 0,0 1 0 15,-3-1-1-15,0 1 0 0,-1-2 1 0,-3 2 1 16,0-2 4-16,-2 2 5 0,0 0 9 0,-1 0 7 16,1 0 4-16,-2 0 5 0,-1 0-1 0,2 0-2 0,0 0-8 15,-2 0-7-15,0 0-8 0,0 0-4 0,0 0-3 16,1 0-3-16,1 0-3 0,-2 0-2 0,1 0-6 15,-1 0-9-15,4 0-11 0,-3 0-16 0,1-1-19 16,1 1-27-16,-1-2-43 0,-1 0-68 0,-1 2-117 16,3-1-59-16,-3-2-16 0,0-1 8 0,0-1 37 15</inkml:trace>
  <inkml:trace contextRef="#ctx0" brushRef="#br0" timeOffset="119732.32">21525 12373 209 0,'2'-1'250'0,"0"1"-6"16,-2-2-31-16,0 2-36 0,0-3-30 0,0 3-28 16,0 0-20-16,-2-1-16 0,0 1-7 0,2-2-5 0,-1 0-4 15,-1 2-7-15,2 0-9 0,0 0-10 0,0 0-11 16,0 0-10-16,0 0-8 0,0 0-5 0,0 0-1 16,-1 2-2-16,1 0 2 0,-2-1 3 0,0-1 4 15,2 3 4-15,-3 0 3 0,3 1 1 0,-1-3 0 16,-1 1 1-16,0 0-1 0,0 0-1 0,0-1-3 0,0 1-2 15,-1-2-2-15,3 1-4 0,-1-1-2 0,-3 0-2 16,1 0-1-16,2 0-1 0,-3-1-1 0,1-1 1 16,0-1-1-16,1 1-2 0,-2 0 0 0,1-3 3 15,0 4-3-15,1-2 0 0,0 1 0 0,2 1-2 16,-1-3-5-16,1 4-7 0,0-1-2 0,1 1-4 16,1 0 1-16,0 0-2 0,1 0 5 0,3 0 6 0,-5 0 3 15,4 0 2-15,-2 0 1 0,1 0 3 0,-3 0 1 16,1 0 1-16,-1 0-1 0,-1 0 1 0,0 0 1 15,0 0-1-15,0 0 0 0,-3 1-2 0,2-1 1 16,-1 0-2-16,-1 0 0 0,0 0 1 0,-1 2 0 16,0-2 1-16,-1 2 1 0,2-2 1 0,-2 0 1 15,0 0 3-15,0 0 2 0,1 0 5 0,-1 0 4 0,2 0 5 16,-2-2 3-16,4 0-2 0,-2 2 1 0,-1-1-3 16,3 0-2-16,-1 0-5 0,0-3-2 0,1 1-4 15,-1 1-1-15,2-4-4 0,0 2-1 0,0 1-2 16,0-1-1-16,0 1 0 0,0 0 0 0,0-1 0 15,0 3 0-15,0 0 0 0,0 1-1 0,0-2-1 16,0 2 1-16,0 0-1 0,0 0 0 0,0 2 0 0,2-2-1 16,-1 2 2-16,-1 0 0 0,0 0 1 15,0-1 1-15,0 1 0 0,0-2 1 0,0 2 0 0,0-2 1 16,0 0 0-16,0 1 0 0,-1 0 0 0,-1-1 0 16,1 2 1-16,-2-2-1 0,0 1-1 0,0-1 0 15,-1 2-1-15,0-1-2 0,0-1-2 0,1 0 0 0,-2 0 0 16,4 0 2-16,-4 0 0 0,4 0 1 0,1 0 1 15,-2 0 0-15,1 0-3 0,1 0-3 0,1 0 0 16,1 0-1-16,2 0 0 0,-1 1 1 0,4-1 2 16,-2 2 1-16,1-1 3 0,0-1-1 0,2 2-1 15,-3-2 2-15,1 2 0 0,-3-2 0 0,2 2 0 16,0-2 0-16,-2 1-1 0,-2-1-2 0,1 1-1 0,-2-1-7 16,-2 2-7-16,2-1-13 0,-1 1-16 0,-4 0-18 15,1-1-22-15,-1 0-29 0,-2 2-51 0,2 0-96 16,-4-1-54-16,1-1-21 0,0-1 3 0,0 0 24 15</inkml:trace>
  <inkml:trace contextRef="#ctx0" brushRef="#br0" timeOffset="128370.93">22734 12229 113 0,'-4'1'284'0,"3"3"26"0,-1-3-9 0,0-1-68 16,1 2-66-16,1-2-54 0,0 0-39 0,1 0-20 15,1 0-8-15,0 0-1 0,1 0-1 0,2-2 2 16,-1 1 0-16,2-1 1 0,-1 0-1 0,2 0-1 0,-2 1 2 15,-1-3 5-15,2 1 5 0,1 2-1 0,-2-2-2 16,-1 1-3-16,1 0-5 0,-2 1-3 0,3 0-8 16,-3 0-6-16,1-3-4 0,1 4-5 0,-2-1-6 15,0 1-3-15,2 0-4 0,1 0-4 0,0 0-1 16,1 1 0-16,1-1-2 0,2 4 0 0,2-3 1 16,1 0-1-16,2 0 0 0,0 1 0 0,3 0 1 0,3-1-1 15,0 2-1-15,1-3 1 0,0 3 0 16,-2-1 0-16,2 0 0 0,0 0 1 0,-2-1 1 0,-2 1-2 15,0 1 1-15,-2-1 1 0,-1-1-2 0,0 1 0 16,-1-1 0-16,-3-1 0 0,0 0 2 0,2 0-1 16,-4 0 0-16,-1 0 0 0,1 0 0 0,-2 0-1 15,-2-1 1-15,-1-1 0 0,0 2 2 0,-1-1 0 0,-1 1-2 16,-1 0-1-16,-1 0-6 0,-1 0-8 16,-1 0-13-16,-1 0-15 0,-1 0-14 0,1 0-16 0,-2 1-11 15,2 1-9-15,-2-1-11 0,-1 2-12 0,2-1-22 16,0 0-29-16,1 2-37 0,0-3-60 0,0 2-41 15,0-1-7-15,-3-1 19 0,1 2 37 0</inkml:trace>
  <inkml:trace contextRef="#ctx0" brushRef="#br0" timeOffset="128871.12">22833 12467 89 0,'6'-1'340'15,"1"-3"42"-15,-3 2 29 0,0-1-53 0,-3 1-107 16,2 0-80-16,1 0-60 0,-4-1-40 0,4 2-25 16,-1-2-12-16,0 3-11 0,2-2-10 0,2 1-3 0,-1 1-2 15,2-2-2-15,1 1 0 0,-1 1 1 0,5 0 2 16,-4 0 1-16,4 0 3 0,1 1 1 0,1 1 2 15,0-2 5-15,0 0-1 0,0 1 0 0,0 1 0 16,2-2-3-16,-3 3-3 0,3-2-5 0,0 2-2 16,-2-1-1-16,0 0-2 0,0 2-1 0,0-3 1 0,2 1-2 15,-4-2 0-15,2 0 1 0,-2 3-2 16,-1-2-1-16,0-1-3 0,-3 0-1 0,0 0-6 0,-2 0-7 16,-1-1-4-16,1 1-6 0,-2-3-9 0,-2 3-6 15,3 0-7-15,-5 0-12 0,2 0-20 0,-3-2-25 16,0 1-39-16,-1-1-49 0,-1 0-60 0,-4 0-71 15,0 0-19-15,-4 2 9 0,1-3 34 0</inkml:trace>
  <inkml:trace contextRef="#ctx0" brushRef="#br0" timeOffset="129377.16">23039 12315 207 0,'3'0'330'16,"-2"1"36"-16,1-1-14 0,-2 0-71 15,0 0-71-15,0 0-61 0,0 0-48 0,0 0-32 0,0 1-23 16,0 1-16-16,0 0-10 0,0-1-8 0,0 2-5 16,0 2-3-16,0-1-1 0,0 2-1 0,0-2 0 15,0 2-1-15,0-1-1 0,0 0 0 0,2-3 1 16,-2 3 0-16,2-2 1 0,-2 0 0 0,0 1 1 0,2-3 0 16,-2 1 1-16,2-2 0 0,-2 0 0 0,0 0 2 15,0-2-4-15,0 1-6 0,0-4-10 0,0 0-13 16,1-1-19-16,1 0-11 0,-2 1-6 0,1-4 4 15,-1 5 2-15,0-1 14 0,0 0 13 0,-1 0 12 16,1 2 6-16,0 0 4 0,0 2 4 0,0-2 0 16,0 3 3-16,0 0 1 0,0 0 3 0,0 0 6 0,0 0 9 15,0 3 5-15,0-2 3 0,1 2 4 16,-1-1 3-16,4 0-3 0,-4 0 1 0,1 0 3 0,2-1 6 16,-1 1 3-16,0-2 4 0,-1 2 2 0,1-2-3 15,0 0-2-15,-2 0-6 0,0 0-8 0,0 0-5 16,0 0-12-16,0 0-25 0,-4 0-51 0,4-2-89 15,-5 2-153-15,1 0-80 0,-4 2-40 0,-6-2-3 16,2 0 34-16</inkml:trace>
  <inkml:trace contextRef="#ctx0" brushRef="#br0" timeOffset="145502.17">21249 13324 79 0,'-3'3'188'15,"1"-3"-11"-15,-1 3-23 0,-1-1-21 0,3-2-12 16,-1 1-7-16,1-1-4 0,1 0-4 0,-3 0-5 0,1 0-2 16,2 0-3-16,0 0-5 0,0 0-5 0,2 0-2 15,1-1-2-15,-3 1-3 0,1-2-4 0,-1 2-4 16,0-3-8-16,0 3-7 0,0-3-13 0,0 2-11 15,-1-2-9-15,1-1-7 0,-3 3-8 0,1-2-2 0,-1 0-3 16,2 0-2-16,1 2-5 0,-4-2-3 0,3-1-6 16,-1 2-2-16,1 1-3 0,-3-3-2 0,4 3-1 15,0-1 2-15,-1 1 4 0,1-1 1 0,0 1 2 16,0-3 3-16,0 3 4 0,0 1 1 0,0-1 2 16,0 1 0-16,0-1 1 0,0 1 0 0,1-2-1 0,-1 2 4 15,0-2 4-15,0 2 6 0,0-1 7 16,2-1 8-16,-2 2 5 0,0 0 5 0,0 0 2 0,0 0 2 15,0 0 3-15,0 0 4 0,0 0-1 0,0 0 4 16,0 0 3-16,0 0-2 0,0 0 5 0,0 0-2 16,0 0-2-16,0 0-6 0,0 0-3 0,2 0-5 15,-2 0-12-15,1 0-6 0,1 2-4 0,-2-1 0 0,1-1 1 16,3 2 14-16,-3 0 17 0,2 0 15 16,3 3 18-16,-3-1 21 0,1 4 14 0,1-1 3 0,-2 2 4 15,2 5 5-15,-1 1 1 0,2 3-3 0,-1 1-2 16,2 5 1-16,-3 1 2 0,4 3 4 0,-2 1 1 15,2-1 0-15,-3 3-5 0,2-1-4 0,1 0-13 0,-2-1-20 16,2-1-13-16,-4-1-13 0,1-3-14 16,2 0-13-16,-1-3-9 0,-2 0-8 0,1-3-8 0,-2-1-3 15,1-2-2-15,-3-2-2 0,3-1-2 0,-1-1 1 16,-2-2-3-16,2-4-4 0,-1 2-8 0,-1-3-13 16,-1-2-19-16,2-1-30 0,-1-1-46 0,1-3-63 15,0-1-75-15,-1-5-75 0,3-5-75 0,-4-2-72 16,3-4-95-16,-2-4-85 0,3-3 0 0,-3-1 46 15,-1-4 69-15,0 1 89 0</inkml:trace>
  <inkml:trace contextRef="#ctx0" brushRef="#br0" timeOffset="146071.01">21279 13290 112 0,'0'0'289'0,"0"0"41"0,0 0-10 16,0-2-38-16,-2 2-46 0,2-1-45 0,-1 1-39 16,1-2-24-16,-2 2-17 0,0-1-9 0,2 1-7 15,0 0-6-15,-1 0-6 0,1 0-2 0,0 0-4 0,-2 0-3 16,2 0 3-16,-1 1-5 0,-1-1 1 15,0 2-9-15,1-2-8 0,1 1-13 0,-3-1-12 0,3 2-11 16,0-1-5-16,3 3-1 0,-2-1 5 0,3 1 4 16,-1 2 1-16,3 0 4 0,2 0 4 0,3 1-2 15,0 0-2-15,6 3 5 0,-1 0 1 0,5-2 1 16,0 3-1-16,2 0-4 0,1 1-4 0,1 0-6 0,0 2-5 16,-2-2-1-16,2 1-2 0,-1 2-5 15,-1-3 0-15,-2 3 0 0,0 0 0 0,-1-1-3 0,-2-2-3 16,-1-1 1-16,-4 1 0 0,1-1-1 0,-5-2 3 15,1-2 0-15,-4 1 0 0,3-1 2 0,-4-4 1 16,0 1-1-16,-2-1-3 0,1-3 0 0,0 1-1 16,1-1-1-16,-2 0-1 0,2-1-5 0,3-2-19 0,-2-2-30 15,5-2-33-15,0 1-40 0,0-3-48 16,2 2-57-16,-2-3-80 0,1 3-138 0,-4-1-57 0,0 0-6 16,0 3 20-16,-3-2 48 0</inkml:trace>
  <inkml:trace contextRef="#ctx0" brushRef="#br0" timeOffset="147066.51">21524 13627 36 0,'1'0'211'0,"-1"0"21"0,2 0-28 0,0 0-38 16,-2 2-28-16,1-1-23 0,-1 1-13 0,2-1-5 0,0 0 0 15,-2 1-3-15,0 1-4 0,0 0-6 16,0 0-3-16,0 0-6 0,0 0-6 0,0 0-2 0,-2 0-7 15,0-1 1-15,2 1-7 0,-1-2-3 0,1 2-8 16,-2-1-7-16,0-1-4 0,2 1-4 0,-1-1-2 16,-1-1-5-16,2 0 0 0,0 0-2 0,0 0-2 15,0 0-5-15,-1 0-2 0,1 0-1 0,-2 0-2 16,0 0-3-16,2-1-1 0,-3-1 0 0,2 1-2 16,1-1-1-16,-4-1-2 0,0 2 2 0,1-2 0 0,1 1 0 15,-3 1 0-15,2-1 1 0,0 0 0 0,0 1 0 16,0 0 1-16,-1-1 1 0,4 2 0 0,-1-1 2 15,-4 1-2-15,5-2 1 0,-1 2-4 0,1 0 0 16,0-1-2-16,0 1-1 0,1 0 0 0,-1 0 0 16,5 0 1-16,-4 0 2 0,-1 0 1 0,4 0 1 0,-4 0-1 15,1 0 1-15,1 0-2 0,-2 0 0 0,0 0 2 16,0 0-1-16,0 0 2 0,0 0 0 0,0 0 4 16,0 0 2-16,0 0 1 0,0 1 2 0,0-1 0 15,0 0 0-15,0 0-4 0,-2 0-1 0,1 0-1 16,1 0-3-16,-4 0-1 0,4 0 0 0,-1 0-1 15,-4-1 0-15,2 1-1 0,0-2-2 0,1 1-5 0,-1-1-6 16,0 1-3-16,1-1-4 0,1-1-2 0,-3 2 0 16,3-1 2-16,-1 1 2 0,2-1 4 0,0 1 1 15,2 1 2-15,-1-2 3 0,3 2 1 0,-3-1 2 16,3 1-1-16,0 0 2 0,0 1-1 0,0 1 3 16,2-1-4-16,-2 1 3 0,0-1 2 0,0 2 1 15,-4-2 1-15,1 3 3 0,1-1 5 0,-2-2 7 0,0 2 8 16,-2-1 4-16,2 1 2 0,-1-2 2 0,-3 2-2 15,1 0-4-15,-2-1-7 0,1 1-1 0,-1-2-2 16,2-1 1-16,0 2 0 0,0-1 4 0,-1-1-1 16,3 0-3-16,-3-1-2 0,1-1-4 0,2 1-4 15,-2-1-5-15,3-1-4 0,-2 0-5 0,2 0-3 16,0-3-5-16,2 2-4 0,1-1-2 0,-2 1-2 0,2-2 1 16,1 1 2-16,-3 0 3 0,3 4 4 15,-3-1 2-15,2 0 3 0,1 0 1 0,-3 1 1 0,2 1 1 16,2 1 3-16,-4 1 0 0,1 0 4 0,0 1 6 0,1 2 3 15,-2 0 3-15,1 1 4 0,0-2 2 16,-2 1 0-16,1-1 0 0,-1-1 2 0,0 0 0 0,0 0 1 16,0 0-1-16,0-1-1 0,0-2-4 15,0 1-14-15,0-1-30 0,-1 0-48 0,1-1-80 0,-4 1-143 16,0-2-113-16,0-1-53 0,3 0-4 0,-4-3 25 16,4-1 69-16</inkml:trace>
  <inkml:trace contextRef="#ctx0" brushRef="#br0" timeOffset="155480.47">23336 13233 66 0,'0'0'55'0,"0"0"-11"0,0 0-11 0,0 0-8 15,0 0-8-15,-2 0-9 0,0 0-10 0,1 0-19 16,1 0-17-16,0 0-22 0,0 0-23 0</inkml:trace>
  <inkml:trace contextRef="#ctx0" brushRef="#br0" timeOffset="155786.01">23326 13228 21 0,'-3'-1'189'16,"3"1"7"-16,0 0-10 0,0 0-9 0,0-2-9 16,0 0-8-16,-1 2-9 0,1-1-8 0,0 1-11 15,0-1-12-15,0 1-15 0,-2-2-13 0,2 2-13 16,-1 0-13-16,1 0-7 0,-2 0-11 0,0 0-9 0,1 0-6 15,1 0-7-15,-4 2-6 0,0-1-5 16,0 0 1-16,0 3 2 0,-2-1 8 0,-1 1 2 0,2 1 4 16,-3-1 6-16,0 1 3 0,-2-1-1 0,0 2 0 15,-2 0-3-15,-3 3-3 0,1 0-6 0,-7 2-7 16,3 1-1-16,-3-1-6 0,-5 5-4 0,3-3-3 0,-1 2 0 16,1 0-1-16,0 1-2 0,0 1-1 0,1-2-2 15,2 0-2-15,2 2-6 0,3-4-7 0,-1-1-12 16,5 0-10-16,2-3-14 0,3 0-14 0,-1-3-11 15,2 0-11-15,5-3-8 0,0 0-17 0,0-1-20 16,5-4-30-16,2-1-49 0,1-1-55 0,2-2-56 16,0 0-12-16,1-3 16 0,2-2 35 0</inkml:trace>
  <inkml:trace contextRef="#ctx0" brushRef="#br0" timeOffset="156287.43">23301 13223 169 0,'1'-1'265'16,"1"-2"24"-16,0 0-40 0,1-1-55 0,0 1-46 16,0-2-31-16,2 1-20 0,1-2-10 0,0 0-8 15,-1 1-1-15,2-2 0 0,-2 1 3 0,1 1 5 16,-2-1 6-16,1 2 7 0,-2 1 4 0,-1-1 6 16,0 1 2-16,-2 1 3 0,1 0 4 0,-1 1 3 15,-1-1-2-15,1 2-9 0,-2 2-14 0,-1-1-20 0,-2 3-21 16,2-1-22-16,-5 2-13 0,2 3-6 15,-1 1-7-15,1 1 0 0,-2 1-2 0,2 4 0 0,-1 1 0 16,3 5-2-16,-3 2 0 0,1 2-3 0,2 4 2 16,-3 2-3-16,2 2 0 0,0 5 1 0,1 1-1 15,0 0 1-15,-2 0 1 0,5-1-1 0,-2 0 0 16,1-2-2-16,0-3 1 0,1-1-2 0,-1-2 3 16,1-2-1-16,-1-2 1 0,0-2 0 0,1-2 1 0,-2-2 0 15,3-4-2-15,-4-1-2 0,2-3-3 0,2-3-5 16,-2-1-1-16,0-1-5 0,2-4-14 0,-1 0-20 15,-1-3-24-15,1-1-31 0,-3-3-31 0,1-3-28 16,2-2-32-16,-1-4-34 0,0-2-45 0,1-2-51 0,-1-1-63 16,1 0-17-16,-3 0 18 0,0-1 44 0</inkml:trace>
  <inkml:trace contextRef="#ctx0" brushRef="#br0" timeOffset="157159.37">23177 13495 239 0,'2'2'303'15,"0"-1"26"-15,-2-1-48 0,1 0-65 0,-1 0-61 0,0 0-49 16,4 0-32-16,-3 0-21 0,1 0-10 0,-1 0-5 15,3 2-3-15,-3-2 2 0,2 1 1 0,2-1-1 16,-4 1 0-16,3 1 0 0,-3 0-1 0,1-1-4 16,-1 1-5-16,-1-1 0 0,0 1-4 0,0 1-3 0,0 1-3 15,-3-1-3-15,-2 2-1 0,4-2-1 0,-7 2-3 16,5 0-3-16,-3-2-1 0,1 0-3 0,-2 1 1 16,1-2-2-16,2-1 0 0,-1 1 0 0,2 0-1 15,-2-2 0-15,1-2-4 0,1-1-5 0,0 1-3 16,-1-3-5-16,4 0-1 0,-3-5-1 0,3 5 2 0,-2-4 4 15,2 2 4-15,0-1 2 0,2 1 2 0,-2 1 4 16,1 0-1-16,1 1 1 0,-2 1 1 0,1-1-1 16,4 1 0-16,-2 1-1 0,0 0 1 0,-1 1 1 15,1 1-1-15,0-1 1 0,-1 2 0 0,-1 0 0 16,3 2 0-16,-4-2 2 0,1 1 2 0,-1 1 3 16,0-1 3-16,-1 2 1 0,-1-1 2 0,0 0 0 0,1 2-2 15,-4 0 1-15,2-1-1 0,-1 0-1 16,0 0 2-16,-1-2-2 0,4 3 1 0,-1-3-2 0,1-1-2 15,-1 2-1-15,0-2-3 0,2 0-1 0,2 0-1 16,0 0-1-16,-1-2 1 0,1-3-1 0,4 3 0 16,-2-3-1-16,1-1-5 0,2-1-3 0,-2-1-3 15,1 0-2-15,1 1-1 0,-2-2 1 0,2 4 4 0,-2-3 4 16,-2 1 3-16,0 4 3 0,0-1 1 0,-2 2 2 16,-1 1 0-16,0 0 1 0,0 2 0 0,0 0 1 15,-1 3 1-15,1 0 3 0,-5 4-1 0,4 0 2 16,-2 0 3-16,1 2 0 0,-1 0 0 0,1-1 1 15,1 0 0-15,-3 0 4 0,3 0 0 0,-1-2 3 16,0-1-1-16,1 0-1 0,-1-4-2 0,2 2-4 0,-1-1-1 16,1 0 1-16,0-2 4 0,0-1-1 15,-3 2 1-15,3-2-1 0,-2-2-3 0,2 1-6 0,-1-2-7 16,-1-1-4-16,2-1-6 0,0-1-5 0,0 2-3 16,0-2-2-16,2-2 2 0,-1 2 1 0,-1 0 3 15,2 2 4-15,1-1 4 0,-2 1 1 0,1-1 1 0,-1 2-2 16,3 0 0-16,-3 0-1 0,-1 2-3 0,0 0-1 15,2 1-2-15,0 0-4 0,-2 0-7 0,0 0-8 16,0 1-13-16,-2 1-20 0,0 2-35 0,1 0-62 16,-3-1-106-16,1 2-77 0,-3-1-33 0,2-1-1 15,-3 0 26-15</inkml:trace>
  <inkml:trace contextRef="#ctx0" brushRef="#br0" timeOffset="191723.27">23801 12823 84 0,'-2'-1'132'0,"0"-1"-2"0,1 1-9 15,-2-1-13-15,1 1-10 0,0-3-10 0,1 4-11 16,-2-1-11-16,0-1-13 0,1 2-9 0,1-1-10 0,-1 1-9 15,0-1-7-15,1 1-4 0,-2 0-6 16,3 0-1-16,-2 1-5 0,0-1-1 0,2 1 0 0,0-1-1 16,0 2 0-16,0-1 0 0,0-1 4 0,0 0 8 15,0 0 9-15,2 0 11 0,0 0 15 0,-2 0 9 16,3 0 14-16,-2-1 8 0,1-1 8 0,0 2 5 0,-1-1 5 16,-1 1 2-16,2-1-1 0,-1 1 0 0,-1-2-5 15,0 2-3-15,0-1-9 0,-1-1-8 0,-1 2-14 16,1 0-11-16,-4 3-13 0,0-1-10 0,2 0-8 15,-4 1-6-15,0 4 0 0,0-3-2 0,3 2-3 16,-1 0-1-16,-2 0-2 0,4 1 0 0,0 0 2 16,0 0-3-16,2 1 1 0,-1-1 0 0,2 0 3 0,0 4 4 15,2-1 6-15,-2 2 8 0,3 4 12 16,-2 1 14-16,2 2 6 0,-1 3 10 0,-1 1 7 0,2 2 13 16,-3 1 0-16,0 2-2 0,0 1 5 0,0-1 0 15,-1 2-5-15,-1-1-12 0,1-1-8 0,1 1-9 16,-2 0-13-16,-1-4-11 0,3 0-12 0,0-2-6 15,0-2-4-15,0-2-1 0,0 0-5 0,0-5 0 16,0 0 1-16,3-4-2 0,-1-1-1 0,-2 0-10 16,0-3-7-16,0 0-11 0,0-1-16 0,0-1-13 0,0-2-19 15,0 1-11-15,0-2-19 0,0-1-18 0,0-1-15 16,0-2-11-16,0-2-12 0,0-2-14 0,0-3-11 16,0 0-12-16,0-2-27 0,0-2-54 0,0 1-65 15,0-2-18-15,-5-2 12 0,4 1 27 0</inkml:trace>
  <inkml:trace contextRef="#ctx0" brushRef="#br0" timeOffset="192818.73">23766 12805 42 0,'3'0'219'16,"2"0"23"-16,-2 0-20 0,-1 0-44 0,1 0-34 15,-2 0-20-15,-1 0-9 0,0 0-1 0,0 0 0 16,-1 0 0-16,2 2-3 0,-1-2-9 0,-1 1-9 16,-1-1-13-16,1 1-10 0,-3-1-7 0,3 3-3 15,-4-3-6-15,2 4-4 0,-1-3-5 0,0 1-5 0,-1-1-9 16,2 1-7-16,-2-1-8 0,4 1-5 0,-2 0-3 15,1-2-3-15,0 1-2 0,1-1-1 0,1 1-1 16,0-1-1-16,0 0 1 0,0 0 0 0,0 1 3 16,0-1 1-16,-2 0 5 0,2 0 4 0,0 0 6 15,0 0 6-15,0 0 6 0,0 0 7 0,-2 0 4 0,2 2 2 16,-1 0-3-16,-1-2 2 0,1 0-6 0,-4 3-5 16,4-2-3-16,-2 2-5 0,-1 1-3 0,1-1-5 15,-2 1-3-15,0 0-2 0,1 2-3 0,-4-2-2 16,2 1 0-16,-1 0-2 0,-1 1 0 0,1-2-2 15,-1 1 2-15,0-1-1 0,-2 2-1 0,-1 0-1 16,2-1 0-16,-3 0-2 0,2 1 0 0,0 1-3 0,0-3 2 16,0 2-2-16,2-1 3 0,-1 0 0 15,0 0 1-15,3-1-1 0,1-1 1 0,2 1-1 0,0-1-3 16,-1-2 0-16,3 2 2 0,-1-1 1 0,2 0-3 16,2-2 3-16,-1 1 2 0,3-1 0 0,-3 1 1 15,1-1-1-15,3 0 0 0,-2 0 2 0,2 0 1 16,1 0 0-16,-2 0 1 0,0 0 2 0,1-1 2 0,-1 1 2 15,3-1 2-15,0 1 1 0,0 0 2 0,-1 0-1 16,1 0 1-16,-1 0 1 0,2 0-1 0,-4 0 4 16,4 0 5-16,-3 0 4 0,4-2 3 0,-2 2-2 15,-1-2-4-15,2 2-4 0,-1 0-6 0,0 0-8 16,-2 0-3-16,1 0-3 0,1 0 1 0,-1 0-1 16,3 2 1-16,-2 0-3 0,1 0 6 0,3-1 0 0,-3 4 5 15,1-2-1-15,1 0 2 0,1 1 2 16,-2-2-1-16,-1 1-2 0,2-1 0 0,-2 1 0 0,1-3-1 15,-2 1 2-15,0-1-4 0,0-1 4 0,-3 1 2 16,3-2-2-16,-2 1 6 0,-4 1 5 0,4 0 12 16,-2-2 13-16,-3 2 18 0,0 0 16 0,0 0 13 0,0-2 5 15,0 2 3-15,0-1-4 0,0 1-8 0,0-1-7 16,0 1-2-16,-2-1-1 0,1 1 2 0,-1-2 2 16,-1 0 0-16,3 2-1 0,-1 0-8 0,1-1-10 15,-2-1-12-15,2 1-16 0,-1-1-11 0,1 1-14 16,0-1-6-16,0 0-4 0,1 0-2 0,-1 1 2 15,2-3-2-15,-2 1 3 0,1 0-3 0,-1-2 2 16,3 2-3-16,-1-1-1 0,-2 1 1 0,1-1-1 16,-1-1 1-16,0 2-1 0,0-3-2 0,-1 2 1 0,1-1-2 15,-5-1 2-15,4-1 1 0,-1 4 1 0,1-3 0 16,-3-2 2-16,3 2 1 0,-3 0-1 0,1-1-1 16,2 1 0-16,-3-2 1 0,1 2-3 0,2 0-1 0,-3 1-1 15,0 0 3-15,1 0-3 0,1 0 1 16,-1 3 1-16,1-3-1 0,-1 2 2 0,2 0-1 0,-1 2 0 15,0-3-3-15,1 1-2 0,-2 2-7 0,3 0-18 16,-2 1-20-16,0-2-34 0,2 2-38 0,0-1-52 16,0 1-57-16,0 0-54 0,-1 0-56 0,1 0-49 15,-3 0-66-15,3 0-106 0,0 0-41 0,-5 1 16 16,2 1 47-16,-3-1 69 0,1 0 100 0</inkml:trace>
  <inkml:trace contextRef="#ctx0" brushRef="#br0" timeOffset="201586.37">24145 12026 171 0,'4'-4'222'0,"-3"1"-11"0,2 0-43 0,-3 1-44 16,5 0-30-16,-5-1-23 0,1-1-12 0,-1 2-9 0,2-2-8 15,0-1-3-15,-2 3-7 0,1 1-3 0,1-1 6 16,-2 2 1-16,0-2 4 0,0 2 2 0,0-1 0 16,0 1-3-16,0 0-5 0,0 0-6 0,0 1-9 15,0-1-6-15,0 2-5 0,0 0-5 0,0-1-1 16,0 1-2-16,0 2 0 0,0-1-1 0,0 1-1 16,-2 0 0-16,2-1-1 0,0 0 1 0,0-2 0 0,-1 2-2 15,1 0 4-15,0-2 1 0,-2 2 0 0,-1-3 1 16,-2 4 1-16,2-1 3 0,0-2-1 0,1 2 3 15,1-1 2-15,-1 0 4 0,1 0-1 0,-3-2 1 16,3 1 0-16,-1-1-2 0,0 2-4 0,1-2-2 16,-1 2-2-16,1-2 0 0,-4 0-2 0,4 0-1 15,-4 0 0-15,2 0-3 0,0 0 1 0,-2 0 0 16,-2 0-1-16,1 0 1 0,2 0 2 0,-1 0 3 16,-2 0 2-16,1 0 4 0,-2 0 4 0,4 0 8 0,-1 0 4 15,0 0 8-15,2 0 3 0,-1 0 4 0,3-2 1 16,-1 2-2-16,1-2-3 0,1 2-2 0,0-1 0 15,0 1 0-15,0 0 0 0,0-2 2 0,0 2 6 16,0-1 1-16,0 0 3 0,0 1 3 0,-2-2 1 16,0 2 2-16,2-1-5 0,-2-1 1 0,0 1 2 0,0 0 2 15,-1-1-1-15,2-2-4 0,-1 4 3 0,0-3 0 16,1 3-1-16,-1-1 0 0,1 1 6 0,-3-1 9 16,4 1 11-16,-1-2 9 0,1 2 9 0,0-2 6 15,-2 1 5-15,2 1 4 0,0 0-1 0,0 0-3 0,0-1 1 16,0 1 0-16,0 0-6 0,2 0-3 15,-2 1-6-15,0-1-2 0,0 0-7 0,1 0-9 0,-1 0-9 16,0 0-11-16,0 0-13 0,0 0-13 0,2 0-11 16,0 0-9-16,-2 0-4 0,1 0-2 0,2 0 1 15,-1 3 0-15,0-1 2 0,-1-1 5 0,2 2 5 16,1-2 0-16,-2 3 1 0,3-2 4 0,-2-1 2 16,1 0 2-16,0 1 2 0,1-1 0 0,3 1 2 15,0 0 1-15,0-2 1 0,2 2-1 0,2-2-2 0,1 0 0 16,-2 0-2-16,1 0-4 0,1 0-5 0,0 0-4 15,-2 0-3-15,-2 0-1 0,1 0 1 0,-2 0 1 16,0 0-4-16,-4 1 2 0,4-1-3 0,-3 2 0 16,-2 0 0-16,0-1 2 0,0 1 0 0,1-1 1 15,-3 1 1-15,3 1-1 0,-3-1-1 0,1 0-2 0,-1-1 4 16,4 1-3-16,-4 0-2 0,1-1 0 0,-1 1 0 16,1-1 1-16,1 2-4 0,0-3 0 0,-1 4 1 15,1-3 5-15,-1-1-5 0,0 1 0 0,1-1-1 16,-3 1 0-16,0-1 0 0,1 0-2 0,-1 0 3 15,3 0 3-15,-3 0 3 0,0 0 8 0,0 0 10 16,-3 0 8-16,3 0 9 0,-1 0 7 0,1 0 3 16,0 0-1-16,-3 0-7 0,1 0-9 0,0 0-7 0,1 0-11 15,-3 0-5-15,4-1-6 0,-1 1-5 0,-1 0 2 16,2 0-2-16,-1 0 0 0,1 0-1 0,0-1 0 16,0 1 1-16,0 0-1 0,0 0-2 0,0 0 0 15,0 0 0-15,0 0 1 0,0 0 1 0,0-1 0 0,0 1 1 16,0 0 0-16,0 0 2 0,0 0-1 0,0 0 1 15,0 0-2-15,0-2-1 0,0 0 1 0,-2 2-2 16,2 0 1-16,-2-1-4 0,2-1 4 0,0 2 0 16,0 0 0-16,0 0 1 0,0 0 1 0,0 0-2 15,0 0 0-15,0 0-1 0,0 0-1 0,0 0-1 0,0 0-1 16,0 0 1-16,0 0 2 0,0 0 0 0,0 0-2 16,0 0-1-16,0 0 2 0,0 0 0 0,0 0-2 15,0 0 1-15,0 0 3 0,2 0 2 0,-2 0-3 16,0 0 2-16,0 0 0 0,0 0 0 0,0 0 2 15,0 0-2-15,0 0 3 0,0 0 0 0,0 0-1 16,0 0 0-16,0 0-3 0,0 0 2 0,0 0 1 0,0 0-3 16,-2 0 0-16,2 2-1 0,0-2 0 0,0 0-2 15,0 0-2-15,0 1 2 0,0-1-2 0,2 0 4 16,0 2 0-16,-1 0 1 0,1-1-1 0,-1 0 1 16,3 0 1-16,-1 1-1 0,2 0 0 0,-4-1-1 15,5 1 0-15,-1-1-2 0,0 1 3 0,0-2-1 0,0 1 0 16,-1-1 0-16,1 2 1 0,-1-1 0 0,1-1-2 15,0 0 0-15,0 0 2 0,-2 0 1 0,0 0-1 16,2 0 1-16,-1 0 1 0,0 0 0 0,-3 0-1 16,3 0 1-16,-3 0 1 0,1 0 1 0,-1-1-3 15,3-1-1-15,-3 2 0 0,-1 0-1 0,3 0-1 16,-1 0 0-16,1 0 2 0,-2 0 0 0,1 0-1 0,0 0 0 16,1 0 1-16,0 0 0 0,0 0-2 0,0 0 1 15,2 0 1-15,-2 0-1 0,1 0 1 0,2-1-1 16,-3 1 0-16,0 0 1 0,0-2 0 0,0 2 1 15,-1 0-2-15,0 0 1 0,-1 0 2 0,3 0-1 16,-4 0 0-16,1 0-1 0,1 0 2 0,-2 0-1 0,0 0 0 16,1 0-1-16,-1 0-1 0,3 2 1 15,-1-2-2-15,1 0-1 0,-2 0-1 0,-1 0 1 0,4 0 0 16,-1 0 1-16,0 0 2 0,-1 0 1 0,1 0 2 16,0 1-1-16,0-1 0 0,-3 0 1 0,5 0-2 15,-4 0 0-15,1 0-1 0,-1 2 2 0,-1-1 1 16,2-1-2-16,0 0-1 0,-2 0 0 0,0 2-2 0,0-2-1 15,0 1 1-15,0 0 0 0,0-1 0 0,1 2 1 16,-1-2 2-16,2 2 0 0,-1-2-1 0,-1 0 0 16,2 0 0-16,0 1 0 0,-2-1-1 0,0 2 1 15,0-2 2-15,-2 0 0 0,0 0 1 0,2 1 1 16,-3 1-3-16,2 1 2 0,-4 0 0 0,-3-1-2 16,-1 5 1-16,-1 0 0 0,-2 0 0 0,0 3-2 0,0 0-1 15,-2-1 1-15,1 2 2 0,0-2-2 0,1-1 0 16,0 3 2-16,0 0-1 0,1-2 1 0,-2 1-1 15,4-1-2-15,-6 2 1 0,1 0-1 0,1 2-6 16,-2-1-11-16,-1 1-14 0,-1 2-12 0,1 0-13 0,-3 1-16 16,0-2-10-16,1 1-11 0,3 0-13 0,-1 0-14 15,-1-1-26-15,4-2-29 0,0-3-38 0,4 1-42 16,-1-2-48-16,4-3-46 0,2 0-37 0,0-2-43 16,2 0-53-16,2-3-59 0,0 0 6 0,0-3 40 15,4-1 59-15,-2-1 78 0</inkml:trace>
  <inkml:trace contextRef="#ctx0" brushRef="#br0" timeOffset="202631.41">24188 12209 70 0,'5'0'284'15,"-1"0"33"-15,0-2 20 0,-1 0-74 0,-2 2-71 16,3-1-49-16,-3 1-30 0,-1-2-19 0,3 2-11 15,-1-1-11-15,0 1-13 0,0-2-6 0,-2 2-10 16,2-1-2-16,0 1-2 0,-2 0 2 0,0 0 6 16,1 0-2-16,-1 0 3 0,0 0 1 0,-1 0 1 15,1 1 3-15,-2-1 0 0,0 2 1 0,0-1-2 0,-2 2-8 16,1 1-5-16,-2-1-9 0,1 2-12 0,-1 1-8 16,-2-1-3-16,1 1-2 0,0 0-4 0,1-2 0 15,-1 0 1-15,3 1 3 0,-2-2-1 0,0 0-2 16,4-1-1-16,-2-1 2 0,-1-1-3 0,3 0-3 15,-2 0-6-15,-1-3-4 0,3 0-5 0,-3 0-4 0,1-2-4 16,2 1 1-16,-4 0 3 0,4-1 5 0,-2 0 5 16,-1 0 3-16,3 0 4 0,-2 2 1 0,3 0 3 15,0 1 1-15,-2 1-1 0,2 0-1 0,0 0 1 16,0-1 1-16,0 0-2 0,2 2 1 0,-2-1-1 16,0 1 0-16,1 0-1 0,1 0 2 0,-2 0 2 15,0 0 0-15,0 0-1 0,0 0 2 0,0 0 0 0,0 1 0 16,0-1-4-16,0 2 2 0,0-2 2 0,0 0 0 15,0 0 0-15,0 0 2 0,0 0 3 0,0 0 5 16,0 0-2-16,0 0 3 0,-2 0 0 0,1-2 1 16,1 2-4-16,0-1-4 0,-2 1-1 0,0-2-1 15,1 1-2-15,-1-1-1 0,0 1-3 0,2-3 1 16,-1 3 0-16,-1 1-2 0,2-2-1 0,0 2 1 0,0-1 1 16,0 1-1-16,0 0 1 0,3 0-2 15,-1 0 4-15,1 1-1 0,1-1-1 0,-1 2 0 0,0-2 2 16,2 1 0-16,-4 3 0 0,5-4-2 0,-3 1 1 15,-1-1 2-15,1 2 4 0,-1-2 9 0,0 1 12 16,-1-1 15-16,1 0 15 0,-2 0 17 0,0 0 12 16,0 0 10-16,0 0 5 0,-2-1-8 0,1 1-11 0,1-2-13 15,-2 2-17-15,0-1-17 0,2-1-16 16,-1 0-7-16,1-1-4 0,-2 2 0 0,0-2-7 0,2-1 3 16,0 1-1-16,-3 0 0 0,2-1-2 0,-2 3 0 15,1 0 6-15,1-1 10 0,-2 0 6 0,-1 2 4 16,1 0 0-16,0 0 1 0,0 2-7 0,-2 1-9 0,3 0-8 15,-1 0-3-15,0 1 0 0,2-2 0 0,-2 3 1 16,3-4-1-16,0 2 0 0,0-2-3 0,0 1 3 16,0 0-1-16,0-2-1 0,0 1 2 0,0-1 3 15,0 0 2-15,0 0-3 0,0 0 2 0,0 0 0 16,0 0 4-16,-2-1-5 0,0 1-4 0,2-2-10 16,-1 0-11-16,1 1-12 0,0-1-8 0,0 1-3 15,0 0-1-15,-2-1 10 0,0 2 11 0,2-1 10 16,0-1 2-16,0 2 4 0,0 0 2 0,0 0-1 0,0 0-1 15,2 0 1-15,0 0 0 0,-2 0 0 0,1 0 1 16,3 0 3-16,-3-1-1 0,1 1 2 0,-1-1 0 16,4 1 3-16,-4 0 1 0,-1 0 0 0,0 0 0 15,2 0 1-15,-2 0 2 0,0 0 3 0,0 0 3 16,-2 0 6-16,2 1 11 0,-1-1 1 0,-1 1 0 16,-1-1 0-16,2 2-2 0,-2-1-5 0,3-1-7 0,-4 2-4 15,4-2-3-15,-1 1 0 0,1-1-3 0,0 0-8 16,0 0-22-16,0 0-38 0,0-1-59 0,1-1-102 15,-1 2-187-15,4-3-122 0,-1-1-48 0,1-3 1 16,-1 0 41-16,4 0 91 0</inkml:trace>
  <inkml:trace contextRef="#ctx0" brushRef="#br0" timeOffset="203518.94">24659 12003 196 0,'-2'2'351'0,"2"0"41"0,-1 0 37 0,1-2-87 0,0 0-76 16,-2 0-45-16,2 0-29 0,-1 0-17 16,1-2-17-16,0 0-13 0,0 2-13 0,0 0-16 0,1-1-7 15,1 0-2-15,-1 1 13 0,1-2 14 0,1 2 14 16,0 0 17-16,2 0 9 0,2 0 9 0,0 2-2 15,1-2-15-15,2 0-22 0,1 0-18 0,0 0-23 16,0 0-26-16,5 0-25 0,-3 0-13 0,2-2-7 16,1 2-7-16,0-2-6 0,0 2-6 0,-1-1-5 0,2 1-1 15,-2-1-4-15,0-2-2 0,0 3 1 0,0-2-1 16,-3 1-4-16,1-1-10 0,-4 0-15 0,4 1-23 16,-5 0-34-16,-2 1-36 0,1 0-36 0,0-2-35 15,-4 1-26-15,1-1-24 0,-3 2-23 0,-1 0-18 16,-1 2-14-16,-4-1-9 0,0 1-12 0,-3-1-10 15,-1 2-17-15,-2 0-42 0,-2-1-23 0,-3 5 16 0,-3-3 33 16,-1 5 48-16</inkml:trace>
  <inkml:trace contextRef="#ctx0" brushRef="#br0" timeOffset="203742.94">24597 12190 301 0,'0'3'370'16,"0"0"46"-16,-1-1 5 0,1-1-83 0,0-1-60 15,0-1-39-15,0 1-34 0,1-2-24 0,-1 0-22 0,4 1-12 16,0-1-16-16,3 0-12 0,2-3-10 16,1 3-10-16,1-2-13 0,3 1-11 0,0 0-17 0,2-2-13 15,-2 3-13-15,5-1-10 0,-3 0-3 0,1 1-6 16,-1 0-6-16,2 0-2 0,-4 2-1 0,0 0-14 16,-3 0-28-16,2 0-37 0,-5 0-35 0,-2 1-43 15,1 0-35-15,-4-1-27 0,-2 2-18 0,-1-2-19 16,-1 2-22-16,-1-2-37 0,-3 0-73 0,0-2-30 15,1 0 7-15,-4 0 35 0,-1-3 49 0</inkml:trace>
  <inkml:trace contextRef="#ctx0" brushRef="#br0" timeOffset="204002.02">24790 11886 121 0,'-1'0'309'0,"-2"0"30"16,3 1 22-16,-4-1-81 0,3 4-71 0,-2-2-44 15,-1 3-24-15,3 2-7 0,-5 2 0 0,3 2-2 0,-1 1-9 16,3 3-17-16,-2 1-9 0,-1 1-18 16,3 3-15-16,-2 0-15 0,-1 1-11 0,0 0-6 0,1 2-9 15,-2-2-6-15,2 1-6 0,-4-2-2 0,2 0-5 16,1 0-3-16,-2-1-8 0,-1-1-14 0,3-2-19 16,-1 0-20-16,0-4-25 0,0 2-24 0,1-4-19 15,1 1-16-15,-1-4-13 0,3 0-13 0,-3 0-17 16,4-4-24-16,-1-2-37 0,1-1-57 0,0 0-15 15,1-4 8-15,3-5 28 0</inkml:trace>
  <inkml:trace contextRef="#ctx0" brushRef="#br0" timeOffset="204203.52">24863 11952 84 0,'11'-8'282'15,"-3"2"36"-15,-1 0 21 0,2 2-72 0,-3-1-66 16,1 1-44-16,-3 1-32 0,3-1-23 0,-1 3-10 15,-2 1-7-15,3 0-7 0,-2 1 1 0,1 3 4 16,-3 2 7-16,3 2 11 0,-2 2 7 0,-1 2 0 16,-2 2 1-16,1 5-8 0,-2-1-12 0,-2 4-25 0,1 1-17 15,-2 2-13-15,-2 0-27 0,-3 1-41 0,3 3-53 16,-3 0-58-16,0-1-69 0,-2 2-82 0,2 0-123 16,-4 0-48-16,2 0 3 0,-3-3 33 0,0 0 55 15</inkml:trace>
  <inkml:trace contextRef="#ctx0" brushRef="#br0" timeOffset="-214475.75">24850 12600 155 0,'0'-2'267'0,"0"2"26"0,-3 0-27 0,2-1-58 16,-3 1-46-16,3 0-30 0,-4 0-18 15,-1 1-12-15,1-1-9 0,-1 2-2 0,3-1-4 0,-2 1-4 16,2-1-6-16,-1 0-6 0,2 1-10 0,2 0-5 16,-2-2-4-16,0 0 0 0,2 3-1 0,0-3 4 15,0 3 6-15,0-1 10 0,0 3 5 0,0 1 9 16,0 0 12-16,0 1 7 0,0 4 13 0,-1 1 10 0,-1 2 7 15,2 1 7-15,-3 1 4 0,0 4 5 16,0 1-5-16,-4 2-8 0,2 2-6 0,-4 2-8 0,3 3-13 16,-2-1-18-16,-3 3-20 0,1 2-16 0,2-2-14 15,-1 1-12-15,0-1-10 0,1-2-6 0,-1-2-7 16,3-1-1-16,-1-3-2 0,3-3-1 0,1-1-4 16,0-5-4-16,1-2-16 0,2-1-21 0,-1-4-22 15,1-1-23-15,0-1-28 0,0-2-31 0,0-2-26 16,0-2-28-16,1-5-29 0,1 1-25 0,-1-5-22 0,3-3-25 15,1-3-26-15,-2-1-50 0,1-3-71 0,-1-3-16 16,-1-2 17-16,-1-5 41 0,3 0 62 0</inkml:trace>
  <inkml:trace contextRef="#ctx0" brushRef="#br0" timeOffset="-213759.72">24869 12592 109 0,'5'-8'249'0,"-2"3"28"15,1-3-15-15,-1 2-55 0,-2 0-33 0,-1-1-16 16,4 1-8-16,-4 1-5 0,1 2 2 0,1-1-2 15,-2 0-9-15,0 2-9 0,0 1-13 0,0-1-10 16,0 2-17-16,-2 0-10 0,1 0-11 0,-1 2-11 0,0 0-7 16,-1 3-5-16,-2 1-4 0,2 1-8 0,-2 2-5 15,-1 0-6-15,3 0-6 0,-3 1-3 0,1 0-4 16,-2 0-2-16,3 1-1 0,-5-3 2 0,4 1-1 16,-3-1-3-16,0 0 2 0,-2-1-2 0,1 0-1 15,-2 1-1-15,-2-1-2 0,0 0 2 0,1-1 0 16,-1 0-2-16,0-2-1 0,-1 1 2 0,1-2 1 0,1 0-1 15,1 0-1-15,1-2 0 0,0 0 1 16,1 1-1-16,3 0 0 0,0-2 2 0,-2 0 1 0,2 0 0 16,2 0 0-16,0 0 0 0,0 0 1 0,1-2 0 15,0 2-2-15,-1-2 0 0,4 2 3 0,-4 0 1 16,4 0-1-16,-1 0 2 0,-1 0 2 0,2 0 0 0,0 0-3 16,0 0-1-16,0 0 0 0,0 0-2 0,2 0-1 15,-1 0 3-15,3 2 6 0,0-2 5 0,1 2 8 16,0 1 5-16,3-2 7 0,-2-1-2 0,5 3 2 15,-2-1-2-15,3-2-4 0,0 1-3 0,1 1-4 16,1-1 0-16,0 0-3 0,3 1-3 0,-2 1 0 16,2-1 1-16,-1 1 1 0,1-3 6 0,1 6 7 15,-1-3 8-15,2-1 3 0,-3 0 5 0,0 1 2 16,0-1 9-16,-2 1 16 0,-1-2 10 0,-2 0 9 0,-1 1 3 16,-1-2 6-16,-1 0-1 0,-4 0-1 0,2 0 7 15,-2-2 18-15,-1 1 16 0,-2 0 7 0,-1-2 1 16,0 1-10-16,-1 1-19 0,-2-3-23 0,-1 0-19 15,-2 1-11-15,2-1-12 0,-1-1-9 0,0 2-6 0,-2 0-3 16,3 0-5-16,-2 0-6 0,3 0-4 16,-2 3-2-16,2-1-3 0,-1-2-8 0,3 3-1 0,-3-2-3 15,4 2 1-15,-1-2-5 0,-1 1 1 0,2 0 2 16,-1-1-3-16,-2-2-2 0,0 1-4 0,0-4-7 16,-1 2-18-16,0-4-26 0,-3-2-45 0,-1-1-80 0,-3-3-123 15,0-3-137-15,-1-1-154 0,-3-6-171 16,2-1-61-16,-2-2 23 0,-1 0 98 0,0-1 125 0,2 4 167 15</inkml:trace>
  <inkml:trace contextRef="#ctx0" brushRef="#br0" timeOffset="-138559.6">17516 13045 119 0,'3'0'163'0,"-2"0"-31"0,-1 0-46 0,0 0-32 16,0 0-25-16,0 2-14 0,-3-1-9 0,2 1-5 15,-3-1-1-15,1 2-1 0,3-1-11 0,-1 1-19 0,-4 0-38 16,4-3-50-16,-2 3-25 0,-1-2-11 0</inkml:trace>
  <inkml:trace contextRef="#ctx0" brushRef="#br0" timeOffset="-137292.62">17619 13023 167 0,'0'-2'234'0,"0"1"6"0,0-1-42 15,0 0-43-15,0 1-37 0,0-2-19 0,0 3-11 0,0-1-8 16,0-1-10-16,0 2-11 0,0-1-10 15,0 1-9-15,-2 0-10 0,0 0-7 0,2 0-2 0,0 0 4 16,0 0 3-16,-1 0 5 0,1 0 4 0,-2 0 4 16,2 0 0-16,0 0 1 0,-1 0-6 0,1 0-3 15,-4 0-4-15,3 1-5 0,-2-1-5 0,-1 3-6 16,-2-3-3-16,2 3-3 0,-3-2 0 0,1 3-1 0,-1-1-1 16,-2 1 1-16,0 2-1 0,-1-1 1 0,-1 1 0 15,1 1-1-15,-1-1-3 0,-1-1 0 0,2 2 1 16,-4 1-2-16,1-1 0 0,1 0 0 0,-4 2 1 15,3-1-1-15,-2 0-1 0,0-1 1 0,0 0 0 16,0 1 0-16,0 0 0 0,0 1-1 0,0-2 1 0,0 1 0 16,0-1-1-16,-2 2-1 0,3-1 1 15,-2-2 3-15,2 1-2 0,2-2-1 0,0 2 1 0,2-3 0 16,-2 0-1-16,6-1-2 0,-2 0 2 0,4-1 0 16,-3 0-1-16,2 0-2 0,2-1 3 0,0-1 1 15,0 0 1-15,-2 0 0 0,4 0-1 0,-1 0-1 16,-1 0 0-16,0 0 0 0,-1 0 0 0,1 1-1 0,-2-1 0 15,1 2 0-15,-5-2 1 0,4 2 1 0,-3 1-1 16,0-1 0-16,0 0 0 0,2-1 0 0,-2 3 1 16,1-3 0-16,2 0-1 0,-1 2 1 0,2-3-1 15,2 2 0-15,-1-2-1 0,1 2-2 0,1-2 1 16,-1 0 2-16,0 0-1 0,2 0 1 0,0 0 0 16,0 0 3-16,0 0-2 0,0 0 1 0,0 0 1 15,0 0 1-15,0-2 4 0,2 2 2 0,0 0 1 0,-2 0 2 16,0-2-1-16,1 2-1 0,-1-1-3 0,2-1-1 15,-1 2-3-15,1 0-2 0,0 0-2 0,-1 0 0 16,2 0 0-16,2 0 0 0,-2 2-1 0,2-1 2 16,0-1-1-16,-1 2 0 0,1-2 0 0,-2 2 0 15,3-2 1-15,-1 2-1 0,0-1 1 0,-2-1 1 16,4 0-1-16,-2 1-1 0,-2-1 1 0,3 2 2 16,-3-2-1-16,2 0-1 0,-2 0 0 0,0 1 2 0,0-1-3 15,1 0-2-15,-3 0 1 0,2 0 0 0,2 0 1 16,-2 0 0-16,0 2 0 0,2-2 0 0,0 2 1 15,0-2 0-15,1 1 0 0,1-1 0 0,2 0 1 0,-1 0-1 16,2 1-1-16,2-1 0 0,-3 1 0 16,4-1 0-16,-1 2-1 0,2 0 1 0,-1-2 0 0,0 1 0 15,-1 1 0-15,0-1 1 0,0 1-1 0,-1 1 1 16,-1 0 0-16,1-1 0 0,-3 3-1 0,-2-2 1 16,2 3-1-16,-3-2 1 0,2 1-2 0,-3-2 0 15,1 2 1-15,-1-1 1 0,1 1 0 0,-2-2 1 16,3-2 2-16,-1 2 2 0,2-1-1 0,-3-2 1 15,4 1 1-15,0-1 0 0,-2 0 0 0,4 0-3 0,-2-1 2 16,3 1-2-16,-2-2-1 0,1 2-2 0,2 0 0 16,-2 0 1-16,0 0-2 0,0 0 0 0,-1 2 0 15,-1-2 0-15,-2 1 0 0,1-1 0 0,-2 2 0 16,0-1 0-16,-2 0 0 0,1 1 0 0,-3 0-1 16,2-1 1-16,-1 1 0 0,1 1-2 0,-3-3 2 15,0 3-1-15,0-2 1 0,0-1-1 0,0 2 0 0,1-2 2 16,-1 1-1-16,4-1 1 0,-3 2 0 15,1-2 0-15,-1 1 1 0,3 0-1 0,-1-1 1 0,0 0-1 16,-1 2-1-16,1 0 0 0,0-2-1 0,1 0 0 16,-2 1 0-16,1-1 1 0,0 2 0 0,-1-2 0 15,0 0 0-15,-1 0 0 0,-1 3-8 0,2-2-16 16,-1-1-21-16,-1 1-24 0,-3 1-40 0,2 1-59 0,-6 2-98 16,1 0-74-16,-8-2-27 0,-1 2 2 0,-2-4 27 15</inkml:trace>
  <inkml:trace contextRef="#ctx0" brushRef="#br0" timeOffset="-136209.66">17456 13215 124 0,'-4'4'193'0,"3"-1"-12"0,-1 2-49 16,2-4-42-16,0 1-26 0,0 1-17 0,3-2-7 16,-1 0-5-16,1-1 0 0,4-1 2 0,-2 1 1 15,-1-1 1-15,4-2-2 0,-2 0-2 0,1 1-5 16,-4-1-5-16,0 0-5 0,0 2-4 0,2-2-4 16,-5 0-3-16,0 1-5 0,-5 1-1 0,2 1-1 0,0-2-2 15,-2 2 0-15,0 2-1 0,-3-1 0 0,2 1 0 16,-2-2 0-16,3 4 1 0,1-1 1 0,-1-1 0 15,2 0-1-15,-1 2 1 0,2-3 0 0,0 1 3 16,2-2 2-16,2 3 4 0,-2-2 5 0,2 2 9 16,0-3 8-16,0 0 3 0,-1 2 4 0,2-2 8 15,-3 0 2-15,0 0 8 0,2 0 6 0,0 0 7 0,-1-2 2 16,2 2 2-16,-3-2-3 0,2 1-7 0,0 0-9 16,-2-2-11-16,0 3-9 0,0-3-8 0,0 1-6 15,0-1-7-15,0 2-6 0,0-1-3 0,0 1-2 16,0-1-1-16,-2-2 0 0,0 4 0 0,1-2 1 15,-1 1-1-15,1-1 1 0,-3 1-1 0,4-1-2 16,-3 1 0-16,2-1-2 0,-3 2 0 0,2-1 1 0,0 1 1 16,0-2-1-16,1 2 1 0,-1 0 0 0,2 0-1 15,-1-1 1-15,1 1-2 0,0 0 1 0,0 0 0 16,0 0 0-16,0 0 1 0,0 0 0 0,0 0-1 16,0-2 0-16,0 2 1 0,0 0 0 0,0 0 0 15,0 0 1-15,0 0 2 0,0 0 2 0,0 0 2 0,0 0 1 16,0 0 3-16,0 0 0 0,0 0 0 15,0 0-1-15,0 0-2 0,0 0-2 0,0 0-2 0,0 0-4 16,0 0-1-16,0 0-1 0,0 0 0 0,0 2 1 16,1-2 0-16,1 1 1 0,-1-1 2 0,3 2 2 15,-2-2 0-15,2 1 3 0,-1-1 2 0,-2 2 4 16,3-2 1-16,-1 1 3 0,0 1 0 0,-1-2 1 0,-1 0-1 16,-1 0 1-16,2 0 2 0,0 0 3 15,-2 0 8-15,0 0 7 0,0 0 6 0,0 0 5 0,0-2 0 16,0 1-5-16,0 1-5 0,0-2-8 0,0 2-7 15,0-1-10-15,-2 1-4 0,2 0-5 0,-2 0-6 16,2 0-16-16,0 0-30 0,-1 0-35 0,1 0-52 16,0 1-72-16,0 1-126 0,-4 2-84 0,0-1-26 0,-3-1 10 15,0-2 37-15</inkml:trace>
  <inkml:trace contextRef="#ctx0" brushRef="#br0" timeOffset="-134794.5">17323 12734 50 0,'9'-1'247'15,"-2"-2"21"-15,-2 0 12 0,-1 2-89 0,1-1-65 16,-4 1-32-16,1 1-20 0,-1-2-11 0,-1 2-6 15,0 0-7-15,0 0-8 0,0 0-10 0,0 0-11 16,0 0-8-16,0 2-5 0,0-2-5 0,0 1-2 0,0-1 0 16,0 0-1-16,0 3 0 0,0-1-1 0,0-1 1 15,0 2-10-15,-1-2-15 0,-1 4-25 0,2-2-33 16,-3-1-60-16,-3 4-94 0,1-2-39 0,-1 1-12 16,-2-4 10-16</inkml:trace>
  <inkml:trace contextRef="#ctx0" brushRef="#br0" timeOffset="-134574.8">17323 12862 26 0,'8'3'283'0,"-2"-2"31"0,-1-1 17 15,0 2-51-15,1 0-106 0,-5-2-61 0,1 0-43 16,-1 0-26-16,1 0-14 0,0 0-4 0,-2 0-5 15,1 0-5-15,-1 0-6 0,2 0-6 0,0-2-10 0,-2 2-10 16,0 0-19-16,0 0-27 0,0 0-35 0,0 0-48 16,0 0-89-16,-5 2-49 0,-2 1-12 0,0-2 9 15,0 2 30-15</inkml:trace>
  <inkml:trace contextRef="#ctx0" brushRef="#br0" timeOffset="-134373.75">17364 12967 42 0,'5'3'246'0,"0"0"17"0,-1-1 7 16,1-2-86-16,-1 2-68 0,-2-2-38 0,1 0-15 15,1-2-8-15,-3 2 1 0,1-2-3 0,-1 2-3 16,3-1-11-16,-4-1-13 0,1 2-13 0,-1 0-14 16,0-1-19-16,-1 1-16 0,1-2-21 0,-4 2-19 15,3 0-19-15,-1 0-11 0,1 2-6 0,-1-2-3 16,0 1-8-16,2-1-18 0,0 0-35 0,0 0-10 15,0 0 2-15</inkml:trace>
  <inkml:trace contextRef="#ctx0" brushRef="#br0" timeOffset="-133374.28">17370 13474 230 0,'4'0'271'0,"-3"-1"26"0,2 1-56 15,-1-2-64-15,1 1-40 0,-2 1-30 0,1-2-16 0,-1 2-6 16,1-2-6-16,1 2 0 0,2-1 2 0,-2 1 5 16,2-1 4-16,3-1 5 0,-2-1 5 0,4 0 2 15,-1 0 3-15,1-3-3 0,-2 2-12 0,-2-1-14 16,-1 4-16-16,0-2-15 0,-1 1-16 0,-1 0-11 16,-1 2-8-16,-1 2-3 0,1 3-5 0,-4-1-6 15,1 2-20-15,-2 2-30 0,-5 2-36 0,2 1-41 0,-2 2-46 16,0 0-53-16,-2 1-60 0,-1 0-84 15,2 1-23-15,-5-2 5 0,2-2 32 0,-2-1 51 0</inkml:trace>
  <inkml:trace contextRef="#ctx0" brushRef="#br0" timeOffset="-133170.75">17361 13709 230 0,'5'0'262'0,"-4"0"17"15,2 0-60-15,1 0-76 0,-4 0-42 0,1 0-24 0,-1 2-18 16,0 0-12-16,0-2-9 0,0 1-9 0,-1 1-9 16,1 1-8-16,-2-2-6 0,0 2-4 0,2 0-1 15,-1 0-1-15,-1 0 0 0,1 2-7 0,1-1-15 16,-4 0-21-16,1-1-33 0,-2 2-56 0,2 0-92 16,-4 0-41-16,-2-2-13 0,0 1 10 0</inkml:trace>
  <inkml:trace contextRef="#ctx0" brushRef="#br0" timeOffset="-133007.56">17334 13827 126 0,'8'3'294'0,"-2"1"21"0,0-2 16 0,-3 1-100 16,2-2-75-16,-1 0-58 0,0 1-31 0,0 0-21 15,-3-1-14-15,2-1-15 0,2 2-23 0,-4-2-34 16,1 0-47-16,-1 3-93 0,-1-3-85 0,-4 1-44 15,-4-1-11-15,3 0 16 0</inkml:trace>
  <inkml:trace contextRef="#ctx0" brushRef="#br0" timeOffset="-128126.16">18264 14025 109 0,'0'1'237'16,"0"-1"21"-16,0 1-35 0,-2-1-56 0,0 0-48 15,2 0-27-15,0 0-13 0,-1-1-10 0,-1 1-11 0,1-1-7 16,-3-1-10-16,3 0-11 0,-1 1-8 0,1 0 3 16,-3 0 6-16,2-1 8 0,-1 0 9 0,3 1 5 15,-4 1 2-15,3-2-4 0,-3 0-7 0,3 2-7 16,-1-1-7-16,1 1-4 0,-3 0-3 0,1 0-5 15,2 0-5-15,1 0-4 0,-4 0-2 0,2 0-3 16,2 0 2-16,-4 0 2 0,4 0 5 0,-1 0 3 0,-1 0 5 16,2 0 6-16,0 0 3 0,0 0 2 0,0 0-1 15,0 0 3-15,0 0-1 0,0-1-2 0,0 1-1 16,0 0-2-16,0 0-3 0,0 0-4 0,0 0-6 16,0 0-1-16,0 0-4 0,0 0-4 0,2 0-1 15,-1-2-2-15,1 2 1 0,2 0-1 0,0-2 2 16,0 2 4-16,1-1 0 0,3 1 1 0,3-1 1 15,-1-2 0-15,3 3-1 0,2-3-1 0,1 1-1 0,1-1 0 16,4 0 0-16,-2 0-1 0,1-1-2 0,2 2 1 16,1-1-1-16,0 0-2 0,3-1 1 0,-1-1 0 15,2 2 1-15,-2-1 1 0,4-1-2 0,-1 2 2 16,1-1-2-16,-1-2 0 0,1 1 1 0,-3 1 0 16,3-1 0-16,-6 1 0 0,-2 0 0 0,1 2 2 0,0-1 1 15,-4 1 0-15,-1-1 2 0,-2 2-2 16,0-1-1-16,-4 1-3 0,2 1-2 0,-4-2-1 0,1 2-1 15,-2 0 1-15,1 0 1 0,-1 0-2 0,-1 0 2 16,-3 0 0-16,2 0-1 0,1 0 0 0,-2 0 0 16,-2 0 0-16,0 0 0 0,0 0 0 0,-1 0 1 15,-1 0 0-15,3 0-2 0,-4 0 0 0,2 0-1 16,2 0-5-16,-3 0-6 0,-1 2-10 0,2-2-11 16,-1 1-15-16,-1-1-13 0,0 2-13 0,-1-1-13 0,-1 1-15 15,-1-1-15-15,-1 4-20 0,-1-3-30 0,-2 2-51 16,3-1-92-16,-4 0-34 0,-3 0-6 0,1 0 19 15,-1-1 35-15</inkml:trace>
  <inkml:trace contextRef="#ctx0" brushRef="#br0" timeOffset="-127561.51">18342 14234 84 0,'-3'0'241'15,"2"-1"23"-15,-4 0-15 0,1-1-56 0,0 1-54 16,0-1-25-16,-1 1-12 0,-3-1-10 0,0 2-10 16,2-1 2-16,-2 1 0 0,1 0-2 0,-2 0-3 15,3 0 7-15,1 0 1 0,0 0-5 0,0 0-7 16,4 0-11-16,-1 0-13 0,2 0-14 0,2 0-10 16,2-2-5-16,3 1-1 0,3 1-1 0,2-2 2 15,1 0-2-15,5 0-2 0,0-1-2 0,3 0-5 16,2 0-4-16,1-2-1 0,0 2-3 0,1-1 1 0,0 1-2 15,0 0-1-15,2 0 1 0,-3 1 0 0,2 0 0 16,-3-1-1-16,2 3-1 0,-4-1 1 0,1 1 0 16,0 0-2-16,-1 0 1 0,-2 0 0 0,1 0 0 15,1 0-1-15,-2-1 1 0,0-1 2 0,-1 2-2 16,2-2 0-16,-1 2 2 0,-2-1-2 0,0 1 0 16,0-1 0-16,0-2 0 0,-3 3 0 0,0-3 0 0,-3 1 0 15,1 0 0-15,-2 1 0 0,-2 1 0 0,0-1 1 16,-2-1 0-16,-1 2 0 0,0 0 1 0,-3 0-1 15,1 0 0-15,-2 0 1 0,1 0-2 0,0 0-2 16,-2 0-6-16,0 0-6 0,0 0-10 0,0 0-13 16,0 0-15-16,0 0-23 0,-2-2-25 0,0 1-38 15,1 1-47-15,-2-1-81 0,-1 1-79 0,0-3-28 16,-2 3 7-16,-2-2 29 0</inkml:trace>
  <inkml:trace contextRef="#ctx0" brushRef="#br0" timeOffset="-126646.75">18584 14113 237 0,'-1'5'266'16,"1"-1"17"-16,0-2-61 0,0 2-70 0,0-2-47 15,1 1-29-15,-1-2-16 0,4 2-8 0,-3 0-8 16,2-2-7-16,-1 1-5 0,1 0-5 0,0-1-6 0,1 1-3 16,-3-2 0-16,2 0 4 0,-1 0 6 0,0 0 5 15,0 0 7-15,-2 0 6 0,0 0 0 16,0 0-2-16,0 0-4 0,-2 0-7 0,2 0-10 0,-4 0-7 16,3 0-6-16,-1 0-5 0,1 0-10 0,-1 0-11 15,0 0-10-15,-1-2-9 0,2 1-15 0,-3 1-10 16,4 0-11-16,-3-2-8 0,3 0-6 0,-1 1-1 0,1-2 6 15,1 0 10-15,-1 2 13 0,3-2 18 16,-3 1 16-16,4-1 15 0,-1 2 10 0,-2-1 6 0,3-1 10 16,-4 2 7-16,1 1 9 0,2-2 6 0,-1 2 5 15,0 0 4-15,-2 0 0 0,2 0 1 0,-2 2-2 16,0-2-4-16,2 1-2 0,0-1-4 0,-2 1-3 16,1 1-2-16,-1-2-2 0,2 2 0 0,-2-2-2 0,0 0 0 15,0 1-2-15,1 1-3 0,-1-2-5 16,0 0-2-16,0 0-1 0,0 0 3 0,0 0 1 0,-1 0-1 15,-1-2 1-15,2 1-2 0,-1 1-5 0,-3 0-4 16,2-2-5-16,-2-1 1 0,1 2-10 0,2-1-7 16,-3-1-4-16,1-1-4 0,2-1-2 0,-3 1 1 15,4-1 2-15,0 2 5 0,0-1 5 0,0 0 2 0,0 3 4 16,2-2 1-16,1 2 0 0,0-1 1 16,1 2 1-16,-3 0 0 0,2 0-2 0,3 0 0 0,-4 0 1 15,1 3 0-15,0-1 0 0,1-1 1 0,-4 0 0 16,1 1 1-16,2 0 6 0,-3-1 5 0,2 1 5 15,0-1 8-15,-2 1 5 0,0-2 4 0,0 1 2 16,0-1-1-16,-2 2-2 0,0-2-3 0,2 1-3 16,-3 2-4-16,2-3-4 0,1 1-3 0,-4-1-3 15,3 2-3-15,-2-2-1 0,-1 0-2 0,2-2-2 0,-2 1 0 16,1-2-5-16,2 0-1 0,-3 0-4 0,3-3-4 16,-1 2-3-16,1-2-1 0,-3 0 0 0,4 1 2 15,0-1 3-15,-1 3 4 0,-1-1 3 0,2 0-2 16,0 2 2-16,0 1-1 0,2 1 0 0,-1-2-1 15,-1 2 1-15,4 0 2 0,-1 2 0 0,2-1 6 16,-4 0 2-16,4 2 5 0,-1 0 3 0,0 0 4 0,-1-1 2 16,0 1 2-16,-1-1-3 0,-1-1 0 0,2 0-3 15,-3-1-1-15,2 1 0 0,0-1-2 0,-2 0 0 16,0 0-3-16,0 0-1 0,0 0-1 0,-2 0-4 16,0-1-13-16,2 1-27 0,-3-1-43 0,2 0-61 15,1-1-99-15,-4 0-125 0,0-1-55 0,0 2-9 16,-2-2 22-16,3-1 50 0</inkml:trace>
  <inkml:trace contextRef="#ctx0" brushRef="#br0" timeOffset="-112041.66">19930 13138 172 0,'2'-1'246'0,"-1"1"19"0,-1-2-51 16,0 1-57-16,-1 1-41 0,-1-2-25 0,2 2-18 0,-1-2-13 15,1 2-12-15,-2-1-8 0,0 0-7 16,2 1-5-16,-1 0-1 0,-1-1 1 0,2 1 3 0,0 0 4 16,0 0 4-16,0 0 0 0,0 0 1 0,0 0-1 15,-1 0-3-15,1 0-3 0,0 0-4 0,0 0-5 16,-2 0-3-16,2 0-4 0,-2 0-5 0,2 0-3 0,0 0-2 15,0 0-2-15,0 0-2 0,0 0-2 0,0 0 0 16,0 0 0-16,0 0-1 0,0 0-1 0,0 0-1 16,0 1 2-16,0-1-1 0,0 0 0 0,2 1 0 15,-2 0 1-15,2 1 0 0,-1 0 0 0,2-1 0 16,-1 1 0-16,0-1 1 0,-1-1-1 0,1 2 0 16,1-1 0-16,1 1 0 0,0-2 0 0,-3 2 0 15,2-2 1-15,2 0 0 0,-2 0 2 0,4 0 3 16,0 0 4-16,0 0 0 0,2-2 2 0,0 0 1 0,1 1-1 15,1-1-3-15,-1 1-2 0,2-1 0 0,0 1-4 16,-1 1 0-16,1-2-2 0,-2 2 1 0,1 0-1 16,-2 2-1-16,-1-1 1 0,0 1-1 0,2-1 0 15,-2 2 0-15,0-1 1 0,0 1-1 0,1-1 0 0,-1 0 1 16,0 1 0-16,1-1 0 0,1-1 0 16,-2 1-1-16,0-1 1 0,2-1 0 0,0 2 1 0,0-2-1 15,0 0 2-15,2-2 1 0,-3 2 0 0,4-1 0 16,-4-1 1-16,1 1 0 0,1-1 1 0,-2 1-3 15,-1-3 0-15,2 4-1 0,-2-2-2 0,0 2 1 16,0-1 0-16,-2 1 1 0,2-2-2 0,-4 2 1 16,1 0 0-16,-1 2-1 0,-3-2-1 0,2 0 0 15,2 0 1-15,-4 1 0 0,-1-1 0 0,2 0 4 0,-2 0 5 16,0 0 7-16,0 1 6 0,0-1 6 0,0 0 5 16,0 1 1-16,0-1-1 0,0 0-1 0,0 0-5 15,0 0-5-15,0 0-6 0,0 0-5 0,0 0-5 16,0 0-3-16,0 0-3 0,0 0-3 0,0 0 2 15,0 0 0-15,0 0 1 0,0 0 0 0,0 0 0 0,0 0-1 16,0 0 1-16,0 0 0 0,0 0-1 0,0 0-1 16,0 0 2-16,0 0 0 0,0 0 0 0,0 0-1 15,0 2 1-15,-2-2-1 0,2 0 1 0,0 0-1 16,0 0 0-16,0 0 0 0,0 0 1 0,0 0 1 16,0 2-1-16,0-2 0 0,2 0 0 0,-2 1 0 15,1-1 0-15,3 2 0 0,-3-2 1 0,2 1-1 0,1 1 0 16,-3-1 0-16,4-1-1 0,-2 2 0 15,2-1 0-15,-4 1 0 0,2-1 1 0,1 0 0 0,-3 3 1 16,3-4-1-16,-3 3 0 0,1-2 1 0,-1 1 0 16,1-1-1-16,0 1 0 0,-2-1-1 0,1-1 1 15,-1 0-1-15,2 2 0 0,-1-1 1 0,-1-1-1 16,2 0 2-16,-2 1-1 0,3-1 1 0,-3 0 1 0,0 0 0 16,0 2 0-16,1-2-2 0,-1 2 1 15,0-2 0-15,2 1-1 0,-1 1-1 0,-1-2 0 0,0 0 0 16,0 1 0-16,0 1-1 0,2-2 0 0,-2 1 0 15,0-1 1-15,0 2 1 0,0-2 0 0,0 0 2 16,0 0 1-16,-2 0-1 0,1 0 0 0,-1 0 0 16,1 0 1-16,-4 0-3 0,1 1 1 0,-1-1 0 15,-2 2-1-15,1-2 0 0,-2 1-1 0,-1 2 0 0,1 0 1 16,-5 0 0-16,2-1 0 0,-2 5 0 0,-1-3 0 16,1 3 0-16,-1 0 0 0,-2-1 0 0,1 1-1 15,-1 1 1-15,-1 0 0 0,-1 1-1 0,-1-2 1 16,0 1-2-16,3 0 1 0,-1 0 0 0,1-2 0 0,2 2 1 15,1-1-1-15,0-2 1 0,3 1 0 16,2-3 1-16,1 0 0 0,2 0 0 0,1-2-3 0,1-1-6 16,1 2-9-16,2-2-13 0,0 0-10 0,0-2-13 15,2 1-17-15,1-1-20 0,1-1-28 0,1-1-36 16,2-1-50-16,-3-1-95 0,3 2-44 0,-1-3-4 16,-3 0 18-16,0 0 41 0</inkml:trace>
  <inkml:trace contextRef="#ctx0" brushRef="#br0" timeOffset="-111242.66">20257 13273 48 0,'-1'0'106'16,"-3"2"-13"-16,3-2-19 0,-2 2-17 0,-2-1-15 0,2 0-12 16,2 0-3-16,-3 1-1 0,1 0 5 15,0-1 5-15,1 1 3 0,-1-1 5 0,0 1 1 0,1-1 2 16,1-1 0-16,1 0-2 0,-2 0-1 0,-1 0-1 15,3 0 2-15,0 0 2 0,0 0 2 0,0 0 1 16,0 0-2-16,0-1-3 0,0 1-3 0,0 0-2 16,0 0-3-16,0 0 2 0,0 0 1 0,0 0 4 0,0 0 2 15,0 0 1-15,-1 0 0 0,-1 0-1 0,2 0-7 16,-1 1-5-16,-1-1-8 0,0 4-7 0,1-3-5 16,-3 1-5-16,1 2-4 0,2 0 0 0,-3-1-1 15,1 2-1-15,2-3 1 0,-1 3-3 0,-1 1 0 16,2-3 0-16,-1 1 0 0,1 0 0 0,-3 0 0 15,3 1 0-15,-3-1 0 0,1-1 0 0,-2 0 1 0,2 2 0 16,-2-1-1-16,-1 1 0 0,0 1-1 16,0-3 2-16,-2 2-1 0,-2 0-1 0,2 0 2 0,2-2 0 15,-2 0-1-15,-3 1 0 0,3-1 0 0,2 0 0 16,-2 0 0-16,-3 1 0 0,1-2-1 0,2 1 0 16,-2 1-6-16,-2-1-12 0,3 1-12 0,-4-1-9 0,4 1-9 15,-1 0-10-15,-1-2-8 0,3 3-4 16,0-2-9-16,3 0-14 0,-2-2-19 0,4 2-28 0,-2-1-53 15,2-1-38-15,3-1-7 0,0 0 8 0</inkml:trace>
  <inkml:trace contextRef="#ctx0" brushRef="#br0" timeOffset="-110309.83">20084 13278 5 0,'1'1'206'0,"2"-1"19"15,-1 0-15-15,1 0-54 0,-3 0-47 0,1 0-33 16,-1 0-22-16,0 0-13 0,0 0-9 0,0 0-8 15,-1 0-6-15,1 0-5 0,-3 1-6 0,1-1-2 16,1 2-3-16,-1 0-1 0,1-1-1 0,-3 1 2 16,1-1 2-16,0 1 1 0,1-1 4 0,-1 1 5 15,1 0 2-15,-1-2 6 0,3 1 3 0,-1-1 1 0,1 0 0 16,-3 0-1-16,1 0-3 0,2 0-1 0,0 0-1 16,0 0-3-16,0 0 0 0,0 0-4 0,0-1-1 15,0 1-5-15,0-2-4 0,0 0-1 0,0 2-1 16,0-1-1-16,0-1 0 0,0 1 0 0,0-1 1 15,0 2 0-15,0-1-1 0,0 1 0 0,0 0 0 0,0 0 1 16,-1 0 0-16,1 0 0 0,-2 0-1 0,2 0 1 16,0 0 0-16,-1 0 0 0,1 0-1 0,-2 0 0 15,2 0 0-15,-2 1 0 0,1-1 0 0,-2 2 0 16,1-2 1-16,0 1-1 0,1-1 2 0,-3 2-1 16,1-2 1-16,2 1 0 0,-1-1-1 0,-1 2 1 15,2-2 0-15,-1 0 0 0,2 0 3 0,-1 0 2 0,1-2 1 16,0 2 1-16,0-1 2 0,0-1 1 0,0 1-4 15,1-1-2-15,1-3-2 0,-1 3-3 0,4-1-1 16,-4-2-1-16,2 1-1 0,1 0 1 0,-3 0 0 16,1 1-1-16,0 0 2 0,1-1 0 0,-3 2 0 15,1-1 0-15,-1 1-1 0,0 2 0 0,0-1 0 16,0 1-2-16,-1 0 1 0,1 0 0 0,-2 1 0 0,1-1 1 16,-1 2 0-16,0-2 1 0,1 2 2 0,-1 1 3 15,0-3 3-15,-1 2 7 0,2 0 5 0,1-2 7 16,-2 1 1-16,-1-1 5 0,3 2-2 0,0-2-3 15,-1 0-2-15,1 0-4 0,0 0-5 0,0 0-4 16,0 0-3-16,0 0-3 0,0 0-3 0,0-2-2 16,0 2-1-16,1 0 0 0,-1 0-1 0,0-1 0 0,3 1 0 15,-1 0-1-15,-2 0 1 0,1 0-1 0,-1 0 0 16,2 0 0-16,-1 0 0 0,-1 0 0 0,0 0-1 16,0 0 0-16,0 0 0 0,0 0 0 0,0 1 1 15,0-1-1-15,0 0 1 0,0 2-1 0,0-2 1 16,0 2-1-16,0-2 0 0,0 0 0 0,0 1 1 0,0-1 1 15,0 0 0-15,0 0 1 0,0 0 1 16,0 0-1-16,0 0 1 0,0 0 0 0,0 0 1 0,0 0 0 16,0 0 0-16,0 0 1 0,-1 0-6 0,-1 0-14 15,1 0-26-15,-4 0-44 0,4 0-74 0,-6 3-104 16,1 0-53-16,-2 2-15 0,-3-4 8 0,1 1 37 16</inkml:trace>
  <inkml:trace contextRef="#ctx0" brushRef="#br0" timeOffset="-108655.69">20167 13530 160 0,'7'-2'309'0,"-1"-1"26"15,0 0 20-15,0 0-104 0,-2-1-74 0,0-1-45 16,1 1-31-16,0 0-19 0,-2 2-15 0,2-3-12 15,-1 4-12-15,0-2-11 0,-3 0-5 0,2 1-2 16,-1 0-2-16,0 2-2 0,-1-1-2 0,3 1-1 0,-3-1-2 16,-1-1-3-16,0 2-1 0,0 0 0 0,0 0-3 15,0 0-2-15,0 2-1 0,0-1-8 0,0 0-9 16,-1 1-8-16,-4 3-17 0,0 1-23 0,0 1-31 16,-1 4-32-16,-3-1-38 0,2 2-65 0,-1 1-84 15,-3-2-29-15,2 1 0 0,-3-1 24 0,-2 0 38 0</inkml:trace>
  <inkml:trace contextRef="#ctx0" brushRef="#br0" timeOffset="-108443.34">20050 13723 2 0,'4'3'293'0,"0"-2"37"15,1 1 24-15,-4-1-33 0,1-1-98 0,-1 2-75 16,1 0-48-16,0-2-33 0,-2 1-22 0,0-1-11 15,0 2-11-15,0-1-10 0,0 2-6 0,0-3-7 0,0 4-6 16,0-3-7-16,0 0-5 0,0 2-11 0,-2-1-15 16,0 2-19-16,-1-1-17 0,-1 1-26 0,-1-1-28 15,0 2-41-15,-1-2-67 0,-1 2-33 0,-3-1-5 16,0 2 13-16</inkml:trace>
  <inkml:trace contextRef="#ctx0" brushRef="#br0" timeOffset="-108263.74">19959 13926 288 0,'4'1'329'0,"-2"2"25"15,0-1-40-15,0-1-83 0,0 0-72 0,-4 1-55 16,0 0-36-16,-2-1-25 0,1 1-14 0,0 1-13 16,-2 0-10-16,0 0-13 0,1-1-16 0,-1 2-20 15,-3 0-31-15,3-1-41 0,-3 2-53 0,0-1-84 16,-4 1-52-16,1 1-10 0,-3-2 9 0,1 2 32 15</inkml:trace>
  <inkml:trace contextRef="#ctx0" brushRef="#br0" timeOffset="-108059.55">19824 14098 165 0,'-2'4'278'16,"1"0"21"-16,-1-1-26 0,-1 1-69 0,-3 1-66 15,5-1-42-15,-3-1-29 0,1 2-19 0,0-2-15 16,1 0-9-16,1 0-8 0,-3-1-7 0,4 2-4 16,-1-1-5-16,1-3-7 0,0 3-13 0,0-2-17 0,-2-1-32 15,2 1-67-15,0-1-98 0,-5 0-45 0,-4 0-20 16,0-1 3-16,-3 0 25 0</inkml:trace>
  <inkml:trace contextRef="#ctx0" brushRef="#br0" timeOffset="-107243.57">20466 12859 106 0,'5'-4'251'0,"-2"-1"26"0,0 1-25 0,0-1-49 15,1 1-35-15,-3-1-29 0,1 1-23 0,-1 1-13 16,-1 0-11-16,0 0-15 0,0 0-12 0,0 1-11 0,-1 0-10 16,-1 2-10-16,2-1-8 0,0-1-8 0,-1 2-4 15,1 0-8-15,0 2-5 0,0-1-1 0,0-1 0 16,0 4-1-16,0-3 1 0,0 2 0 0,0 0 0 16,0-1 1-16,0 1-1 0,0-2 0 0,0 2 0 0,1-1 1 15,-1-1-1-15,2 1-2 0,-2-1-14 16,0 1-13-16,0-1-18 0,0 3-27 0,-2-3-35 0,1 3-46 15,1 1-55-15,-5-2-74 0,0 1-30 16,-2 0 1-16,0 1 22 0</inkml:trace>
  <inkml:trace contextRef="#ctx0" brushRef="#br0" timeOffset="-107041.33">20381 12997 87 0,'1'3'319'0,"-1"-1"41"0,2-1 29 0,-2 1-63 16,1-2-82-16,-1-2-71 0,2 1-48 0,0-1-38 0,-2 0-25 16,1 1-23-16,-1 1-14 0,0-1-11 0,0 1-13 15,0-1-13-15,0 1-20 0,0 0-23 0,0 1-19 16,-1 0-26-16,-1 0-27 0,0 3-34 0,-1 2-41 16,0-2-71-16,-2 4-34 0,-2-1-9 0,0-1 18 15,-1 2 35-15</inkml:trace>
  <inkml:trace contextRef="#ctx0" brushRef="#br0" timeOffset="-106871.76">20384 13066 98 0,'6'-4'310'0,"-2"1"27"16,-3-3 21-16,2 1-74 0,2 1-87 0,-5 1-65 15,0 0-42-15,0-2-28 0,-2 4-17 0,-1-1-19 16,0 1-26-16,2 1-33 0,-3 1-32 0,3 1-54 0,-3 0-88 15,0 3-87-15,-3 1-37 0,2-1-3 0,-4-1 17 16</inkml:trace>
  <inkml:trace contextRef="#ctx0" brushRef="#br0" timeOffset="-84509.69">17038 15481 176 0,'2'2'206'0,"-2"-2"-27"16,3 1-40-16,-3-1-36 0,0 2-29 0,1-2-23 16,-1 0-14-16,0 0-4 0,4 0-2 0,-3 0 2 15,1 0 2-15,-1 0 3 0,3 0 3 0,-3-2 3 16,2 2 4-16,1-1 2 0,-3-1 4 0,2-1-1 16,-1 0 0-16,2 0-3 0,-2 0-1 0,0 0-3 0,-2 0 0 15,1 0-1-15,-1 2 0 0,2-2-2 0,-2 3-3 16,0-2-1-16,0-1-4 0,0 3-4 0,0-1-5 15,0 1-3-15,0 0-2 0,0 0-3 0,0 0-5 16,0 0 0-16,0 0-2 0,0 0-3 0,0 0-2 16,0 0-1-16,0 0 1 0,0 0 0 0,0 0 2 0,0 0 2 15,0 0 3-15,0 0 3 0,0 0 2 0,0 0 2 16,0 0 2-16,0 0 3 0,0 0 1 0,0 0 3 16,-2 0 1-16,2 0 1 0,-1 0 0 0,1 0-2 15,0 1-3-15,-2-1-3 0,0 1-5 0,-2 1-3 16,2-2-4-16,-1 2-3 0,-2-1-3 0,1 1-4 15,-1 1-1-15,-2-2 0 0,0 2 0 0,0 0 0 0,-2 0 0 16,-2 2 0-16,1-1 0 0,-1 2-4 0,-1-1-4 16,1 1-6-16,-2 0-4 0,-1 0-5 0,1 0-2 15,-3 1-2-15,3-1 4 0,-1 2 1 0,0-1 3 16,0-1 3-16,0 1 1 0,1-1 2 0,-3 1 1 16,5-1 4-16,-1-1 1 0,2-3 4 0,0 1 1 15,1 2 1-15,1-4 1 0,2 2 0 0,1-1 1 16,-3 0-2-16,5-2 1 0,-2 1-1 0,2 0 1 0,-2-1-1 15,2 0-1-15,0 0 2 0,-2 0 0 0,-1 0 0 16,3 0 0-16,-2 0 0 0,2-1 3 0,-2 1-2 16,0 0 1-16,2 0 0 0,-3 0 0 0,3 0-2 15,-2 0 0-15,0 1 0 0,0-1-1 0,1 1-2 16,-1-1 3-16,-3 2 0 0,3 0 0 0,-3-1-1 0,0 1 0 16,1-1 0-16,0 2-1 0,-1-3-1 0,0 3 1 15,2-1 2-15,0-1 0 0,1 2 0 0,0-3 0 16,0 2 2-16,4-2-1 0,-2 0 1 0,1 0-2 15,-1 0 0-15,3 0-1 0,0 0-1 0,0 0-1 16,0-2-3-16,3 2 1 0,-3-2 1 0,2 1 0 16,-2 1 2-16,0-1 0 0,1 1 2 0,-1 0 1 0,0-2 0 15,0 2 0-15,0 0-1 0,0 0 0 0,2 0 0 16,-2 0 0-16,1 0 0 0,-1 0-1 0,0 0 0 16,0 0 2-16,0 0-1 0,0 0 0 0,0 2 0 15,4-2-2-15,-3 1 1 0,1-1-2 0,1 1 1 16,0 1-1-16,1-2 1 0,0 2 2 0,1-2 0 0,-1 0 0 15,1 1 0-15,0 1 1 0,2-1 1 0,-3 1-1 16,4 0 0-16,-2-1 0 0,1 0-1 0,-1 1-2 16,2-1 0-16,-2 2 0 0,1-1 0 0,-1 1 1 15,0 0-1-15,2 0 0 0,-2 1 2 0,1 1 0 16,-1 1 0-16,2 0 0 0,1-2 1 0,-1 2 1 16,2 0-1-16,1 0 1 0,-2 0 0 0,3 0-1 15,0 0 0-15,-1-2-1 0,2 3 0 0,-4-1 1 16,3-2-1-16,-2 1 0 0,2 1 1 0,-3-1 0 0,0-2 0 15,1 2 0-15,0 0 3 0,-4-1 3 0,2 2 0 16,0-1 0-16,-2-1 0 0,1-1 1 0,0 1-1 16,-1 0-1-16,2-1 4 0,1 0 4 0,0 1 6 15,-1-1 1-15,-2-2 1 0,4 3 0 0,0-1-1 0,-1-3-5 16,0 3-4-16,0-3-3 0,1 0-1 16,0 3-1-16,0-3-1 0,-2 1-4 0,0-1 0 0,-1 0-1 15,0 2-1-15,-2-2 1 0,2 1 0 0,-3-1 0 16,0 3 1-16,1-3 0 0,-4 1 2 0,2 1 0 15,2 0 3-15,-4-1 3 0,1 1 0 0,-1 1 1 16,-1-3 2-16,4 1-1 0,-4-1-3 0,1 1-3 16,-1-1 0-16,2 0 0 0,-1 0-3 0,-1 0-3 15,0 0 3-15,2-1-1 0,-2 1 0 0,0-1 0 0,0-2 1 16,0 3 0-16,0-3-2 0,0 1-1 0,-2-1-4 16,2 2-5-16,0-1-11 0,-1 1-13 0,-1-1-14 15,1 1-19-15,-1-2-27 0,0 3-41 0,-1-3-66 16,2 1-94-16,-7 1-70 0,3-1-25 0,-1 0 7 15,-1 0 36-15</inkml:trace>
  <inkml:trace contextRef="#ctx0" brushRef="#br0" timeOffset="-84049.6">16947 15670 99 0,'6'2'243'16,"-3"-1"26"-16,2-1-25 0,0-1-48 0,-1-1-42 16,1-2-29-16,-2 2-24 0,3-1-18 0,-3 0-16 15,1 0-10-15,-1-1-6 0,0 1-5 0,-1 0-1 0,-1 1 2 16,-1-1-1-16,2 1 2 0,-2 2-3 0,0-1-5 15,0 1-4-15,0 0-8 0,0 0-7 0,-2 0-10 16,2 0-4-16,0 1-3 0,-1-1-4 0,-1 2-4 16,2 1-7-16,0-1-8 0,0-1-12 0,0 1-12 15,0-1-12-15,0 1-14 0,0-2-12 0,0 0-12 16,0 0-20-16,-1 0-40 0,1 0-59 0,0 0-59 0,-4-2-18 16,1 1-1-16,-2-2 21 0</inkml:trace>
  <inkml:trace contextRef="#ctx0" brushRef="#br0" timeOffset="-83809.54">16980 15576 149 0,'4'5'212'0,"-1"-3"-5"15,-1-1-48-15,1 3-34 0,1-3-19 0,-3 1-14 0,2-2-4 16,1 0 0-16,-3 0 0 0,2 0 1 15,2 0-4-15,-4 0-2 0,1 0-5 0,0-2-7 0,-2 2-7 16,1 0-8-16,-1 0-11 0,0 0-8 0,0 0-12 16,0 0-12-16,0 0-18 0,0 0-19 0,-1 2-28 15,1-2-37-15,0 1-51 0,0-1-72 0,0 0-78 0,0 0-33 16,-4 2 0-16,0-2 24 0</inkml:trace>
  <inkml:trace contextRef="#ctx0" brushRef="#br0" timeOffset="-82553.61">17038 15625 84 0,'2'-3'116'0,"1"0"-4"0,-2 2-3 16,-1-1-8-16,0-1-11 0,0 3-11 0,-1-1-15 15,1-2-9-15,-3 3-6 0,1-2 1 0,-1 2 0 16,2-1 4-16,1 1 4 0,-4-2 3 0,1 2-2 0,0 0-2 16,1 0-4-16,-1 2-4 0,0-2-7 0,1 1-8 15,1-1-7-15,-2 2-8 0,1-2-7 0,1 3-5 16,-1-2-3-16,2-1-1 0,-1 3-3 0,1-1-1 16,-2-1-1-16,2 0 2 0,-2 1 0 0,2 0 2 15,0-1 3-15,0 1 2 0,0-1 5 0,0 1 1 0,0-2 2 16,0 2 2-16,0-1 1 0,0-1 2 0,0 1 2 15,0-1 2-15,0 0 1 0,0 0 3 0,0 0-1 16,-1 0-1-16,-1 2-4 0,2-2-1 0,-1 0-4 16,1 0-3-16,-2 0-2 0,0 0 0 0,2 0-2 15,-1 0-1-15,-1 0-4 0,2 0-1 0,0 0-2 16,0 0 0-16,0 0-1 0,0-2 0 0,0 2 1 0,-2 0-2 16,2-1 0-16,-3 1-1 0,2-1-1 15,-2-1-2-15,1 0-3 0,-1-1 1 0,2 2-1 0,-1-3 2 16,0 2-1-16,-1 0 2 0,3-1 1 0,-1 2 1 15,-3-2 0-15,4 0 1 0,-1 1 0 0,1 0 0 16,-2 1 1-16,0 1-1 0,2-1 1 0,0 0-1 16,0 1-1-16,-1 0 1 0,1 0 0 0,0 1 1 0,-2 0 0 15,2 0 0-15,-1 1 2 0,1 0 2 0,-2 1 2 16,-1 0 1-16,3-2 0 0,0 2 1 0,0-1-1 16,0-1 0-16,0 2-3 0,0-1-1 0,0-2 0 15,0 3-2-15,3-3 0 0,-1 1 0 0,-2-1 0 16,1 0 1-16,-1 0 0 0,2 0 1 0,-2 0 2 0,0-1 5 15,1 1 3-15,-1-2 4 0,0 1 5 16,0 1 3-16,-1 0 0 0,1 0-1 0,-2 0-5 0,2 0-4 16,-1 0-5-16,-4 0-6 0,4 1-6 0,-1 1-11 15,1-2-9-15,-1 1-15 0,0 1-25 0,-1 1-40 16,3-2-57-16,0-1-87 0,0 0-66 0,0 0-27 16,0 0 4-16,3-4 28 0</inkml:trace>
  <inkml:trace contextRef="#ctx0" brushRef="#br0" timeOffset="-80397.58">16961 12861 117 0,'1'0'162'0,"3"0"-24"0,-3 0-22 0,-1 0-16 15,3-2-12-15,-1 2-5 0,0 0 0 0,-2-1-1 16,1 1-1-16,-1 0-3 0,2 0-3 0,-1 1 1 15,4-1-5-15,-4 2-5 0,1-2-1 0,-1 0-1 0,-1 0 2 16,2 0-5-16,-2 0-1 0,0-2-8 0,2 2-4 16,-1-1-10-16,-1-1-9 0,2 2-6 0,0-1-8 15,-2 1-5-15,0 0-5 0,0 0-5 0,0 0-8 16,-2 0-9-16,0 1-12 0,2 1-10 0,-1-1-10 16,-1 2-13-16,0 0-14 0,-2 2-16 0,-1-1-26 15,1 2-39-15,-3-2-68 0,1 4-45 0,-2-2-10 0,-3 1 10 16,0 0 26-16</inkml:trace>
  <inkml:trace contextRef="#ctx0" brushRef="#br0" timeOffset="-80176.74">16772 13412 47 0,'9'13'245'16,"-1"-4"19"-16,1 0 21 0,-3 0-82 0,2-3-58 15,0 1-40-15,1-2-24 0,-4 1-15 0,0-2-16 0,-2 0-17 16,0 1-10-16,1 0-4 0,-3-4-1 0,1 4 1 16,-1-4 0-16,-2 2 1 0,-1 2-5 0,-1-2-8 15,-2 4-19-15,-1-1-25 0,-1-1-38 0,-2 5-54 16,0 0-103-16,-4-2-51 0,-1 3-16 0,-1-1 6 16,0 1 25-16</inkml:trace>
  <inkml:trace contextRef="#ctx0" brushRef="#br0" timeOffset="-79992.83">16674 13824 11 0,'8'9'254'0,"0"-2"23"0,-1-1 20 0,-2-1-53 16,1 1-72-16,-2-2-51 0,0 1-28 0,-1-1-20 16,0 1-14-16,-3-1-18 0,2 1-13 0,-1-1-7 15,-1 3-6-15,-1-2-4 0,-1 1-11 0,2 1-12 16,-3 0-21-16,0-1-26 0,-2 0-40 0,-3 1-56 15,2 1-91-15,-4 1-42 0,1 1-9 0,-4-1 12 16</inkml:trace>
  <inkml:trace contextRef="#ctx0" brushRef="#br0" timeOffset="-79794.4">16634 14229 190 0,'6'4'267'16,"2"1"14"-16,-4-2-35 0,1 0-88 0,0-2-60 15,-2 1-38-15,0-1-19 0,-1 1-12 0,2-1-9 16,0 0-6-16,-3 3-3 0,1-1-4 0,-1 0-2 0,1 0-1 16,-2 0 1-16,0 1-3 0,-2-1-2 0,1 2-11 15,-1 1-15-15,-3-1-19 0,-1 5-24 0,3-3-30 16,-3 3-39-16,1-2-59 0,-1 2-34 0,-2-1-6 16,2 2 6-16</inkml:trace>
  <inkml:trace contextRef="#ctx0" brushRef="#br0" timeOffset="-79626.59">16654 14533 172 0,'3'8'243'0,"0"-1"25"0,1-1-54 15,-3-1-54-15,2 1-34 0,-1-1-24 16,0 0-22-16,0 0-22 0,2-1-15 0,-3 1-12 0,-1-1-9 16,0 1-4-16,2 1-5 0,-1-1-4 0,-1 2-3 15,0-3-14-15,0 2-13 0,0 0-20 0,-3 0-27 16,2 1-28-16,-3 2-31 0,-2 0-41 0,3-1-59 15,-3 2-21-15,-1 0 3 0,1-1 20 0</inkml:trace>
  <inkml:trace contextRef="#ctx0" brushRef="#br0" timeOffset="-79444.75">16646 14823 170 0,'3'3'250'0,"2"-2"24"0,-2 1-45 0,-1 0-53 0,-1-2-31 15,3 1-20-15,-4-1-13 0,1 1-17 16,-1-1-16-16,0 1-13 0,0-1-17 0,0 2-14 0,0 0-15 15,-1-1-6-15,1 2-5 0,-2 0-5 0,0 0-2 16,-1 1-1-16,3 0-8 0,-1 0-19 0,-3 1-21 16,1-1-26-16,2 1-42 0,-3-1-58 0,-2 2-90 0,0-2-36 15,-2 3-6-15,0-1 13 0</inkml:trace>
  <inkml:trace contextRef="#ctx0" brushRef="#br0" timeOffset="-79242.71">16635 15126 201 0,'8'3'268'16,"-3"-1"21"-16,1 0-33 0,-3-1-76 0,4 1-53 15,-3 0-31-15,0-1-23 0,2 1-17 0,-5-2-15 16,2 1-17-16,1 1-8 0,-1-1-6 0,-2 1-3 0,1 0-1 16,0 0-1-16,-2-2-2 0,1 1-4 15,-1 1-13-15,-1 0-13 0,1-1-22 0,-4 4-23 0,1-1-25 16,-2 2-27-16,1 0-30 0,-4 0-51 0,3 3-34 15,-1 0-7-15,-1-2 10 0</inkml:trace>
  <inkml:trace contextRef="#ctx0" brushRef="#br0" timeOffset="-79087.48">16752 15312 273 0,'8'-2'311'0,"0"1"30"15,-2-1-40-15,-1 1-71 0,-2 1-50 0,0-2-34 16,-1 2-23-16,0 0-18 0,-2 0-18 0,0 0-18 0,0 0-18 15,0 0-18-15,0 2-14 0,0-1-19 0,0 1-22 16,0-1-27-16,0 1-39 0,0-1-54 0,0 1-86 16,0-2-98-16,0 0-39 0,-4-3-6 0,1 0 22 15,0-5 47-15</inkml:trace>
  <inkml:trace contextRef="#ctx0" brushRef="#br0" timeOffset="-77601.91">16983 15945 74 0,'0'1'194'0,"0"1"3"0,0-2-46 0,0 1-51 16,0-1-39-16,0 0-25 0,0 0-13 0,0 0-10 15,0 0-6-15,0-1-4 0,0 1 0 0,0-2 5 16,0 1 8-16,0 1 13 0,0 0 13 0,0 0 12 0,0 0 8 16,-3 0 4-16,3 0-6 0,-2 0-6 0,2 0-10 15,0 0-10-15,0 1-7 0,0 1-6 0,0-2-4 16,0 1-1-16,0-1 0 0,0 2 1 0,2-2 5 16,1 1 4-16,-2-1 4 0,2 2 6 0,-1-2 4 15,1 1-3-15,1 2-4 0,0-1-5 0,0-2-8 0,-1 3-7 16,0-2-4-16,1 1-6 0,1 1-11 15,-2-2-15-15,-1 2-20 0,1 0-20 0,-1 0-31 0,-1 2-39 16,-1-1-49-16,0 1-66 0,-3 1-25 0,-2 1-2 16,1 2 16-16</inkml:trace>
  <inkml:trace contextRef="#ctx0" brushRef="#br0" timeOffset="-77375.58">17032 16163 32 0,'6'4'263'0,"0"-3"29"0,-1 1 19 0,0-2-66 16,-2 2-70-16,4-1-46 0,-6-1-28 0,4 0-20 16,-1 0-13-16,0 0-15 0,-3 0-11 0,1 0-12 15,-1 1-10-15,3-1-7 0,-3 2-4 0,-1-2-2 16,3 1-2-16,-1-1-2 0,0 2 0 0,-2-1-2 16,1 0-3-16,1 1-11 0,0-1-14 0,-2 1-14 15,1 2-21-15,-1-2-29 0,2 1-36 0,-2 2-41 0,-2 1-64 16,1-2-46-16,-3 3-10 0,-1-4 11 0,1 4 32 15</inkml:trace>
  <inkml:trace contextRef="#ctx0" brushRef="#br0" timeOffset="-77223.66">17082 16329 112 0,'4'2'256'0,"-1"1"27"0,2-1-16 15,-2 0-66-15,0 0-52 0,0-1-35 0,3 0-28 16,-3-1-23-16,1 2-16 0,0-1-15 0,-2 1-12 15,1 0-8-15,1 0-14 0,-1-1-17 0,-2 1-25 0,2 0-33 16,-1-1-42-16,-2 2-66 0,0 0-69 0,-5 1-26 16,2-2 3-16,0 3 18 0</inkml:trace>
  <inkml:trace contextRef="#ctx0" brushRef="#br0" timeOffset="-77061.47">17228 16401 136 0,'8'1'312'15,"-2"1"36"-15,1-1 27 0,-3 0-86 0,0-1-73 16,2 0-51-16,-5-1-42 0,2 1-32 0,1-1-27 16,-3 1-30-16,1-2-34 0,-1 2-37 0,1-1-39 15,0 1-52-15,-2-1-71 0,0 1-109 0,0 0-42 0,-5 0-8 16,-2-2 18-16,-1 2 39 0</inkml:trace>
  <inkml:trace contextRef="#ctx0" brushRef="#br0" timeOffset="-59057.73">18175 15408 90 0,'0'0'240'0,"2"-2"22"0,-1 2-19 16,-1-1-52-16,0 0-43 0,0-1-26 0,0-1-15 15,0 1-9-15,0 2-11 0,0 0-10 0,-1-2-11 16,-1 2-13-16,2 0-13 0,-1 0-13 0,1 2-9 15,-2-2-6-15,2 0-6 0,-2 2-4 0,2-2-2 16,0 1 1-16,0 1-1 0,0 0 3 0,0-1 4 0,2 0 3 16,-2 2 1-16,2 0 1 0,-1-2 2 0,2 2-1 15,2 1-2-15,-4-1-2 0,3 0 0 0,0 0-2 16,0 1-2-16,0-1 0 0,1 0-2 0,4 2-2 16,-1-4 1-16,2 3 0 0,2-3 0 0,4 0-1 15,2-1 0-15,-1-1 2 0,4-2-2 0,2 0-1 16,0 0-2-16,2-2-2 0,0 2-4 0,0-1-2 15,-4 1-2-15,3 1-1 0,-2 2-1 0,-2 0 0 0,-4 0-1 16,1 2-1-16,-4 1 3 0,1 1 2 0,-2 1 1 16,-3 1 2-16,2 0 4 0,-1 0 0 0,-4 1 2 15,1 0 2-15,0 1 0 0,-1-2 0 0,-1 0 0 16,2 0 0-16,-2-1 0 0,-1-1 0 0,4 1 0 16,-3-2 0-16,0 0 0 0,-2-3 0 0,2 4 0 0,-2-2 0 15,3-1 0-15,-3 1 1 0,0-1-1 0,-1 0 0 16,-1 1 1-16,3-2-1 0,-4 2 0 0,1-2 0 15,-1 1 0-15,0-1 2 0,0 0-1 0,0 2 1 16,0-2 0-16,-1 0 3 0,-3 0 0 0,3 0-1 16,-3 0 1-16,1 0 2 0,-3 3 1 0,2-1 0 0,-3 2 0 15,-1 0-1-15,0 1 0 0,-3 0 0 16,2 3-3-16,-4-1-2 0,4 2-1 0,-4-2 1 0,0 2-1 16,1 1-1-16,-1-1 1 0,0 2 0 0,0-2-1 15,0 0 0-15,0 0 0 0,-3 0 0 0,5-2 0 16,0 2 0-16,-2-4-2 0,0 4-1 0,1-3-4 15,-1 1-6-15,2-1-8 0,-1-2-6 0,-1 3-6 16,0-3-4-16,1 2-3 0,-1-1 2 0,-1-1 0 16,1 1-1-16,1-1-3 0,0-1-3 0,3-1-4 0,-2 1-4 15,3-2-8-15,1 1-11 0,3-1-20 0,-4-1-36 16,8 0-72-16,-3-1-38 0,0 1-14 0,-2-2 8 16</inkml:trace>
  <inkml:trace contextRef="#ctx0" brushRef="#br0" timeOffset="-58120.46">18374 15565 169 0,'2'0'215'0,"-1"0"-16"15,3 0-36-15,-4 0-30 0,1 0-20 0,-1 1-14 0,0-1-6 16,2 2-8-16,-1 0-5 0,-1 0-8 0,2 0-7 16,0 0-13-16,-2 3-7 0,0-3-11 0,1 1-8 15,-1 0-5-15,2 2-1 0,-1-2-4 0,-1 0-5 0,0-1-1 16,2 2-3-16,1-3-1 0,-3 1 0 0,0 1 2 15,0-3 2-15,0 1 5 0,0-1 3 0,0 0 3 16,-3 0-3-16,1 0-3 0,1 0-3 0,-2-1-5 16,-1 1-8-16,1-2-11 0,0 1-10 0,-2 1-9 15,2-2-11-15,0 2-9 0,-2-1-10 0,2-1-8 16,2 0-9-16,-3 1-5 0,3-3-4 0,-1 1 1 0,2 0 5 16,2-4 10-16,-1 4 15 0,1-4 15 15,0 1 11-15,-1 1 16 0,2 1 16 0,2 0 13 0,-2 1 12 16,-1 0 9-16,1-1 7 0,0 3 10 0,0-2 4 15,-1 1 5-15,1 2 4 0,-1 0 2 0,-1 0-3 16,2 0-5-16,-3 0-8 0,5 2-4 0,-5-2-6 16,1 2-1-16,-1-1 0 0,2-1 3 0,0 1 1 0,-2-1-2 15,1 0-2-15,-1 0-1 0,0 0-4 16,0 0-5-16,0 0-4 0,0 0-1 0,0 0-6 0,0 0-5 16,0 0-4-16,0 0-3 0,-1 0-4 0,1 0-2 15,-4 0-5-15,3 2-11 0,-2-2-9 0,1 2-17 16,1-2-20-16,-1 1-22 0,1 1-29 0,-3 0-38 15,3-1-63-15,-1 0-73 0,1 0-30 0,1-1 0 16,-5 0 18-16</inkml:trace>
  <inkml:trace contextRef="#ctx0" brushRef="#br0" timeOffset="-57450.63">19141 14684 200 0,'3'0'285'0,"-1"-1"29"16,-2 1-34-16,1-1-49 0,-2 0-46 0,1 1-27 15,0-2-18-15,0 2-14 0,0-2-18 0,0 2-18 16,1-1-17-16,-1 1-20 0,2-2-17 0,0 2-9 0,-2-1-6 16,1 1-1-16,-1 0 3 0,2-2 9 0,-1 1 7 15,1 1 7-15,0-2 7 0,-1 2 3 0,1-2-2 16,-1 2-4-16,-1-1-11 0,2 1-9 0,1 0-9 15,-3 0-10-15,0 0-5 0,0 0-9 0,0 1-16 16,0-1-22-16,-3 2-19 0,1 0-26 0,1 1-28 16,-2 0-28-16,-2 0-22 0,-2 2-25 0,3 2-33 15,-6-1-50-15,2-1-57 0,-1 3-13 0,-2 0 12 16,0-2 32-16</inkml:trace>
  <inkml:trace contextRef="#ctx0" brushRef="#br0" timeOffset="-57227.76">18966 14852 161 0,'0'2'305'16,"1"0"32"-16,-1-2-5 0,0 1-81 0,2-1-78 16,-2 2-54-16,0-2-39 0,0 0-26 0,0 0-20 15,0 0-11-15,0 0-10 0,0 0-7 0,0 1-9 16,-2 1-9-16,2 0-14 0,-3-2-22 0,-2 2-27 15,2 1-31-15,-5 0-38 0,4 0-59 0,-4 2-67 16,-1-1-22-16,-3 0 4 0,3 1 20 0</inkml:trace>
  <inkml:trace contextRef="#ctx0" brushRef="#br0" timeOffset="-57047.51">18833 14983 165 0,'3'0'340'0,"-2"0"43"15,3 0 31-15,-1-1-83 0,-2 0-76 0,1-1-55 16,0 0-45-16,-1 2-32 0,-1-1-29 0,2 1-22 16,-2-2-22-16,0 1-22 0,0 1-18 0,-2 0-20 15,1 0-20-15,-1 0-26 0,-3 0-30 0,0 1-31 0,-4 2-29 16,1 2-33-16,0-1-35 0,-1 2-45 0,-4 0-65 16,0 2-16-16,1-1 9 0,-1 0 30 0</inkml:trace>
  <inkml:trace contextRef="#ctx0" brushRef="#br0" timeOffset="-56859.76">18700 15138 112 0,'2'3'302'0,"-1"-3"34"0,-1 1 12 0,3-1-64 16,-1 0-69-16,-2-1-53 0,0 1-38 0,0 0-26 16,0-2-23-16,0 1-20 0,0 1-16 0,0-2-14 0,0 2-11 15,-2 0-7-15,-1 0-10 0,3 0-16 0,-1 0-18 16,-2 2-22-16,-2 1-28 0,0 0-30 0,-2 0-33 15,3 1-37-15,-5 1-43 0,4 1-59 0,-2-2-18 16,-1 0 10-16,2 1 28 0</inkml:trace>
  <inkml:trace contextRef="#ctx0" brushRef="#br0" timeOffset="-56725.21">18643 15223 4 0,'5'3'301'0,"-5"-2"53"0,1 1 42 0,1-2-24 15,-2 2-58-15,0-2-59 0,-2 0-49 0,2 0-41 16,-1 0-37-16,1 0-35 0,-5 0-35 0,4 0-41 15,-1 0-44-15,-1 0-42 0,1 0-50 0,-1 3-65 0,0 0-96 16,0 1-96-16,-2-1-38 0,-2 2 2 0,0-2 25 16,0 1 56-16</inkml:trace>
  <inkml:trace contextRef="#ctx0" brushRef="#br0" timeOffset="-56092.41">18464 15870 87 0,'5'0'313'15,"-3"2"35"-15,1-2 23 0,-2 0-74 0,3 0-88 16,-4-2-69-16,1 2-45 0,-1 0-28 0,0 0-16 16,2 0-9-16,-2 0-7 0,2 0-7 0,-2 0-8 15,0-2-7-15,0 1-4 0,0 1-4 0,0 0 2 16,0 0-5-16,0 0 3 0,-2-2-5 0,0 2-13 15,2 0-21-15,-1-2-30 0,-1 2-36 0,0 0-50 16,-1 0-54-16,3 0-79 0,-1 2-43 0,-6 1-4 16,0 1 19-16,0-2 38 0</inkml:trace>
  <inkml:trace contextRef="#ctx0" brushRef="#br0" timeOffset="-55909.48">18389 15945 246 0,'0'3'332'0,"0"-2"38"0,0-1-16 16,0 2-62-16,0-2-62 0,0 0-50 0,0 0-40 16,-2-2-32-16,0 2-28 0,1 0-31 0,-1 2-26 0,1-2-24 15,-4 1-24-15,0 1-20 0,-1 0-25 16,0 2-27-16,-2 0-30 0,-1 2-38 0,0-1-47 0,0 1-62 16,-1 1-52-16,-2 2-10 0,0-1 16 0,0-1 33 15</inkml:trace>
  <inkml:trace contextRef="#ctx0" brushRef="#br0" timeOffset="-55739.18">18235 16102 150 0,'4'2'338'16,"-4"-1"41"-16,0-1 26 0,0-1-75 0,0-1-84 0,0 2-71 16,0-1-51-16,0 1-37 0,0 0-28 15,0 0-22-15,0 0-17 0,0 0-17 0,0 0-17 0,-2 0-18 16,0 1-18-16,-1 2-24 0,-2 0-30 0,0 0-34 15,1 3-41-15,-6-1-58 0,4 1-76 0,-4 0-25 16,1 1 5-16,-4 1 26 0</inkml:trace>
  <inkml:trace contextRef="#ctx0" brushRef="#br0" timeOffset="-55557.52">18104 16234 313 0,'1'0'379'0,"1"0"41"0,-2 0-10 15,0-1-84-15,0 1-86 0,0-2-69 0,0 2-50 16,0-1-38-16,-2 1-34 0,2-2-33 0,0 1-36 16,0 1-33-16,-1 0-41 0,-1 0-52 0,1 0-66 15,-3 3-91-15,1-2-69 0,-3 2-19 0,0 0 12 16,-2 2 37-16</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cm"/>
          <inkml:channel name="T" type="integer" max="2.14748E9" units="dev"/>
        </inkml:traceFormat>
        <inkml:channelProperties>
          <inkml:channelProperty channel="X" name="resolution" value="1612.54919" units="1/cm"/>
          <inkml:channelProperty channel="Y" name="resolution" value="2580.07886" units="1/cm"/>
          <inkml:channelProperty channel="F" name="resolution" value="10E-6" units="1/cm"/>
          <inkml:channelProperty channel="T" name="resolution" value="1" units="1/dev"/>
        </inkml:channelProperties>
      </inkml:inkSource>
      <inkml:timestamp xml:id="ts0" timeString="2022-03-24T06:31:22.597"/>
    </inkml:context>
    <inkml:brush xml:id="br0">
      <inkml:brushProperty name="width" value="0.05292" units="cm"/>
      <inkml:brushProperty name="height" value="0.05292" units="cm"/>
      <inkml:brushProperty name="color" value="#FF0000"/>
    </inkml:brush>
  </inkml:definitions>
  <inkml:trace contextRef="#ctx0" brushRef="#br0">7006 3743 166 0,'5'-1'181'0,"-2"0"-13"15,-1-2-19-15,1 1-13 0,0 1-7 0,0 0-4 16,-3-1-5-16,3 0-7 0,-3 1-13 0,2-3-13 16,-2 3-14-16,0-2-5 0,0 1-8 0,-2 0-5 15,2 1-7-15,-1-3-4 0,-1 3-5 0,2-3-8 0,-3 2-4 16,1 0-6-16,1-1-1 0,-1-1 0 16,1 2 0-16,-1 1 4 0,0-3 2 0,2 3-1 0,-1-2 1 15,-1 2-4-15,2-1-3 0,-1 2-5 0,-1-1-4 16,2 1-3-16,0-2-3 0,0 2-2 0,-2 0-1 15,2 0-2-15,0 0-3 0,0 0-1 0,0 0 1 16,0 0 1-16,0 2-1 0,0-2-1 0,0 1 2 16,0-1 3-16,0 2-2 0,0-2 2 0,0 1 0 15,0-1 0-15,0 2-1 0,0-1 0 0,0-1 0 0,0 1-1 16,2 1-1-16,-2 0 0 0,0 1 2 0,2 1-1 16,-2 1 2-16,0 1 0 0,0-1 2 0,0 2 0 15,0 0 1-15,0 2-1 0,1 0-1 0,-1 2 1 0,0 1 1 16,2-2-2-16,-2 2-1 0,1 0 0 15,-1 0 0-15,2 2 0 0,-2-4 0 0,0 2 0 0,2 2 0 16,-1-2 1-16,-1-2 1 0,0 4 0 0,0-1-2 16,0 1 1-16,0-1 0 0,-1 1 0 0,-1-1 1 15,2 1 1-15,0-2 0 0,-2-2 2 0,2 1-1 16,-1-1 0-16,-1-1-1 0,2-3 0 0,0 2-2 16,0-2-1-16,0-1 0 0,0-3 0 0,0 1-1 15,0 0 0-15,0-1 1 0,0-1 0 0,0 1 0 0,0-2-1 16,0 1 0-16,2-1 0 0,-1 0-1 0,-1 0-2 15,0 0-9-15,2 0-9 0,-2 0-10 0,0 0-16 16,2-1-19-16,-1-2-30 0,-1-2-39 0,3 1-67 16,-1-2-87-16,-2-5-40 0,2 2-7 0,-2-3 18 15,-2-3 42-15</inkml:trace>
  <inkml:trace contextRef="#ctx0" brushRef="#br0" timeOffset="968.32">6978 3691 116 0,'1'0'189'0,"1"2"-1"0,-1-2-8 0,1 0-18 0,1 0-21 15,-1-2-23-15,-1 2-24 0,1-2-26 16,0 2-20-16,-1-1-16 0,1 1-12 0,-1-1-7 0,-1-1-6 15,2 2-2-15,-2 0-4 0,3 0-1 0,-3 0 0 16,0 0 0-16,0 2 3 0,0-1 1 0,0-1 3 16,0 1 4-16,-3 1-1 0,3 0 4 0,0-1 0 0,0-1 1 15,0 2-1-15,0-2-1 0,0 3-2 0,0-3 0 16,0 1-1-16,0-1-2 0,0 0-2 0,0 1 0 16,0 1-1-16,3-2-1 0,-3 0-1 0,1 2 0 15,-1-2 1-15,2 1 0 0,-2-1 3 0,0 0 0 16,0 0 2-16,0 1 2 0,0-1 4 0,0 0 5 15,0 0 7-15,2 0 8 0,-2 0 7 0,0 0 6 0,0 0 6 16,0 0 0-16,0 0 0 0,0 0-6 16,-2 0-6-16,2 0-6 0,-2 0-8 0,2 2-6 0,-1-2-6 15,1 2-3-15,-3-2-3 0,0 1-3 0,-2 1-3 16,0 1-2-16,-1 1 1 0,-1 0-2 0,-2 3-1 16,0-1 0-16,-1-1 0 0,-1 3 0 0,0 0 0 15,1-1 0-15,-2-1-1 0,2 2 0 0,2-1 0 16,-2 1 1-16,3-3-1 0,-1 2 1 0,3-1-2 15,-1-1 2-15,3 0-1 0,2 0-2 0,1-2 1 0,0 1-1 16,0-1 1-16,0 0-1 0,1-1-1 0,2 1 2 16,0-3 0-16,2 0 1 0,-2 0 0 0,2 0 0 15,0 0 1-15,0-3 1 0,2 1 1 0,-2-1-1 16,1 0 0-16,-1 0 1 0,0 0 3 0,4 0-2 16,-4-1 2-16,1 2 0 0,1-2 0 0,-1 1-1 15,-1 0-3-15,2 0 2 0,-2 1-3 0,0 1 0 0,0-1 0 16,1 2 0-16,0-2 0 0,-1 1-1 0,0 1 1 15,3 0 0-15,-2 0 0 0,0 0-1 0,2 0 0 16,-3 0 0-16,0 0 1 0,1 0-1 0,0 0 1 16,-1 0-1-16,3 0 0 0,-3 0 1 0,0 0-1 15,1 0 1-15,0 0 0 0,-1 0 0 0,1 0 0 0,-1 0-1 16,0 0 1-16,1 0 0 0,-3 0 1 16,0-1 2-16,2-1 0 0,-1 2 2 0,-1-1 2 0,0-1 0 15,0 1 3-15,0-2 1 0,-3 3 1 0,2-3 0 16,2-1 0-16,-2 2 2 0,-1-1 3 0,1-2 1 15,0 2 1-15,-2 0 0 0,1-1 0 0,-1 1-1 16,2 0-3-16,-2 0-1 0,2 0-5 0,-1 1 1 0,-1-1-3 16,2 0-2-16,-1 0 0 0,-1 0 0 15,0 1 4-15,0-2 0 0,0 1 4 0,0 0-1 0,-1-2 1 16,-1 2 3-16,-1-2 2 0,0 1 1 0,-1 2 2 16,-3-3 0-16,4 4 2 0,-4-4-2 0,3 4-3 15,-5-3-6-15,3 3-2 0,0 0-2 0,1-1-3 16,0 2-4-16,1-1-9 0,-1 1-17 0,2-2-24 15,-2 1-36-15,2-1-68 0,0 1-133 0,1-2-102 16,-3-2-45-16,2-1-7 0,-2-3 21 0,1-1 58 0</inkml:trace>
  <inkml:trace contextRef="#ctx0" brushRef="#br0" timeOffset="3265.12">6137 3289 148 0,'-2'0'226'15,"2"2"4"-15,0-2-35 0,0 0-35 0,0-2-27 0,0 1-27 16,2-1-15-16,-1 1-16 0,2-2-9 16,0-1-6-16,0 1 0 0,-1-1 2 0,1 1 0 0,-1 1 0 15,1-2 2-15,-1 1-2 0,-1 1-1 0,-1 1-5 16,0 0-4-16,0-1-4 0,-1 2-10 0,-1 0-8 16,2 0-6-16,-3 2-7 0,1-2-4 0,1 1-6 15,-1 2-2-15,-3 0-2 0,2 2-1 0,-4-2 0 16,2 2-2-16,-3 0 1 0,0 3 0 0,-3-2 1 15,1 1 1-15,1-1-1 0,-4 3 3 0,2-1-3 0,-3 0 1 16,1 0-1-16,0 0-1 0,-1 1 0 16,0-2-1-16,-2 1 3 0,2 1-3 0,-2-2 1 0,2 1-1 15,0-3-1-15,-1 0 0 0,2 1-1 0,0-1 2 16,1-1-2-16,0 0 2 0,2-1 1 0,1 3 0 16,-2-4-1-16,3 1 0 0,1 1 2 0,-2-2-2 15,3 3 0-15,-2-1 0 0,1-1 2 0,0 2-1 0,1-1 1 16,-1 1 1-16,2-1 1 0,-1 1-1 15,1-1 1-15,-2 2-2 0,2-1 1 0,-2-1-1 0,4 1-1 16,-2-1 2-16,-1 1 1 0,3-2-1 0,-2-1 1 0,2 2 0 16,1-3-1-16,1 2-1 0,-1-1-1 15,1-2-1-15,-1 3 0 0,2-2-2 0,0 1 1 0,0 1-1 16,0-2 1-16,0 2 0 0,2 0 1 0,-1-1-1 16,2 2 1-16,-1-1-2 0,1-1 2 0,1 0 0 15,0 0 3-15,2 1 5 0,-1-1 3 0,1 1 4 16,-1-1 0-16,3 0 1 0,0 0-2 0,0-1-1 15,2 0-1-15,0 1 1 0,0-1-2 0,0 1-1 16,2 0-1-16,-1 0-2 0,0-1 0 0,3 2-2 0,-2 0-1 16,2-1-1-16,0 1 1 0,0 2-1 15,0-2 0-15,-1 4-1 0,3-4 0 0,-3 2-1 0,-1 0 0 16,1-1 1-16,1 0-1 0,-3 1 0 0,0 0 0 16,0-2 0-16,-3 0 1 0,0 1 0 0,1-2 0 15,-4-1 2-15,2 1-2 0,-3-1 0 0,1 1 0 16,-1-2 1-16,0 1-2 0,-1-1 1 0,0 0 1 0,0 2-1 15,-1-2-1-15,1 0 0 0,0 0 0 0,-1 0 0 16,1 1 0-16,1-1 0 0,-1 0 0 0,-2 0-5 16,4 2-9-16,-2-1-14 0,-2-1-19 0,1 1-26 15,1-1-38-15,-1 2-66 0,-2-2-121 0,0 0-72 16,0 0-27-16,-5-2 0 0,2-2 29 0</inkml:trace>
  <inkml:trace contextRef="#ctx0" brushRef="#br0" timeOffset="4041.37">5979 3516 182 0,'0'2'224'0,"0"0"-9"0,0 0-31 0,0-1-29 15,0 1-19-15,0-2-12 0,-2 1-13 0,2-1-11 16,-2 2-15-16,2-2-13 0,0 0-14 0,0 0-8 16,0 0-10-16,0 0-4 0,0 0-2 0,0 0-6 15,0 0-4-15,-1 0-2 0,1 0-2 0,0 0-2 16,0 0-3-16,0 0-1 0,0 0 1 0,0 0 1 15,0 0 0-15,0 0 0 0,0 0-2 0,0 0 0 16,0 0-4-16,0 0-3 0,0 0-1 0,0 0-2 16,0 0-2-16,0-2-2 0,0 2 0 0,0 0-2 0,1 0 0 15,-1 0-1-15,0 0 1 0,0 0-2 0,0 0 1 16,2 0 1-16,-2-1 2 0,0 1 0 0,2 0 2 16,-1-2 0-16,-1 1 1 0,0 1 0 0,0-2 0 0,0 0 2 15,0 1 0-15,0-2 1 0,0 2 0 16,0-2-2-16,0 0 0 0,0 1-2 0,0 1-1 0,0-3-1 15,0 3 0-15,0 0 0 0,0-1 2 0,0 1-1 16,0 1 2-16,0-2-1 0,0 2 1 0,0 0-1 16,0 0-1-16,0 0 0 0,0 0 1 0,0 0 2 15,2 0 3-15,-2 0 3 0,0 0 7 0,0 0 10 16,0 0 5-16,0 0 8 0,0 0 6 0,0 0 4 16,0 0 4-16,0 0 2 0,0 0 1 0,0-1 1 0,0 1-3 15,0 0-1-15,0-2-9 0,0 2-6 0,0-1-7 16,-2-2-9-16,2 3-5 0,0-2-7 0,-1 2-1 15,1 0-3-15,-2-2 0 0,2 1 0 0,0 1-1 16,0 0-1-16,0 0-2 0,0 0-3 0,0 0 0 16,0 0-1-16,0 1-2 0,0 1 0 0,0-2 1 15,0 0 0-15,0 2-1 0,0-2 2 0,0 1-9 0,0 1-13 16,2-2-22-16,-1 1-30 0,-1-1-32 0,0 0-56 16,3 0-87-16,-3 0-123 0,0 0-52 0,0 0-11 15,-1-3 15-15,-1-2 44 0</inkml:trace>
  <inkml:trace contextRef="#ctx0" brushRef="#br0" timeOffset="27467.92">7080 4974 63 0,'0'-2'164'0,"0"1"-8"0,0 1-21 16,0 0-24-16,0 0-19 0,2 0-17 0,-2 0-14 0,2-1-8 15,-1 1-4-15,-1 0 4 0,2-2 3 16,1 2 11-16,-3-2 9 0,2 2 8 0,-1-3 3 0,2 3 2 16,0-3-7-16,-1 0-5 0,-1 1-10 0,1 0-9 15,-2-1-7-15,2 1-8 0,-1 1-3 0,-1-1-4 16,0 0-3-16,0 1-1 0,0 1 0 0,-1 0-1 0,-1 0-2 15,2 0-3-15,-2 0-7 0,2 1-6 16,-3 1-4-16,2-2-2 0,-1 2-4 0,-1-1-3 0,0 3 0 16,3-3 1-16,-1 1-1 0,-1 2-1 0,2-3 0 15,0 2-3-15,0 0 3 0,2 1-1 0,-1 0 2 16,1 1-2-16,2 0 1 0,-1 1 1 0,0 3 2 16,1 2 0-16,1 1 4 0,-4 1 0 0,2 2 0 15,1-1 1-15,-3 4-2 0,2-2-1 0,-3 0 0 16,0 1 0-16,0-1 1 0,0 0-1 0,-1-3 3 0,-1 2 2 15,-1-2 1-15,0 0 2 0,1 0-1 0,-1-1 1 16,0 1-2-16,-1 0 1 0,1 1-3 0,0 1-2 16,0-2-3-16,0 0 0 0,2 0-1 0,-1 0-1 15,0-3 0-15,2 1-1 0,0-4 1 0,0 1-1 16,2-4-1-16,-2 0 0 0,2 0 1 0,-1-3 0 16,1-1 0-16,-1 0 1 0,2-1-1 0,0-3 0 0,0 2-2 15,-1-2-7-15,1-1-11 0,-1 0-15 0,0 1-13 16,-1-2-20-16,-1 1-32 0,0-1-44 0,-1-1-54 15,-1 1-88-15,-1-2-50 0,-1 1-15 0,-2-3 18 16,0 2 39-16</inkml:trace>
  <inkml:trace contextRef="#ctx0" brushRef="#br0" timeOffset="28416.34">7093 4992 118 0,'5'0'173'0,"-1"1"-11"0,-2 1-15 16,1-2-14-16,1 0-11 0,-3 2-8 0,2-2-11 16,1 0-13-16,-1 0-16 0,-2 0-8 0,4 0-5 15,-4 0-1-15,2-2 0 0,-1 2 4 0,-2 0 4 16,2 0 0-16,-2-2-1 0,1 1 1 0,-1 1-6 0,0-2-5 16,0 2-5-16,0-1-8 0,0 1-6 0,-1 0-9 15,1-2-5-15,0 1-4 0,0 1-5 0,-2 0-3 16,2 0-2-16,0 0 1 0,0 0 0 0,0 0 1 15,-2 0 3-15,2 0 3 0,-3-2 1 0,2 2 2 16,-4 0-3-16,4 0-2 0,-4 0-4 0,2 0-4 16,0 2-2-16,-1-2-5 0,-1 3 0 0,2-2-1 0,0 1 1 15,-3 1-2-15,3-1 0 0,0 0 1 16,-1 1 0-16,1-1 0 0,0 1 1 0,1 0 3 0,-1-2-1 16,0 1 1-16,0-1-2 0,0 1 1 0,0-1 0 15,-2 0-2-15,0 1-1 0,2 1-1 0,-2-1 0 16,0 1-1-16,-1 0 2 0,3 0 0 0,-2-1 0 15,-1 3 0-15,3-3 1 0,-2 2-1 0,-1 1-1 0,3-1-1 16,-2-1 1-16,3 0 1 0,-1 2-1 16,0-2 0-16,1-2 1 0,1 2 0 0,-1 0 0 0,1-1 1 15,-3-1 0-15,3 1-1 0,-2-2 0 0,1 3 0 16,1-1 0-16,-1 0-2 0,1-2 1 0,-1 3-1 16,2-2 2-16,-2 1-1 0,2 0 0 0,0-1 1 0,0 1-2 15,2-2 1-15,-2 2-1 0,3-1 0 16,0-1-1-16,-1 1 2 0,2-1 0 0,1 0 1 0,0 0 0 15,1 0 0-15,-1 0 1 0,3-1-1 0,-3 1 0 16,1 0 0-16,-1 0 0 0,1 0-1 0,-1 0 3 16,1 1-2-16,-1 0 0 0,0 1 0 0,-1 0 0 15,3-1 0-15,-2 2-2 0,2 0 1 0,-2-1 0 16,1 0 1-16,1-1-1 0,2 0 1 0,-1 1 1 16,0-2-1-16,3 0 1 0,0-2 0 0,0 1 0 0,3-2 0 15,-1 1-1-15,0-1 0 0,3 0 0 0,-4 0 0 16,2 0 0-16,-1-1 2 0,1-1-2 0,-3 2 0 15,-2-2 1-15,0 3-1 0,-3-1 1 0,1 0 0 16,-3 1 3-16,-2-1 3 0,1 0 3 0,0 2 8 0,-3-1 5 16,0 1 5-16,0-2 3 0,-3 3-1 15,2 0 0-15,-1-2-8 0,0 1-1 0,-1 1-5 0,0-2 2 16,1 2-3-16,-1 0-2 0,1 0 1 0,1 0-3 16,-1-1-4-16,-1 1-1 0,0 0 0 0,3 0 1 15,-1 0-1-15,-1 0 0 0,-1-2 3 0,1 2 3 16,1 0-3-16,-1-2 0 0,0 1-1 0,-1 1 1 15,-2-1 0-15,2 1-3 0,-4-2 1 0,0-1-3 16,1 0 2-16,-2 0-1 0,-1-3-4 0,-1 2 0 0,2-4 0 16,-2 1 0-16,-2-2-1 0,2 1-1 0,1-1-1 15,-2 0-6-15,1 0-14 0,2 0-19 0,1 1-25 16,-1 1-45-16,1 1-88 0,1 0-152 0,-5 0-72 16,3 0-23-16,-2 0 0 0,-2 0 32 0</inkml:trace>
  <inkml:trace contextRef="#ctx0" brushRef="#br0" timeOffset="68134.12">6107 4639 101 0,'0'0'241'16,"0"-2"30"-16,-2 2-28 0,1-1-38 0,-1 0-31 16,0-2-22-16,-1 3-19 0,1-3-17 0,-1 1-13 15,0 2-14-15,0 0-12 0,1-2-10 0,-1 1-13 16,-1 1-6-16,1-1-12 0,1 1-5 0,-1 0-6 15,-1 0-4-15,1 0 0 0,2 0-1 0,-3 0 1 16,3 0 1-16,-1-2 5 0,-1 2-1 0,3 0 1 0,0-2 2 16,-2 2 3-16,0 0-1 0,0-1 0 0,0 1-3 15,-1-1-5-15,2 1-1 0,-3-3-8 0,1 3-4 16,-2 0-4-16,-1 0-3 0,-2 3-1 0,0-3-2 16,0 2 0-16,-4 2 0 0,1 0 0 0,-1 1 1 15,-3 0 0-15,0 1 1 0,0 1 0 0,-1 0-1 16,-1 0-1-16,-1 0 0 0,2 1 0 0,-1-1-1 0,0 0-2 15,-1-1 2-15,4 0 0 0,-3 0 0 0,2-1 1 16,1-1 0-16,1 1 2 0,1-1-1 0,-1 1-1 16,5-3 0-16,0 0 1 0,-1 1 2 0,4-1 0 15,0-1 3-15,1 1 5 0,0-2 5 0,1 0 5 16,2 0 10-16,-1 0 5 0,2 0 3 0,0-2 7 16,0 2-1-16,0-1 1 0,0 1-3 0,0-2-6 0,0 2-4 15,0-3-4-15,0 3-6 0,0-2-4 16,0 1-2-16,0 1-2 0,0-1-2 0,0 1-3 0,0-2 0 15,0 2-4-15,0 0-4 0,0 0-2 0,0 0-1 16,0 0-1-16,0 0-2 0,0 2 1 0,0-2 1 16,2 1-1-16,-1 2 2 0,1-3 0 0,1 3-1 15,0-1 0-15,0 1-1 0,4-2 1 0,0 2 0 16,1 2 2-16,0-2 0 0,2 0 0 0,2 0 0 16,1 0 0-16,1 0 0 0,2 1-2 0,0 1-1 0,-2-2 0 15,3 2 1-15,0 1 0 0,1 1-1 0,-3-1 2 16,2 1 0-16,-2 1 3 0,0-2-1 0,0 1 0 15,0 1 2-15,-2-1-1 0,1-1-1 0,-3 2-1 16,0-4-1-16,0 2 1 0,-1-1 0 0,-2-2 0 16,-1 1 1-16,0-1-1 0,-4 0 0 0,3-1 0 15,-2-1 0-15,-3 1 0 0,2-2 4 0,-3 1 6 0,2 1 7 16,-2-2 7-16,0 0 8 0,0 1 5 0,0-1-2 16,0 0-3-16,0 0-4 0,0 0-5 0,0 0-11 15,0 0-3-15,0 0-3 0,0 0-2 0,0 0-2 16,0 0-3-16,2 0 1 0,-2 0-2 0,2 0 3 15,-2 0-5-15,2 0-3 0,-2-1-4 0,0 1-8 16,0-2-12-16,0 1-15 0,0 1-17 0,0 0-22 0,0 0-23 16,-2-2-32-16,0 1-65 0,0-1-111 15,0 1-108-15,-1-1-47 0,-3-1-6 0,-1-3 21 0,-1 0 68 16</inkml:trace>
  <inkml:trace contextRef="#ctx0" brushRef="#br0" timeOffset="68720.66">5910 4779 160 0,'2'1'209'0,"-2"1"-16"0,2-2-37 0,-1 0-30 16,-1 0-26-16,2 3-15 0,-2-3-15 0,2 0-9 15,-1 0-13-15,2 0-8 0,0 0-9 0,-1 0-6 0,-1 0-5 16,-1 0 1-16,0 0 2 0,0 0 5 16,0 0 9-16,0 0 11 0,0 0 10 0,0 0 9 0,0 0 3 15,0 0 3-15,0 0-6 0,0 0-8 0,0 0-8 16,-1 0-11-16,-1-3-8 0,2 3-9 0,0 0-7 15,0-2-6-15,0 2-4 0,0 0-4 0,0 0-3 0,0 0 0 16,0 0 0-16,0 0 0 0,0 0-1 16,0 0 2-16,0 0 0 0,0 0 0 0,0 0 0 0,0 0 1 15,2 0 1-15,-2-1-1 0,0 1 1 0,0-2 0 16,0 2 0-16,0-3-1 0,0 3-1 0,1-3-2 16,-1 0-3-16,0-1-3 0,3 2-4 0,-1-2-1 15,1 1 0-15,-1-2-2 0,1 2 2 0,2 0 3 0,-2 0 3 16,0 0 0-16,3 3 2 0,-1-3 2 15,-2 3 1-15,1 0 1 0,-1 0 0 0,0 3 7 0,0 0 10 16,-1 2 9-16,-1-1 9 0,-1 4 8 0,0-2 5 16,-1 1 1-16,-1 1-2 0,1-1-4 0,-1 0 1 15,0 0 2-15,1-1 4 0,-1-2 5 0,2 0 3 16,-1 0 7-16,-1-1 2 0,2-2 6 0,0 1 1 16,0-1 4-16,0-1-4 0,0 0-8 0,-2-1-12 15,2-1-11-15,-1 1-14 0,-1-4-15 0,0 2-19 0,1 0-20 16,-1-1-21-16,-1 0-20 0,-1 0-24 0,2 1-23 15,-3-1-26-15,2 2-37 0,0 0-67 0,-2 2-120 16,0 0-56-16,-2 2-12 0,0 0 14 0,-1-1 41 16</inkml:trace>
  <inkml:trace contextRef="#ctx0" brushRef="#br0" timeOffset="73434.92">4165 5458 28 0,'3'-1'176'0,"0"1"-5"16,-3-2-14-16,3 1-19 0,-3 1-16 0,2-2-15 15,-1 2-12-15,-1 0-12 0,2 0-4 0,-2 0-1 16,0 0 5-16,0 0 6 0,0 0 7 0,0 0 4 16,0 0 4-16,0 0-3 0,0 0-6 0,0 0-8 0,-2 0-8 15,2 0-13-15,-1 0-11 0,-1 0-10 16,2 0-11-16,-1 0-8 0,-1 0-7 0,2 0-4 0,0 0-3 16,-3 0-3-16,3 0-2 0,-3 0 0 0,2 0 0 15,-1 2-2-15,0-2-3 0,-1 3 1 0,0-3-2 16,0 3 0-16,1-2-1 0,-1 1 0 0,0 0 1 15,-1-1 0-15,0 0-1 0,-1 0 2 0,2 1 2 16,0 0 0-16,-2-1 1 0,3 2 1 0,-2-1-2 0,0 1 0 16,0-2-2-16,-1 2 2 0,0 0-3 0,-1 2 1 15,1-1-1-15,-4 1 0 0,1 1 0 0,0 0-1 16,-2 1-1-16,0 1 0 0,0 1 0 0,0-2 1 16,-2 2-1-16,2 0 0 0,-1 0-2 0,0 0 0 15,0-1 0-15,3 0 0 0,-1-1 0 0,2-1-2 16,-1-1 3-16,4 0 2 0,-2 0-1 0,1-2 1 15,3 0 0-15,-1 0 0 0,1-2 1 0,1 0-1 0,-1 1 0 16,2-2 1-16,-1 2-1 0,1-2 1 0,0 0 1 16,0 0-1-16,-2 0-1 0,2 0-1 0,0 0 1 15,-2 1 1-15,2-1-1 0,-1 0 0 0,-1 0 0 16,-1 2 1-16,3-2-1 0,-2 0 0 0,-2 0 0 16,4 0 1-16,-2 1 0 0,2-1 0 0,-1 0 1 15,-1 0 1-15,2 0 2 0,-1 0 3 0,1 0 3 0,0 0 3 16,0 0 3-16,0 0 2 0,0 0-1 0,0 0-2 15,0 0-2-15,0 0-4 0,0 0-3 0,0 0-4 16,0 0-4-16,1 0 0 0,-1 0-1 0,2 2 1 0,-1-1-1 16,4 1 0-16,-2 1 2 0,-1-2-2 15,2 2 0-15,0 0 1 0,2 0 0 0,-1 2 1 0,4-1-1 16,-3 1 2-16,2 1 0 0,2-2-1 0,2 1 0 16,-2-1 1-16,1 1 0 0,2-1 0 0,-2 1 0 15,3-1 2-15,-3-1-2 0,0 2 0 0,0-3-1 16,-1 3 0-16,-1-1-1 0,1 0 1 0,-2 0 0 15,-2 1 0-15,2-3 0 0,0 1 0 0,-4 1 1 16,3-3 0-16,-4 2 0 0,2-1 0 0,-2-1 0 0,1 1 0 16,-2-2 2-16,-2 2 1 0,2-2 0 0,-1 0 2 15,-1 0-1-15,-1 0-5 0,-1-2-13 0,0 2-17 16,-2-2-21-16,-1 1-18 0,2-2-23 0,-3 1-24 16,1-1-28-16,-2 1-28 0,0-1-36 0,0 1-44 15,-1 0-63-15,0 1-17 0,-1-1 14 0,0 1 33 16</inkml:trace>
  <inkml:trace contextRef="#ctx0" brushRef="#br0" timeOffset="73806.2">3997 5563 82 0,'3'3'229'0,"1"-1"28"0,-3 1-26 16,1 0-43-16,0 0-32 0,-1-2-15 0,2 2-17 0,0-2-18 15,-1 3-14-15,1-2-9 0,0 0-7 0,2 1-4 16,0-1-4-16,0 0 2 0,1-2-2 0,0 1-4 15,2-1-5-15,-2 0-10 0,1-1-7 0,0 1-7 16,-2 0-9-16,2 0-6 0,-3 0-9 0,1 0-2 16,-2 1-3-16,1-1 0 0,0 1-2 0,-1-1 0 15,0 1 1-15,-1 1 0 0,0 0-2 0,-1-1 1 0,1 1-1 16,-1-1-2-16,-1 1 3 0,2-2-4 0,-2 3-6 16,0-3-8-16,2 2-16 0,-2-2-22 0,0-2-40 15,0 0-71-15,1-1-95 0,-1 0-90 0,-1-3-36 16,-1-1-7-16,0-1 24 0</inkml:trace>
  <inkml:trace contextRef="#ctx0" brushRef="#br0" timeOffset="75137.56">4304 5604 49 0,'0'0'75'0,"0"-2"6"0,0 0 7 15,2 1 4-15,-1 0 3 0,-1 1 9 0,2-1 9 0,-1 1 4 16,-1-2 0-16,0 2-1 0,0 0-6 16,0 0-7-16,0 0-9 0,-1 0-9 0,-1 0-5 0,2 0-6 15,-1 0-8-15,-1 0-4 0,2 0-10 0,0 0-4 16,0 0-7-16,0 0-6 0,-2 0-1 0,2 0-5 15,0 0-2-15,-1 0-3 0,-1 0 0 0,2 0-6 16,-1 0-3-16,-1-2-2 0,2 2-4 0,-2-1-3 16,2 1-1-16,-4-2-2 0,4 1 0 0,-3 1-1 15,1-1-2-15,1 1 0 0,-1 0 0 0,0 0-1 0,1 0 1 16,-1 0 1-16,1-2 2 0,-1 2 4 0,2 0 3 16,-2 0 5-16,1 0 6 0,1 0 3 0,-2 0 5 15,2 0 3-15,-3 0 2 0,1 0 1 0,1 0-2 16,-2-2-1-16,3 2 0 0,-2 0-5 0,-1-2-4 15,0 2-6-15,1 0-3 0,-1 0-5 0,0 0-3 16,-2 2-2-16,2-2-2 0,0 2-1 0,-2-2 1 0,2 2-2 16,0-1 0-16,0-1 0 0,1 1 0 15,1 1 0-15,-1-2-1 0,0 1 0 0,2-1 4 0,-1 0-2 16,1 0-1-16,0 0 0 0,1 0-2 0,1 0-1 16,0 0-2-16,-1 0 3 0,4 0 2 0,-2-1 2 15,2 1 3-15,1 0 2 0,0-2 2 0,1 1 0 0,-1 1-1 16,-1-1-1-16,4 1-1 0,-1-2-2 15,0 0-1-15,3 0-2 0,-3 1-1 0,3-2-1 0,-2 2 0 16,1 1 0-16,-2-3 1 0,0 1 1 0,1 1 0 16,-1 0-1-16,0-1 0 0,-3 0 1 0,4 1-1 15,-4-1 0-15,0 0 0 0,0 1 1 0,-2 1-1 16,0-1 1-16,0-1 0 0,-1 2 1 0,2 0-1 0,-2 0 0 16,-1 0-1-16,1 0-1 0,0 0-1 0,-2 0 1 15,1 0 1-15,-1 0-2 0,2-2-2 0,-2 2-4 16,2 0-5-16,-1-1-5 0,-1 0-8 0,3-2-3 15,-1 1-4-15,0-1-3 0,1 0-4 0,0 2-5 16,1-1-10-16,-4 1-8 0,2-1-10 0,1 1-10 16,-3 1-16-16,2 0-19 0,-2 1-25 0,0 1-29 15,-2-1-42-15,0 1-65 0,-1 2-23 0,-3-1 11 16,-2 2 23-16</inkml:trace>
  <inkml:trace contextRef="#ctx0" brushRef="#br0" timeOffset="75554.16">4219 5697 74 0,'1'1'184'0,"1"-1"-5"0,1 0-11 16,-1 0-12-16,-1 0-14 0,4 0-16 0,-4 0-14 16,1 0-17-16,-1 0-14 0,3 0-12 0,-1 0-9 15,0 0-2-15,0-1-2 0,1 1 1 0,0 0-1 16,2-2 0-16,-1 2-8 0,-2 0-6 0,4 0-10 16,-2 0-7-16,1 0-8 0,0 0-6 0,0 0-4 15,1 0 0-15,-1 0-4 0,5 0-1 0,-3 0 0 0,0 2 0 16,0-2 0-16,1 0-1 0,1 0 1 0,-2 1-1 15,-2-1 0-15,3 0-1 0,-4 2 0 0,2-2-1 16,-4 0 1-16,2 0-1 0,-2 0 0 0,1 0 2 16,-2 3 0-16,1-3 0 0,-1 0 1 0,-1 0 0 15,1 0 0-15,0 0-2 0,-1 0 0 0,-1 0-6 16,2 0-3-16,-2-3-9 0,0 3-7 0,0 0-17 0,0-2-22 16,-2 1-20-16,2-3-26 0,-1 2-30 0,-1-1-37 15,0 0-48-15,1 0-38 0,-1 1-8 0,-3-1 13 16,1 0 28-16</inkml:trace>
  <inkml:trace contextRef="#ctx0" brushRef="#br0" timeOffset="75954.42">4340 5617 15 0,'4'0'127'0,"-1"0"-7"0,0 0-13 0,0 0-9 0,0 0-7 15,0 0-3-15,-3 1 0 0,2 1 5 16,-1 0 4-16,-1-1 4 0,2 1 1 0,-2-1-6 0,0 1-12 15,0-1-15-15,0 1-15 0,0-2-9 0,2 1-8 16,-1-1-4-16,-1 2 1 0,2-2-2 0,-2 1-1 16,1-1-5-16,-1 1-1 0,2 1-5 0,-2-2-7 15,2 2-4-15,-1-2-3 0,-1 1-2 0,2-1-1 0,-2 0-2 16,0 0 2-16,0 0-2 0,0 0 2 16,0 0 4-16,2 0 4 0,-2 0 2 0,0 0 3 0,0-1 1 15,0 1-3-15,0-2-1 0,1-1-10 0,-1 2-19 16,0-2-37-16,0-2-58 0,0 1-75 0,-1-2-94 15,-1-2-44-15,0 0-9 0,-1 0 21 0</inkml:trace>
  <inkml:trace contextRef="#ctx0" brushRef="#br0" timeOffset="83818.37">7107 6264 187 0,'2'0'236'0,"0"0"-12"0,-2 0-40 15,0-2-43-15,0 1-36 0,0 1-31 0,0-2-20 16,0 2-14-16,0-1-10 0,0-1-8 0,0 0-5 16,0 1-3-16,0 0 0 0,0-1 2 0,0 1 8 0,0-1 8 15,-2 2 11-15,0-1 7 0,2 1 9 16,0-2 3-16,0 2-2 0,0 0-5 0,0 0-7 0,0 0-8 15,0 0-12-15,0 0-10 0,0 0-5 0,0 0-8 16,0 0-3-16,0 0-1 0,2 0 0 0,0 0-1 16,-2 0 0-16,1 0 1 0,-1 0-1 0,0 0 2 15,2-1-1-15,-1 1 0 0,-1 0-1 0,2 0 2 0,-2 0 1 16,0 0 0-16,0 0 4 0,0 0 4 16,0 1 4-16,0 1 6 0,0-2 8 0,0 1 5 0,0 2 4 15,0 0 2-15,0 2-3 0,-2 1-2 0,2 0-7 16,-1 1-6-16,1 1-6 0,0 2-4 0,0 1-2 15,0-1-3-15,0 2-1 0,1 3 0 0,-1-1-2 16,2 2 0-16,-2-1 0 0,2 3-2 0,-1 0 2 16,-1 0-2-16,2 1-1 0,-2-1 1 0,0-1-1 15,0-2 1-15,0-1-1 0,0-3 0 0,0 0 1 0,0-2 1 16,0-1-1-16,0-2 2 0,0-4 0 0,-2 3 0 16,2-3-2-16,-3-1-3 0,1-2-8 0,-1-1-16 15,0-1-29-15,-2-3-34 0,2-1-49 0,-2-2-57 16,-1-2-74-16,1-2-70 0,0 0-21 0,2-2 13 15,-3 3 33-15</inkml:trace>
  <inkml:trace contextRef="#ctx0" brushRef="#br0" timeOffset="84465.2">7104 6247 142 0,'2'0'223'0,"-1"2"1"0,-1-2-13 16,2 1-20-16,0-1-24 0,-2 0-24 0,1 0-25 0,-1 0-22 15,0 0-18-15,0 0-17 0,0 2-10 16,0-2-7-16,0 0-4 0,0 0 0 0,0 0 0 15,0 1 0-15,0-1 5 0,0 0 1 0,0 0 3 0,0 1 2 16,0 1 0-16,0-2-1 0,0 2-3 0,-1-1-4 16,-1 1-6-16,0 1-6 0,-1 0-6 0,1 0-7 15,-1-1-4-15,0 3-3 0,-3 0-4 0,1 1-1 0,0 0-3 16,-1 0 2-16,1 1-3 0,-4 1-1 16,4-1 0-16,-3-1 0 0,3 0 1 0,-1-1-2 15,0 1 2-15,1-4-1 0,0 3 0 0,-1-1 1 0,3-2-2 16,-2 0 0-16,2-1 1 0,-2 1 1 15,2 0 1-15,0-2-2 0,3 0 0 0,-2 0-1 0,1 0-2 16,-1 0-2-16,2 0 0 0,0 0-1 0,2 0 0 16,-1 0 0-16,3 0 2 0,0 0 0 0,2 0 3 15,2-2 1-15,-1 2 0 0,1-2 0 0,3 1 0 0,0 1 1 16,0-2-2-16,3 1 0 0,-1-2-3 0,2 1 0 16,-5-1 1-16,3 1 0 0,-1 1 2 0,-2-2-2 15,2 2 2-15,-2-1 1 0,0 0-1 0,-1 0-2 16,-1 0 0-16,-2 1 2 0,2-1 0 0,-3 0 0 15,1 1 0-15,-1 1 0 0,0-1 1 0,-1 1 1 16,-2 0 0-16,1-2 3 0,-1 0 0 0,1 2 3 0,-3 0 2 16,0 0 1-16,2 0-1 0,-1 0 4 15,-1-1 5-15,3 1 8 0,-3-1 9 0,0 1 7 0,-3-3 5 16,2 1 2-16,-1-1-4 0,-3-1-4 0,0-1-10 16,1-1-6-16,-3 0-7 0,-4-1-5 0,2-1-4 15,-2-1-4-15,-2 0-1 0,2-1-6 0,0 1-5 16,-2 0-8-16,4 0-11 0,1 0-21 0,0 3-37 0,0-2-59 15,5 4-107-15,-2-2-136 0,3 0-63 16,2 0-20-16,2 0 13 0,1-2 54 0</inkml:trace>
  <inkml:trace contextRef="#ctx0" brushRef="#br0" timeOffset="91634.64">5687 5910 161 0,'2'1'214'0,"0"-1"-8"0,1 2-19 16,0-2-22-16,-1 0-8 0,1 0-6 0,0-2-9 15,0 2-14-15,0-1-17 0,0 1-16 0,-1-2-16 16,-1 2-13-16,1 0-14 0,-2 0-9 0,2 0-6 16,-1 0-3-16,-1 0 0 0,2 0-1 0,-1 2 0 0,-1-2 1 15,2 1-1-15,-2-1-3 0,2 2-4 0,-1-2-6 16,1 2-5-16,1-1-5 0,0 0-1 0,3 0-1 15,2 1-1-15,0 0 2 0,2-1 1 0,2-1-2 16,1 2 0-16,1-2-1 0,2 1 0 0,1 1-2 16,-1-2-2-16,0 1 0 0,2-1-2 0,-1 2-1 15,0-2 0-15,-1 1-1 0,1-1 1 0,-4 2 0 0,0-2-1 16,-1 1 0-16,0-1 0 0,-2 1 1 0,-2 1 0 16,0-2 0-16,-3 2 1 0,2-1 1 0,-1-1 0 15,-2 2-1-15,0-2 0 0,-3 1-1 0,2-1 0 16,-1 0 0-16,-2 2 0 0,2-2-1 0,-1 1 0 15,-1 1 0-15,2-2 0 0,-2 0 0 0,2 3 0 16,-2-2 1-16,1 0 0 0,1 1 0 0,-1 0 0 0,2-1 1 16,0 2-1-16,-3 0 1 0,3-1-1 15,-1 1 1-15,0-2 0 0,-1 2-1 0,-1-1 1 0,2-1-1 16,-1 1 1-16,-1-1-1 0,0-1 0 0,0 2 1 16,0-2 3-16,0 1 3 0,0 1 7 0,0-2 5 15,-1 1 3-15,-1-1 4 0,2 2 1 0,-3-2-2 16,1 1-6-16,-1-1-4 0,-3 2-3 0,0-1-6 0,-1 2-2 15,1-1 0-15,-2 1 2 0,0 1 1 0,2-1-1 16,-2 1-1-16,-2 1 0 0,1 0 0 0,1-1-4 16,-2 0-1-16,1 1-3 0,-2 1 0 0,1 0 3 15,-2 2 0-15,-1-2 1 0,2 2 0 0,-3 2 3 16,1-2 0-16,-1 2-1 0,1 0-3 0,-2 1 3 16,0 1 1-16,0-2-2 0,0 1-2 0,0 2 1 0,0-3 1 15,0 0 0-15,2-1-3 0,2-2 0 0,0 1 2 16,1-4 0-16,2 1 1 0,1-3-2 0,0 0 3 15,2 0-3-15,-1-2-7 0,1 0-9 0,2-2-9 16,-1 0-13-16,2 1-17 0,-1-1-16 0,1-2-24 16,2 1-30-16,-1 0-43 0,1-2-61 0,1 1-88 15,-1 0-48-15,2-2-8 0,-1 1 20 0,1-1 43 16</inkml:trace>
  <inkml:trace contextRef="#ctx0" brushRef="#br0" timeOffset="92281.08">5842 6028 120 0,'0'0'166'0,"0"0"-32"0,0 0-36 0,-1 0-32 16,-1 0-20-16,2-1-6 0,0 1-6 15,0 0-6-15,0 0 0 0,0 0-3 0,0 0 2 0,0 0 0 16,0 0 4-16,0 0 2 0,0 0 6 0,0 0 6 16,0 0 9-16,0 0 5 0,-1 0 1 0,-1-2-5 15,0 0-8-15,1 2-8 0,-2-1-9 0,0 0-7 0,0 0-5 16,-1-1 1-16,1 0 4 0,-2 1 2 0,2-1 3 16,0 0 3-16,1 1 5 0,-2-2 2 0,2 3-3 15,1 0-5-15,-1-2-6 0,2 2-7 0,0-1-4 16,0 0-5-16,0 1-1 0,2-3 4 0,-1 3 4 15,4 0 5-15,-2-2 4 0,0 1 5 0,-1-1 1 16,1 0 0-16,0 1-2 0,-1 0-2 0,-1-1-2 16,-1 1-3-16,2 1 2 0,-2 0 0 0,0 0 4 0,0 0 1 15,0 0 1-15,0 0-2 0,0 0-4 0,-2 1-1 16,2-1-5-16,0 2-1 0,0-2-3 0,0 0-1 16,0 0-1-16,0 0-3 0,0 0 0 0,0 0-2 15,0 0-3-15,0 0-1 0,0 0-2 0,0 0 0 16,2 0-1-16,-2 0 0 0,2 1 0 0,-2 0 0 0,1 1 3 15,-1 1 4-15,0-1 6 0,0 2 3 0,0-1 3 16,0 1 1-16,0 0-1 0,0-1-3 0,0-1-2 16,0-1 0-16,0 0 2 0,-1 0 1 0,-1 1 2 15,2-2-1-15,-2 0-4 0,1 0-9 0,-1-2-21 16,-1 2-34-16,0-1-60 0,-1 0-108 0,0-2-126 16,-2 0-62-16,-1-2-17 0,1 0 11 0,-2 0 47 0</inkml:trace>
  <inkml:trace contextRef="#ctx0" brushRef="#br0" timeOffset="98002.22">7066 7569 82 0,'0'-2'148'0,"0"0"-11"0,0 1-13 0,2 0-14 0,-1-3-10 16,-1 3-10-16,0-1-11 0,2-2-14 0,-1 1-12 15,-1-1-16-15,2 0-14 0,0-1-15 0,-1 2-14 16,1-2-13-16,-1 1-12 0,1 1-11 0,-2-2-7 16,2 2-2-16,-1 0 4 0,-1 0 10 0,2 2 9 15,-2 1 12-15,0-2 12 0,0 2 14 0,0 2 14 16,0-2 7-16,-2 1 9 0,2 0 5 0,-1 1 0 16,-1 0-2-16,2 1-1 0,-2 0-1 0,2-3-3 0,0 3-2 15,0-3-3-15,0 1-3 0,0-1-5 0,0-1-3 16,2 1-1-16,-2-3 3 0,3 1 2 0,-1-1 10 15,0 0 6-15,-1-1 5 0,1-1 8 0,-1 2 6 16,2-1 6-16,0-1 2 0,-1 2 3 0,-1-1 4 0,-1 1 1 16,0 0 3-16,0-1 1 0,0 2-2 15,0 2 0-15,0-3 0 0,0 3-5 0,0-2-5 0,0 2-8 16,0 0-6-16,0 0-13 0,0 0-11 0,0 0-8 16,0 2-10-16,0-2-7 0,0 1-5 0,0 1-1 15,0-1 1-15,0 2-1 0,0 0 1 0,0 0-1 0,0 3 1 16,0 2 3-16,0 1 2 0,0 1 2 15,0 4 1-15,-1-2 1 0,-1 5 0 0,2-3-4 0,-1 4-4 16,-1 0-1-16,2-2 0 0,0 2-1 0,0 0 1 16,0-1 3-16,0-2-2 0,0-1-1 0,0-3-1 15,0 0 2-15,0 1-2 0,0-1-1 0,0-2 2 16,0 2 2-16,0-3-3 0,-3 0 0 0,3 2-4 16,-1-2-3-16,-1 1-6 0,2-3-4 0,0 1-4 15,-1-1-2-15,-1-3-4 0,2-1 0 0,-2 2-1 0,2-2-1 16,-1-2-6-16,-1 0-2 0,2 0-5 0,0-2-7 15,0-2-6-15,0 2-7 0,0-1-3 0,0-3-3 16,2 2-6-16,-1-2-12 0,-1 1-17 0,2-1-30 16,0 0-50-16,-1-2-92 0,-1 3-44 0,0-1-8 15,0-2 10-15,0 1 39 0</inkml:trace>
  <inkml:trace contextRef="#ctx0" brushRef="#br0" timeOffset="98820.16">7077 7480 163 0,'3'5'280'0,"-3"-2"31"0,2-2-24 0,1 2-55 0,-3-1-47 16,2-2-36-16,1-2-29 0,-3 0-25 16,0 1-21-16,2-2-19 0,-1-1-19 0,-1 1-15 0,3 0-6 15,-3-2 0-15,0 4 3 0,0-1 7 0,0 1 9 16,-3-1 9-16,3 2 7 0,-1 0 6 0,-1 0 3 16,2 0-1-16,0 0-5 0,-1 2-8 0,-1-1-6 15,2 1-8-15,-2 2-9 0,-1 1-4 0,1-1-3 16,2 1-2-16,0-1-4 0,-1 1-3 0,-1-2 0 15,2 0-5-15,0 0-1 0,0-2 1 0,0 0 1 0,0 1 2 16,-1 0 2-16,-1-1 1 0,0 1-1 0,-1-1-1 16,0 1-1-16,-3 1-1 0,1 0 0 0,-3 1-2 15,3 1-1-15,-1-2 3 0,-2 2 0 0,2 0-2 16,0 1-1-16,1-1 0 0,-2-1 1 0,1 0-2 16,2 1 1-16,0 0 3 0,1-2 1 0,0 0-1 15,1-2 1-15,2 0 3 0,-1 1 5 0,1-2 3 0,0 0 7 16,0 0 11-16,0-2 6 0,0 2 8 0,0-1 3 15,0 0 3-15,0 1 2 0,0-2 0 0,1 2-8 16,-1-1-4-16,0 1-3 0,2-2-7 0,-2 1-7 16,2 1-8-16,-1-1 0 0,1-1-5 0,-1 0-5 15,1-1-3-15,1 1 0 0,0 0 3 0,2-3-4 0,-2 3-1 16,2-2 5-16,-2-1-1 0,0 3-2 0,2-2-3 16,-2 2 0-16,0-1 2 0,3 1-5 0,-4 1 4 15,3-1-1-15,-2 2-1 0,0 0 4 0,0 0-1 16,2 0 3-16,-3 2-1 0,4-1 6 0,0 1 5 15,-3 1 4-15,2-1 2 0,0 0 1 0,2 0 0 16,-3-1 0-16,2 0 0 0,-1-1 0 0,0 0 3 0,-2 0 1 16,4 0 9-16,-3 0-2 0,2-1 2 15,-1 1 2-15,-2 0 3 0,2 0-1 0,-2 0-5 0,1 0-2 16,0 0-7-16,1 0-4 0,-2 0-6 0,0 0-7 16,2 1-4-16,-2-1 0 0,0 2-1 0,1 1-2 15,0-1 2-15,1-2 1 0,-2 2 1 0,0-2 3 16,0 0 7-16,-1 0 9 0,0 0 17 0,-1 0 23 0,1 0 20 15,-1-2 14-15,1 2 10 0,1-2-2 16,-3-1-6-16,2 1-14 0,-2 1-9 0,0 0-13 0,0 1-8 16,0-2-5-16,0 2-8 0,0-2-8 0,0 2-6 15,0-1-5-15,0 1-4 0,0 0-2 0,-2 0-4 16,2-1 1-16,-1-2-4 0,-1 3-5 0,0-2-4 0,-1-3-25 16,0 1-50-16,-2-2-99 0,-1-1-123 0,-5-4-140 15,0 0-196-15,-5-2-135 0,2-2-33 0,-5-3 53 16,3-2 101-16,-5-5 127 0</inkml:trace>
  <inkml:trace contextRef="#ctx0" brushRef="#br0" timeOffset="116203.12">4494 5481 125 0,'3'-3'156'15,"-1"0"-28"-15,-1 1-34 0,1 1-23 0,-2 1-18 16,0 0-10-16,1 0-13 0,1 0-9 0,-2 1-5 15,0 1-3-15,0 1-2 0,2 0-3 0,-2-2-2 16,2 1 1-16,-2-1-3 0,0 0 0 0,0 1 0 0,0 1-2 16,2-3-1-16,-2 2 3 0,0-2 2 15,0 0 4-15,0 0 3 0,0 0 1 0,-2 0 1 0,2 0 0 16,-2 0-5-16,0 0-5 0,-1 0-6 0,3 0-1 16,-2 0-3-16,-1 1 0 0,1-1 0 0,1 2 0 15,-1-2 5-15,1 1 0 0,-1-1 4 0,0 2 0 0,1-2 4 16,-1 1 5-16,2-1 8 0,0 0 5 15,0 0 4-15,0 0 3 0,0 0-2 0,0 0-3 0,0 0-5 16,2 0-4-16,-1 0-6 0,-1 0-3 0,2 0 2 16,0 0 0-16,-1 0 1 0,1 0 0 0,-1 0 1 15,1 0-1-15,1 0-3 0,-1 0-2 0,-2 0-4 16,3 0 0-16,-3 0-2 0,2 0 4 0,0 0 5 16,-2 0 9-16,0 0 11 0,0 0 13 0,2 0 9 15,-2 0 8-15,0 0 2 0,0 0-1 0,0-1-7 0,0 1-7 16,0-2-8-16,0 2-7 0,0 0-7 0,0 0-3 15,2 0-6-15,-2-1-3 0,0 1-7 0,0 0 0 16,0 0-5-16,0 0-1 0,0 0 0 0,0 0-1 16,0 0 0-16,0 0 0 0,0 0 0 0,0 0 0 15,0 0 0-15,0 0 1 0,0 0 2 0,0 0 3 16,0 0 1-16,0 0 4 0,0 0 3 0,0 0 4 0,0 0 3 16,0 0 1-16,0 0 3 0,0 0 0 15,0 0 4-15,0 0 0 0,0 0 1 0,0 0 0 0,0 0 0 16,0 0-2-16,0 0-1 0,-2 0-6 0,2 0 0 15,-2 0-5-15,2 0-2 0,0 0-2 0,0 0-4 16,0 0-1-16,0 0-1 0,0 0-3 0,0 0 1 0,0 0-1 16,0 0 0-16,0 0-1 0,-2 0 1 0,0 0 1 15,2 0 1-15,-2 0 1 0,1 0 1 0,1 0 0 16,0 0 1-16,-2 0 0 0,-1 0-1 0,1 0 0 16,1 0 0-16,-1 0 0 0,-1 0 0 0,0 0 0 15,0 0 0-15,1 0-3 0,-1 1 0 0,-2-1-3 16,2 2 0-16,0-2-1 0,0 3 0 0,0-3 0 0,1 1 1 15,-1-1-1-15,-1 1 0 0,1-1 0 0,2 2 0 16,-4 0-1-16,2-2 0 0,0 1 1 0,1 1 0 16,-1 1 0-16,0-3 0 0,1 3 2 0,-1-2 0 15,0 1 0-15,1-1-2 0,-2-1 0 0,2 2 0 16,-1-1 0-16,2-1 3 0,-1 0 2 0,0 2 2 16,1-2 1-16,-1 0 3 0,-1 0-1 0,1 0-1 0,1 0-3 15,-1 0-1-15,2 0 0 0,-2 1-3 0,1-1-2 16,-1 0 0-16,-1 0 1 0,0 0 0 0,2 2-1 15,-1-2 0-15,2 1 1 0,-1-1-1 0,-1 2 0 16,2-2-1-16,-2 0 1 0,1 3 0 0,-1-3-1 16,0 0 0-16,1 1-2 0,-1 1 3 0,-1-1 0 15,1 1-1-15,-1 0 0 0,2 0 2 0,-4 1 1 16,2-1-2-16,0 1 1 0,1-1-1 0,-1 0 1 16,1 1 0-16,-1-2 1 0,3 1-1 0,-3 0 0 0,1-1 0 15,1-1 0-15,-1 2-1 0,-1-2 0 0,1 2 0 16,-2-1 0-16,2-1 0 0,1 1 0 0,-1-1 0 15,1 2 2-15,-1-2-1 0,0 1 0 0,-1 1-2 0,0-2 1 16,1 0 0-16,-1 1 0 0,0 0-1 0,1 1 1 16,1-1 0-16,-2-1 0 0,0 2-2 0,1-2 2 15,2 2 0-15,-1-2 0 0,-1 0 0 0,2 0-1 16,-2 0 1-16,2 0 0 0,-1 2 0 0,-1-2 1 16,2 0-1-16,-1 0 0 0,-1 1 3 0,0-1-2 15,1 0-1-15,-1 0 0 0,-1 1 0 0,1 1-1 16,1-2-2-16,-2 1 3 0,1-1 0 0,1 2 0 15,-1-2 0-15,-1 2 0 0,1-2 0 0,1 1 0 0,-1-1 2 16,2 0-2-16,-1 0 0 0,-1 0 1 0,2 0-1 16,0 0 2-16,0 0-1 0,0 0 1 0,0 0-2 15,0 0 1-15,0 0 0 0,-2 0-1 0,2 0-1 16,-1 0 1-16,-1 0-1 0,2 1 1 0,-2-1 0 16,2 0 0-16,-1 1 0 0,1 1-1 0,-2-2 1 15,1 2 1-15,-2-2-1 0,1 1 0 0,2-1 1 0,-1 2-2 16,1-2 1-16,-2 1 0 0,2-1 1 0,0 0-1 15,0 0-1-15,0 0 1 0,0 0 0 0,2 0 0 16,-2 0-1-16,1 0 1 0,-1-1 0 0,0 1 1 16,0 0 1-16,0 0 0 0,0 0-1 0,0 0 1 15,0 0 0-15,0 0 0 0,0 0-1 0,0 0 0 16,-1 0-1-16,1 0 0 0,0 0 1 0,0 0 0 0,-2 0 1 16,2 1-1-16,-1-1 1 0,-1 2-1 15,2-2 2-15,0 0 1 0,-2 0 0 0,2 1 1 0,-1 1 0 16,-1-2-1-16,2 2-1 0,-1-2-1 0,1 0-1 15,0 0-1-15,0 0-1 0,0 0 2 0,0 0-1 16,0 0 0-16,0 0 2 0,0 0 3 0,0-2 3 0,0 2 1 16,1 0 4-16,-1 0 2 0,0 0 0 0,0 0 0 15,0 0-1-15,0 0-3 0,0 0-3 0,0 0-1 16,0 0-3-16,-1 0-4 0,1 2-1 0,0-2 0 16,0 0-1-16,-2 1 0 0,2 0 1 0,0-1 1 15,-2 1-1-15,2-1 2 0,0 2 0 0,0-2-1 16,0 2 0-16,0-1 0 0,0-1 0 0,0 2 0 0,0-2 0 15,0 0-1-15,0 0 1 0,0 0-1 16,0 0 0-16,0 0 0 0,2 1-1 0,0 1 1 0,-1-2 0 16,2 1 1-16,-1 1-1 0,1-1 0 0,0 1 1 15,3-1 2-15,-3 2-1 0,1-1-1 0,-1-1 1 16,2 1-1-16,-2-1 0 0,0 1 0 0,2-1 1 16,-1 2-1-16,-2-1 1 0,3-1-1 0,-4 0 0 0,3 1 0 15,0 1-1-15,-2-1 1 0,1 1-1 0,-1-2 1 16,1 1 1-16,1-1-1 0,-2 1 0 0,1-1 0 15,2 1 0-15,-2-1 0 0,0 1 0 0,2-1 1 16,-3 2 0-16,3-1-1 0,-1-2 2 0,-1 3-2 16,2-2 0-16,-2 1 0 0,0-1 0 0,2 1 2 15,-3-1-1-15,1 2 0 0,3 0 0 0,-3-1-1 0,-1 1 0 16,1-1-1-16,0 0-1 0,0 1 2 16,1 0 1-16,-1-1 0 0,0 1 0 0,0-1-1 0,0 0 0 15,0-1 0-15,0 1 0 0,-1 0 0 0,1-1 0 16,1 0 0-16,-3 1 0 0,1 1 0 0,-1-3-2 15,1 0 1-15,1 2 0 0,-1-2 1 0,-1 2 1 0,-1-1 1 16,2-1 0-16,-2 1-1 0,0-1 0 16,3 0-1-16,-3 0 0 0,0 0 0 0,0 2 0 0,0-2 1 15,0 0 0-15,1 1-1 0,-1-1 0 0,0 2 0 16,2-2 0-16,-2 0 1 0,0 2-2 0,1-2 1 16,1 0 1-16,-2 2 0 0,2-2-1 0,-2 1-1 15,1-1 2-15,-1 2-1 0,2-2 0 0,-2 0 0 16,2 0 1-16,-1 2-1 0,-1-2-1 0,2 1 1 15,-1-1-1-15,-1 2 1 0,2-2-1 0,-2 1 1 0,0 1 0 16,0-2 0-16,0 1 1 0,2-1-1 16,-1 2 0-16,-1-2-1 0,2 2 1 0,-1-2 0 0,-1 1 0 15,2-1 0-15,-2 0 0 0,3 0 1 0,-3 0 0 16,0 0 2-16,0 0 0 0,0 0-1 0,0 0-1 16,0 0-7-16,0-1-13 0,-3 1-16 0,3-2-22 15,-2 2-27-15,1-2-36 0,-1 1-53 0,-1-2-68 0,0 0-110 16,-2 1-46-16,-2-1-8 0,0 1 21 0,-3 0 47 15</inkml:trace>
  <inkml:trace contextRef="#ctx0" brushRef="#br0" timeOffset="117544.06">4389 5643 64 0,'0'1'206'0,"0"-1"4"0,0 0-29 0,0-1-39 15,0 1-30-15,0-2-26 0,0 2-16 0,0-1-10 16,0-1-10-16,0-1-7 0,0 2-11 0,0-1-8 15,2 1-7-15,-1-1-4 0,-1 1 1 0,0-1 2 16,2 1 1-16,-2-1 1 0,2 2 3 0,-1-1-1 0,-1-1-2 16,2 2 1-16,-2 0-2 0,2 0 0 0,-1 0 1 15,-1 0 1-15,2 2 1 0,-2-1 5 0,0-1 0 16,0 2-1-16,0-2-2 0,0 3-3 0,0-2-4 16,0 1-3-16,0-1-5 0,0 1-1 0,0-2-2 15,0 1 0-15,0-1-1 0,0 1 1 0,0 1 0 16,0-2 0-16,0 0 2 0,0 2 1 0,0-2 0 0,0 0-3 15,0 1 0-15,0-1 1 0,0 2-3 0,0-2 0 16,-2 1 0-16,2 1 0 0,-1-1-1 0,-1 1 1 16,2-1-1-16,-2 1 0 0,2-1 0 0,-1 0 0 15,-1-1-1-15,2 2 1 0,-2-2 1 0,2 0 1 16,0 0 2-16,-1 0 1 0,-1-2 1 0,2 2 1 16,-1-1-1-16,1 1 0 0,0-1-3 0,0-1 0 0,0 1-1 15,0-1 3-15,0 1 0 0,0 1 1 16,1-2 2-16,-1 2-1 0,0-1 1 0,2 1-2 0,-1-2-3 15,-1 2-1-15,0-1-1 0,2 1 0 0,-2-2-2 16,0 2 0-16,0 0 0 0,2 0 0 0,-2 0 0 16,0 0 0-16,0 0 1 0,0 0-1 0,0 0 0 0,0 0 0 15,0 0 0-15,0 0 1 0,0 0 2 0,0 0 1 16,0 0 2-16,0 0 8 0,0 0 3 0,0 0 3 16,0 0 5-16,0 0 2 0,0 0 1 0,0 0-4 15,0 0-1-15,0 0-4 0,-2 0-5 0,2 0-2 16,0 0-3-16,0 0-2 0,0 0-5 0,0 0-1 15,0 0-1-15,0 0-2 0,0 0 1 0,0 0-1 0,0 0 0 16,0 0 0-16,2 0 1 0,-1 0 1 16,-1 0-1-16,0 0 1 0,0 0 0 0,0 0 0 0,0 0 0 15,0 0 1-15,0 2 1 0,0-2 2 0,0 0-1 16,0 0 2-16,0 0-2 0,0 0 2 0,-1-2 0 16,-1 2-3-16,2-2 1 0,-2 1-1 0,2 1-1 15,0-1 0-15,-3 1-2 0,3-2 0 0,-1 2 1 0,-1-1 0 16,2 1 0-16,-3-2-2 0,3 2 2 15,-1-1-1-15,1 1-1 0,0 0-2 0,0 0 1 0,1 0 0 16,-1-2-2-16,3 1 4 0,0 1-1 0,0 0 1 16,-1-2 1-16,3 1 0 0,-2-1 1 0,0 0 1 15,2 1 4-15,-2-1 1 0,2 0 3 0,-2-1 2 16,0 0 3-16,-1 1 1 0,-1 1 1 0,1-1 1 16,-2 0 2-16,2 1 0 0,-1 0 0 0,-1 0 2 15,0-1 0-15,-1 2 0 0,-1-2 0 0,2 2 0 0,-2 0-4 16,2 0-5-16,-1 2-2 0,1-2-4 0,-2 2-2 15,2-2-4-15,-2 1-1 0,1-1 0 0,1 1 0 16,-2-1 0-16,2 1 0 0,-1 1 0 0,-2-2 0 16,3 2 0-16,0-2 0 0,0 0 0 0,0 0 2 15,0 0 1-15,0-2-1 0,0 2 0 0,0-2 1 16,0 1-1-16,0 1-2 0,-2-1 1 0,2 1-1 0,-1-1 0 16,-1 1 0-16,-1-2-1 0,1 2 1 15,1 0-1-15,-1 0 0 0,1 0 1 0,-1 0-1 0,0 0-1 16,-1 0 0-16,3 0-1 0,-2 2-1 0,2-2-3 15,0 1-4-15,0 0-2 0,0 2-4 0,0-1-2 16,0-1 1-16,0-1 2 0,2 2 3 0,-2-1 3 0,2-1 4 16,-1 2 3-16,-1-2 2 0,0 0 1 0,0 0 0 15,0 0 1-15,0 0 0 0,0 0 1 0,0 0 0 16,0 0-1-16,0 0-1 0,-1 0 0 0,-1-2 1 16,2 2-1-16,-2 0 0 0,2 0 0 0,0 0 0 15,0 0 0-15,0 0 0 0,0 0 0 0,0 0 0 16,0-1-1-16,0 1 0 0,0 0-1 0,0-2-1 0,2 2 0 15,-2-1 0-15,2 1 2 0,-1 0 0 0,-1-2 1 16,0 2 0-16,0 0 0 0,0 0 0 0,0 0 0 16,0 0 1-16,0 0 0 0,0 0-2 0,0 0 0 15,0 0 1-15,0 2 0 0,0-2-2 0,0 1 1 16,0-1-7-16,0 2-13 0,0-2-24 0,0 1-33 16,0-1-53-16,2 2-87 0,-2-2-107 0,0 0-46 0,-2-2-11 15,-3-2 17-15,2-2 46 0</inkml:trace>
  <inkml:trace contextRef="#ctx0" brushRef="#br0" timeOffset="161317">5651 7192 121 0,'-2'0'155'0,"2"-2"-20"0,-1 1-19 0,-2 1-24 0,3-1-19 15,0-1-22-15,0 1-17 0,0-2-14 0,3 3-6 16,-2-2-3-16,-1 2-1 0,2-1 4 0,-2-1 5 16,0 2 4-16,0 0 3 0,0 0 5 0,0 0 7 15,0 0 5-15,0 0 4 0,0 0 5 0,0 0 1 16,0 0 5-16,0 0 3 0,0 0 2 0,0 0 2 0,0 0 5 15,0 0 1-15,2 0-1 0,-1 0-3 16,-1 0-4-16,0 0-5 0,2 0-5 0,-1 0-3 0,-1 0-2 16,2-1-2-16,-2 1 1 0,2-2 0 0,-1 2-3 15,1-2-5-15,-1 1-4 0,-1 1-7 0,0 0-4 16,2 0-8-16,-2 0-3 0,2 0 0 0,-1 0 0 0,-1 0 2 16,2 1 0-16,-2 1 6 0,1-2 2 0,1 2 2 15,-2-1-1-15,4 1-3 0,-2-1-1 16,1 1 0-16,2-2 2 0,0 3-2 0,1-3-1 0,2 1 1 15,1-1 2-15,1 0-1 0,1 0-2 0,3-1 1 16,-1-1-1-16,4 1 0 0,-2-1-1 0,2-1-2 16,3 0 1-16,-2 0-4 0,4 2-3 0,-3-2-2 15,3 0-1-15,-1 1 0 0,-1-1 0 0,1 0 0 16,-1 0 3-16,2 1 1 0,-2-3-1 0,-2 2-1 0,0 0-1 16,-1-1 0-16,-1 2-3 0,-2-1-1 0,-1 1 0 15,-1-1-2-15,-2 2 1 0,-3 0-2 0,-1 1 2 16,-2 0 5-16,1 0-1 0,-2 0 3 0,-1 0 4 15,-2 0 5-15,2 0 5 0,-1 1 3 0,-1-1 5 16,0 0-1-16,0 1 0 0,-1 1-5 0,-1-2-5 16,2 0-7-16,-2 0-4 0,-1 1-4 0,1-1-9 0,1 0-7 15,-1 0-13-15,1 2-15 0,-4-2-16 0,2 2-19 16,0-1-13-16,1-1-9 0,-1 0-6 0,0 1-2 16,0 2-5-16,-1-1-8 0,0-1-13 0,-1 1-26 15,1 1-39-15,0 0-60 0,-1 0-78 0,-1-2-28 16,0 2 3-16,-5-1 31 0</inkml:trace>
  <inkml:trace contextRef="#ctx0" brushRef="#br0" timeOffset="162666.37">5700 7443 233 0,'0'6'316'15,"0"-3"32"-15,0-1-25 0,0 2-62 0,0-3-60 0,0 1-45 16,0-1-31-16,0-1-27 0,0 2-23 16,0-2-19-16,0 0-18 0,0 0-12 0,2 0-11 0,-2 0 0 15,3-2 0-15,-1 2 5 0,-1 0 8 0,2 0 3 16,0-1 7-16,2-1 1 0,-2 2 3 0,0-1 4 15,2-1-4-15,0 0-1 0,3 1-2 0,-4 0-5 16,1-2-7-16,3 0-7 0,-1 1-6 0,2 1-5 16,-1-1-4-16,0-1-2 0,3 3-1 0,-2-2 0 15,3 1-2-15,0 1-1 0,2 0 1 0,0 0 1 0,1 0-1 16,-1 0 0-16,3 0 4 0,-1 0-3 0,0 0-1 16,1-2-1-16,-2 2 1 0,0 0 0 0,0-1-2 15,0 1-2-15,-3-1 2 0,0 1 2 0,2 0-2 16,-4 0 1-16,0 0-3 0,-1 0 3 0,0 0-1 15,-2 0-2-15,-1 0 2 0,0 1-2 0,-1-1 5 16,-2 1-1-16,0-1 0 0,1 0 2 0,-3 0 0 0,1 0 0 16,0 0-2-16,-1 0-4 0,-1 0-7 0,2-1-17 15,-2 1-20-15,-2-1-26 0,1-2-33 0,-3-1-38 16,3-3-43-16,-3 3-59 0,1-2-86 0,-2-2-48 16,-1-1-2-16,-1 2 20 0,-2-2 41 0</inkml:trace>
  <inkml:trace contextRef="#ctx0" brushRef="#br0" timeOffset="163151.27">5950 7278 209 0,'3'3'292'15,"0"-3"30"-15,0 2-20 0,0-2-68 0,-1 2-55 16,1-2-31-16,-1 0-21 0,1 0-18 0,-3 0-19 16,2 1-13-16,-2-1-13 0,1 0-7 0,-1 0-3 0,0 0 4 15,0 0 2-15,0 0-1 0,0 0 1 0,0 0-1 16,0 0-7-16,0 0-5 0,0 0-11 0,-1 0-10 15,-1-1-15-15,1 1-16 0,-3-2-14 0,1 2-11 16,1-2-10-16,-2 2-3 0,-1-3-4 0,2 0 4 16,0 2 7-16,0-1 5 0,0 0 7 0,1 2 3 15,0 0 9-15,1 0 5 0,-1 0 3 0,2 0 2 0,-2 0-2 16,2 0 3-16,0 0-1 0,0 0-1 0,0 0 6 16,2 4 7-16,0-3 10 0,-1 0 12 0,1-1 10 15,0 2 12-15,1-2 9 0,0 1 3 0,-1 1 9 0,-1-2 5 16,1 0 5-16,-1 0 3 0,2 0 2 15,-3 0 2-15,2 2 3 0,-2-2-1 0,0 0-1 0,0 0 1 16,0 0-5-16,0 2-4 0,-2-2-16 0,2 1-10 16,-3-1-16-16,2 2-13 0,-1 1-25 0,-1 0-41 15,-2 2-54-15,0-2-64 0,-3 1-73 0,2-1-103 16,-2 0-161-16,0-1-76 0,-1-2-7 0,-4-2 32 16,2-2 58-16,-1-2 93 0</inkml:trace>
  <inkml:trace contextRef="#ctx0" brushRef="#br0" timeOffset="164529.41">4125 6894 235 0,'5'-4'286'0,"0"2"21"16,-1 0-39-16,-2 1-70 0,0-1-51 0,-1 1-30 15,-1 1-17-15,0-2-10 0,0 2-12 0,0-1-11 16,0-1-6-16,0 2-9 0,0 0-5 0,0 0-5 15,0 0-1-15,0 0 3 0,0 0 3 0,0 0 2 16,0 0 3-16,-1 0 4 0,-1 0-2 0,2 0-6 16,-2 0-7-16,2 0-8 0,0 0-7 0,-2 0-9 0,0 2-6 15,0-1-3-15,1-1-1 0,-1 2-4 0,-1-1-1 16,3 2-2-16,-2-1 1 0,-1 0-2 0,0 2 0 16,1-3 1-16,-1 2 0 0,0 2 2 0,1-2-1 15,-2 0 0-15,1 0 0 0,1 0 2 0,-1 0-2 16,1 0 5-16,1-1 6 0,-2 2 6 0,-1-3 3 0,1 2 3 15,2-1 4-15,-3-1-4 0,0 1-3 0,-1-2-7 16,0 4-5-16,1-3-4 0,-3 3-2 0,2-3-2 16,-4 4-1-16,1 0 0 0,-2-1 1 0,0 0 2 15,0 4-1-15,0-2-1 0,-2 1-1 0,1 1 0 16,0 1-2-16,-2-2 0 0,4 1 1 0,-1-1 0 16,1 1 2-16,-1-2 0 0,4-2 1 0,1 2-2 0,-1-3 1 15,1 0 0-15,4-1 0 0,-3 1 3 0,3-3-4 16,-1 1 0-16,2-1 0 0,0 0-1 0,0 0-1 15,2 0-3-15,-1 0 2 0,1-1 0 0,1 1 3 16,0-2 0-16,2 1 1 0,-2 1 1 0,2-3 2 16,0 1 0-16,-1 1 2 0,3-2 1 0,-2 1 3 15,2 1 1-15,-2-1-1 0,1 0 0 0,-2 1-3 0,1 1 0 16,-1-1-3-16,2 1 0 0,-3 0-1 16,2 0 1-16,0 0-3 0,2 1 0 0,-3-1 0 0,5 1-1 15,-4 1 0-15,3 1 2 0,-3-3-1 0,1 3-1 16,-1-1 0-16,1-1 1 0,-2 1-2 0,0 1 1 15,0-3 2-15,-1 3-2 0,0-2 2 0,1 1-1 16,-2-2 1-16,1 1 0 0,-1 1-4 0,-1-1-5 16,1 1-11-16,0-2-8 0,-1 0-16 0,2 3-19 15,-1-3-16-15,-2 0-14 0,2 0-14 0,-1 0-18 0,-1 0-23 16,2 0-27-16,-2 0-44 0,0 0-76 0,0 0-56 16,0 0-15-16,0 0 15 0,-5 0 35 0</inkml:trace>
  <inkml:trace contextRef="#ctx0" brushRef="#br0" timeOffset="164950.13">4013 6946 118 0,'3'1'269'0,"0"1"20"16,0-2-10-16,-1 0-66 0,1 0-57 0,-3 0-38 15,4 0-24-15,-1 0-15 0,0 0-8 0,0 0-12 16,0 0-5-16,3 2-5 0,-4-1 3 0,3 3 8 15,-2-3-1-15,0 3-1 0,2 0-7 0,0 1-5 16,-2 0-10-16,3-1-12 0,-3 1-4 0,2-1-5 16,-2 1-2-16,0-2-4 0,-1-2-2 0,1 1-1 15,-1 0-2-15,1-1 4 0,-3-1 5 0,0-1 2 0,2-1 2 16,-2 0-1-16,0 1-2 0,0-2-7 0,0-2-16 16,0 1-21-16,0-2-25 0,0 0-32 0,0-1-36 15,0 3-45-15,2-1-53 0,-2-2-90 0,0 1-39 16,-2-1-2-16,0 0 20 0,2 1 41 0</inkml:trace>
  <inkml:trace contextRef="#ctx0" brushRef="#br0" timeOffset="-207429.53">4568 6553 23 0,'0'3'187'0,"0"-1"7"0,0-2-21 16,0 1-27-16,0-1-30 0,0 0-25 0,3 0-26 15,-3 0-21-15,2 0-18 0,-1 0-8 0,-1-1-6 16,2 1 0-16,-1-2 2 0,-1 2 4 0,2-2 9 15,-2 1 9-15,2 1 13 0,-2-1 10 0,1 1 11 16,-1 0 7-16,2-2 2 0,-2 1 0 0,0 1-1 16,0 0-6-16,0 0-3 0,0 0-6 0,0 0-2 15,0 0-4-15,0 0-4 0,0 0-5 0,0 0-5 16,0 0-3-16,0 0-5 0,0 0-4 0,-2 0-2 0,2 0-2 16,0 0 0-16,0 0-2 0,-1 0 0 0,1 0 1 15,-2 0-2-15,2 0-1 0,-2 0 0 0,2 0-2 16,-1 0 1-16,-1 0 0 0,2-2 1 0,0 2 3 15,-1-1-1-15,-1 1 2 0,2-2 1 0,-3 1 0 0,3 1 0 16,0-2-2-16,-1 2-3 0,-1 0-3 16,2-1-1-16,-3-1-1 0,1 2 1 0,1-2 4 0,-1 2 4 15,0 0-2-15,-1 0-2 0,0 0-5 0,1 0-5 16,-4 0-6-16,0 0-1 0,3 2-3 0,-4 0 0 16,3-1-1-16,-3 1 3 0,0 1 0 0,0 0 0 15,-1 0 1-15,0 1 1 0,-1 1-1 0,1-1-2 0,0 2-1 16,-2 0-1-16,0 0-2 0,0 0 1 15,0 2 0-15,-2-1-1 0,2 0 0 0,-1 0-1 0,0 2 1 16,0-2-2-16,0-1 0 0,3 0 2 0,-1 0 0 16,-1 0 0-16,1 0 1 0,2 0-1 0,-1-1 1 15,2-1-1-15,0 1 0 0,0-3 1 0,1 2-1 0,0-1 1 16,0-2 1-16,0 2 1 0,1-1-2 16,1 1-1-16,-2-2 0 0,2 0 1 0,0 1 1 0,-1 0 0 15,1-1 0-15,1-1-1 0,1 0 5 0,-1 2 4 16,-2-2 3-16,2 1 1 0,2 1 5 0,-1-2 3 15,1 0-2-15,0 0-5 0,-2 0-3 0,2 0-1 16,0 0-5-16,0 0-3 0,0 0-2 0,0 0 1 0,0 0-2 16,0 0 0-16,0 0 1 0,0 0 2 15,0 0 0-15,-1 0-2 0,-1 1-1 0,2-1 0 0,-2 2 0 16,-1 1-1-16,0-2 1 0,-2 2-1 0,0 2 1 16,-4-1-1-16,4 2 1 0,-3 0 0 0,2-1-2 15,-2 1-1-15,2-1 1 0,1 2 1 0,-1-3-3 16,2 1 1-16,0-1-1 0,0-1-3 0,4 1 1 15,0-3-1-15,0 1-1 0,2 0 1 0,1 0 3 16,0-1 0-16,2 0 1 0,3-1-1 0,-1 2 4 0,2-2 0 16,-1 0 1-16,2 0 0 0,0 0 0 0,-2 0 1 15,2-2-1-15,-2 2-1 0,3 0 0 0,-3 0 0 16,0 0 1-16,-1 0-2 0,1 2 1 0,-1-2 0 16,-1 0 0-16,2 0 0 0,-3 0-1 0,1 0 1 15,-1 0-2-15,1 0 1 0,-1 0 1 0,1 0-1 16,0 0 0-16,-1 0 1 0,-2 0 0 0,2 0 0 15,0 0-1-15,1 0 0 0,-3 0 1 0,2 0 1 0,0 0 0 16,-2-2 0-16,2 2 3 0,-2 0 1 0,0 0-1 16,3 0 2-16,-3 0-2 0,-1 0 3 0,1 0-2 15,-1 0-1-15,1-1-1 0,-1 1-2 0,-1 0 3 16,1 0-3-16,1 0 0 0,0 0 1 0,-1 0 1 0,1 0-3 16,0 0 2-16,-2 0-2 0,3 0 0 0,-3 0 1 15,1 0-1-15,0 0 1 0,-1 0-1 0,2 0 0 16,-1 0 0-16,-2 0-1 0,3 0 1 0,-1 0 0 15,-1 0 0-15,1 0 0 0,2 1 0 0,-4-1-1 16,2 0 1-16,1 0 0 0,0 0-1 0,-1 0 1 16,1 0 0-16,2 0 1 0,-2 0-1 0,0 0 0 0,3 0 2 15,-4 0 3-15,1 0 1 0,0 0 3 0,1 0 7 16,-3-1 4-16,1 1 9 0,-1 0 8 0,-1 0 11 16,2 0 6-16,-2 0 8 0,0 0 2 0,0 0 7 15,0 0 1-15,0 0-3 0,0 0-2 0,0 0-3 16,0-1-4-16,0 1-12 0,0 0-8 0,0 0-12 15,0-2-5-15,0 2-10 0,0 0-5 0,0 0 0 16,-2-2-4-16,2 2-1 0,0-1-3 0,0 0 0 16,-1 0 0-16,-1-1-2 0,2 0 1 0,0 2 1 0,0-1 0 15,0 1 0-15,0-2 3 0,-1 2-1 0,1-2 0 16,-2 1 0-16,2 1-8 0,0 0-16 0,-2-1-23 16,2-3-30-16,-1 3-41 0,-1 0-48 0,-1-2-42 15,1 3-45-15,-2-3-57 0,1-1-85 0,-2 3-100 16,0-2-28-16,0 0 12 0,-3-1 39 0,-1-1 70 15</inkml:trace>
  <inkml:trace contextRef="#ctx0" brushRef="#br0" timeOffset="-206633.51">4359 6688 45 0,'0'0'244'0,"3"0"37"0,-1 0-8 15,-2 0-30-15,2 0-33 0,-1 0-33 0,-1 0-30 16,2 0-24-16,-2 0-20 0,0 0-18 0,0 0-17 16,1 0-12-16,-1-2-9 0,0 2-8 0,0 0-3 15,0 0-5-15,0 0-1 0,0 0-1 0,0 0-2 0,0 0-3 16,0 0-4-16,0 0-4 0,0 0-3 0,0 0-2 15,0 0-3-15,0 0-1 0,2 0-2 0,-2 0 0 16,2 2-3-16,-1-2-2 0,-1 0 1 0,2 2-1 16,1-1 2-16,-3 1 0 0,3-1 2 0,0 1 3 15,0 1 0-15,0-2 2 0,-3 1 0 0,2-1 0 16,1 0 1-16,-1 1-1 0,-2 0 0 0,2-1 0 0,-1-1 1 16,-1 2 2-16,0-2 3 0,0 1 1 0,0 1 0 15,0-2 4-15,0 0-2 0,0 0 0 0,0 0-4 16,0 0-3-16,0 0-1 0,0 0-2 0,0-2-3 15,0 1 0-15,0 1-1 0,0-2-1 0,0 2 0 16,0 0-1-16,0-3 0 0,0 1-2 0,0 1 0 0,0 0-3 16,-1-1-3-16,-1 1-2 0,2-1-1 0,0 1-3 15,0-1 3-15,0 1-1 0,0 1 3 0,0-2 2 16,0 2 1-16,-2 0 1 0,2 0-2 0,0 0 0 16,0 2 0-16,0-2 0 0,0 1 0 0,0-1 2 15,0 2 0-15,0-2 1 0,2 1 2 0,-2 1 0 16,0-2 0-16,0 0 0 0,2 0 0 0,-2 0 0 0,1 0 0 15,-1 0 2-15,0-2 1 0,0 1 1 16,0 1 1-16,0-2 2 0,0 2 0 0,0-1-1 0,0 1-1 16,0-2-2-16,-1-1-1 0,-1 1-1 0,2 0 0 15,-2-1 0-15,-1 0 0 0,3 0-1 0,-2 1 0 16,2 1 1-16,0 1-3 0,-1-2 2 0,-1 2-1 16,2 0-1-16,-1 0 0 0,-1 0 0 0,2 2 0 15,0-2-1-15,0 1 2 0,2-1 0 0,-1 2 2 16,-1 1 0-16,2-3 5 0,-1 1-2 0,-1 1 1 0,2-2-1 15,1 2-1-15,-3-2 1 0,2 1-2 0,-2-1-2 16,2 0-9-16,-1 0-25 0,-1 0-46 0,2 0-97 16,-2 0-159-16,-3-3-82 0,-2 0-35 0,-2-2 1 15,-2-3 33-15</inkml:trace>
  <inkml:trace contextRef="#ctx0" brushRef="#br0" timeOffset="-129490.7">4051 8125 107 0,'0'1'216'15,"0"-1"-8"-15,0 0-29 0,0 0-38 0,0 0-39 16,0 0-29-16,0 0-25 0,0 0-13 0,0 0-9 15,0-1-7-15,0 1-4 0,0 0-5 0,0-1-1 16,0 1-2-16,1-2 1 0,-1 1 1 0,2 1 1 0,-2-2 2 16,0 2 0-16,0-1 0 0,0 1-1 0,0-2 0 15,2 2-1-15,-2-1-1 0,1 1-1 0,-1-2-3 16,0 2 1-16,2-1-4 0,-2-1-1 0,2 2-1 16,-2 0 1-16,1 0 0 0,-1 0 0 0,2 0 0 15,-1 0 2-15,-1 0 2 0,0 0 2 0,0 0 0 16,0 0 6-16,2 0 2 0,-2 0 5 0,0 0 2 0,2 0 4 15,-1 0 0-15,-1 0-1 0,2 0-1 0,-2 0-1 16,1-2-3-16,-1 2-1 0,2-1-2 0,2 0-4 16,-2 1-2-16,1-2-3 0,-3 1-3 0,3-1 0 15,-1 1-1-15,1 1 0 0,-1 0-1 0,-1-2 2 16,1 2 1-16,-2-1 2 0,2 1 6 0,-1 0 3 16,-1 0 6-16,0 0 4 0,0 0 5 0,0 0 1 15,0 0 0-15,0 0-5 0,0 1-1 0,0-1-3 0,-1 2-4 16,-1-2-4-16,2 0-3 0,-2 1 0 0,1 1-4 15,-1-1-2-15,1 1 0 0,-1 0 0 0,0 0 2 16,-1-2 2-16,2 3-1 0,-3-1 2 0,0 1-1 16,1-2 0-16,-2 4-2 0,0-3-2 0,0 2-1 15,-1 0-2-15,-2 1-2 0,0 1 0 0,0-2-1 16,-1 4 1-16,-2-2-2 0,0 1 0 0,-2 0 2 16,2-1-1-16,1 3-1 0,-2-2 0 0,1-2 0 0,1 3 1 15,-2-3 0-15,2-1 0 0,2 2 0 0,-1-3 0 16,3 2 0-16,-2-2-1 0,1-1 0 0,2 0-1 15,-1 1 0-15,3-1 1 0,0-2 0 0,1 1 0 16,1-1 0-16,-1 2-2 0,2-2-1 0,0 0 1 0,0 0-1 16,0 0 0-16,0 0 2 0,2 0 0 15,-1 0 0-15,-1 0 0 0,2 0 2 0,1 0-1 0,-1 0 0 16,-1 0 0-16,4 0 2 0,-4 0-2 0,1 0 0 16,1 0 0-16,0 1 2 0,-3-1 0 0,2 2-2 15,1-2 1-15,0 1-1 0,-1 1 1 0,1-2-1 16,0 1 2-16,-1 0 4 0,2 1 1 0,0 0 1 15,0-1 3-15,0 2 2 0,-1-3 0 0,2 3 1 16,-2 0 4-16,4-1-3 0,-2 0 2 0,2 0-1 0,-1 1-1 16,2 0-2-16,0 0-4 0,0-1-1 0,0 1-1 15,1-2-1-15,0 2-1 0,-1 0-2 0,1 0 1 16,0-1-1-16,-1-2 0 0,-2 3-1 0,1-2-1 16,-1 0 0-16,-2-1-1 0,1 2 2 0,-2 0 0 15,-1-2 1-15,0 0 1 0,-1 0 3 0,-1 0 0 16,2 0 2-16,-1-2-1 0,-1 0 0 0,0 2 0 15,0-1-2-15,0 1 0 0,-1 0-5 0,-1-1-2 0,2 1-6 16,-1 0-9-16,1 0-12 0,-2-3-19 0,0 3-20 16,1 0-28-16,-1 0-27 0,-1 0-31 0,1-2-32 15,2 2-44-15,0 0-72 0,-6-1-22 0,2-1 9 16,0 2 23-16</inkml:trace>
  <inkml:trace contextRef="#ctx0" brushRef="#br0" timeOffset="-129119.42">3989 8220 190 0,'3'0'242'0,"-1"0"1"0,1 0-43 0,-1 0-54 0,-1 0-37 16,1 0-21-16,1 0-16 0,-1 0-8 15,0 0-9-15,1 0-3 0,1 0-4 0,-2 0-1 0,1 1-1 16,0-1-1-16,-1 1-1 0,-1 1-6 0,1 0-4 16,0-1-6-16,-1-1-1 0,-1 2-7 0,2-1-3 15,-1-1-1-15,-1 0-1 0,2 2-1 0,-2-2-1 16,0 1 2-16,0-1 0 0,0 0-1 0,0 0-1 15,0 0-1-15,0 0-4 0,2 0-2 0,-2 0-3 16,0-1-3-16,0 1-7 0,1-2-10 0,-1 2-16 0,2 0-19 16,-1-1-25-16,-1-1-36 0,2 1-58 0,2-3-97 15,-4 2-43-15,0-1-11 0,0-2 11 0,0 1 31 16</inkml:trace>
  <inkml:trace contextRef="#ctx0" brushRef="#br0" timeOffset="-128080.44">4519 8112 98 0,'0'0'193'15,"0"-2"-14"-15,0 2-36 0,-2 0-38 0,2 0-28 16,-1 0-22-16,-1-2-10 0,2 2-8 0,0 0-4 16,-3 0-5-16,3 0-5 0,-2 0 3 0,2 0 3 0,-2 0 7 15,0 0 5-15,2 0 7 0,-2 0 7 0,1 0 4 16,1 0 3-16,0 0 0 0,-2 0 2 0,2 0-4 15,-3 0-1-15,1 0-5 0,1 2-6 0,-1-2-8 16,-1 0-7-16,-2 0-3 0,2 2-6 0,-3-1-6 16,1 1-4-16,0 1-2 0,-1 0-3 0,1 0-1 15,0-1-1-15,-2 3 1 0,0 0-2 0,-1-1 0 0,0 2 0 16,-1 0-2-16,1 1 1 0,-2 1 0 0,0-1-3 16,0 0 1-16,0 0-1 0,0-1 1 0,0 1-1 15,2 0 0-15,-2-1 3 0,1 0-2 0,-2 1 1 16,3-1-2-16,-1 0-1 0,2 0-1 0,-1-1 0 15,2-1 1-15,0 0 0 0,0 0 1 0,1 0 1 16,0-1 0-16,2 0 0 0,-1-1-1 0,1 0 0 0,-1 0-2 16,2 0 0-16,1-1 1 0,-1-1 2 0,1 2 3 15,-1-2 2-15,0 1 5 0,2-1 2 0,-1 0-1 16,-1 0 0-16,2 0 0 0,0 0-5 0,0 0-3 16,0 0-1-16,0 0-2 0,0 0-1 0,0 0-2 15,0 2 0-15,0-2 0 0,-1 0 0 0,1 0-1 16,0 1 0-16,0-1 0 0,1 0 0 0,-1 2 1 0,3-2 0 15,-1 3 1-15,1-2 0 0,0 1 0 0,3-1 1 16,-1 0 0-16,2 1 0 0,-1 1 0 0,2-1 1 16,0 1-2-16,0-2 1 0,0 2 0 0,2 0-1 15,0 0 0-15,-2 0-1 0,2 2 0 0,0-1 1 16,-2 0 0-16,1 1 2 0,1 1-1 0,-2-1 2 0,0 0 1 16,0 2 1-16,1-1 1 0,-2-1-1 0,1 2 0 15,0-1 0-15,-1-2-1 0,0 1-1 0,-1-2-1 16,-1 0 0-16,3 0-1 0,-5-2 1 0,3 1-1 15,-4-2 1-15,3-2 3 0,-2 1 1 0,0-2 1 16,-3 1 0-16,2-1 0 0,-1-2 0 0,-1 2-2 16,0-1-3-16,-1 0-6 0,-1 1-11 0,-1-1-12 0,0 2-19 15,-2-1-18-15,2-2-21 0,-2 4-19 16,-1-2-23-16,1 1-24 0,2-1-37 0,-2 1-63 0,-1 1-40 16,1 1-13-16,-3-1 13 0,2 1 31 0</inkml:trace>
  <inkml:trace contextRef="#ctx0" brushRef="#br0" timeOffset="-127712.61">4359 8251 21 0,'0'0'212'16,"0"0"21"-16,2 2-13 0,-1-1-43 0,-1 1-39 16,2 0-26-16,0 0-16 0,-1 1-5 0,1 0-9 15,-1 0-11-15,3 0-8 0,-1 1-4 0,0-2-6 0,0 3-9 16,3-4-4-16,-1 2-4 0,0-1 2 0,0 1 1 15,-2 0-2-15,3-2 0 0,-1 0 4 0,-2 1-2 16,2 0-5-16,-2-1-2 0,0 1-6 0,0-2-3 16,-1 0-5-16,-2 3-5 0,2-3-3 0,-1 1-3 15,-1-1 0-15,2 0-6 0,-2 0-7 0,0 0-9 0,0 0-17 16,0-1-24-16,0-2-41 0,-2 3-56 0,2-2-87 16,-3-1-75-16,0 0-33 0,-2 0 0 0,0-1 25 15</inkml:trace>
  <inkml:trace contextRef="#ctx0" brushRef="#br0" timeOffset="-126662.75">4702 8118 57 0,'0'1'231'0,"-3"2"21"0,0 0-26 0,-1-2-51 15,0 3-48-15,1-3-35 0,0 2-22 0,1-1-11 16,2-2-7-16,-1 3-4 0,-1-3-2 0,2 1-1 0,0-1-2 15,0 0 5-15,0 0 0 0,0 0 3 16,0 0 1-16,0 0 3 0,2 0 3 0,-1-1-1 0,-1 1 3 16,0-3-3-16,0 3-1 0,0 0-7 0,0 0-9 15,0-2-5-15,0 2-6 0,0-1-4 0,-1-1-4 16,1 2-1-16,0-1-3 0,0 1-2 0,0 0-5 16,0 0-3-16,0 0-2 0,0 0-1 0,0 0-2 0,0 0-1 15,0 0-1-15,0 0 0 0,0 0 0 16,0 0-2-16,0 0 1 0,0 0 1 0,1 0 0 0,-1 1-1 15,2-1 1-15,0 0 1 0,1 0 0 0,0 0-1 16,3 0 2-16,-1 0 1 0,0 0-1 0,1 0-1 16,-1 0 1-16,1 0 1 0,3 0 2 0,-2 0-3 15,1 0 1-15,-2 0-1 0,3 0 0 0,-2 0-2 0,1-1-1 16,-2 1 2-16,3-2 1 0,-2 0 2 16,1 1-1-16,-2 0 2 0,2-1-1 0,-2 1-1 0,1-1 0 15,-2 2 0-15,-1-1-2 0,2 1-1 0,-2 0 0 16,0 0 0-16,-2 1 0 0,1-1-2 0,0 2 0 15,-1-2 2-15,0 1 1 0,-1 1-1 0,2-1 0 16,-1-1 2-16,1 1-1 0,-2-1-1 0,1 2-2 16,-2-2 3-16,2 2-1 0,-1-2 1 0,-1 0-1 15,2 0 2-15,-1 0 2 0,1 0-4 0,-2 0 2 0,2 0-2 16,-2 0 0-16,1 0 1 0,-1 0-2 0,2 0-1 16,-4074-2-9-16,8145 2-6 0,-4071 0-10 0,-2 0-9 15,0 0-12-15,0 0-9 0,0 0-16 0,0-2-21 16,-2 2-35-16,1-1-38 0,-1 0-48 0,-1-2-68 15,0 1-42-15,-2 2-2 0,-1 0 27 0,0 0 40 0</inkml:trace>
  <inkml:trace contextRef="#ctx0" brushRef="#br0" timeOffset="-126185.63">4742 8260 24 0,'3'0'211'0,"-1"2"12"0,1-2-21 0,0 0-49 16,2 0-44-16,-4 0-30 0,2 0-18 0,-1 0-6 15,1 0-3-15,0 0-2 0,2 0-5 0,-1-2-5 16,-1 2-2-16,1-2-5 0,-1 2-3 0,0-1 3 16,2 1 6-16,0-1 4 0,-2 1 4 0,2-2 6 15,0 1-1-15,1 1 1 0,-3-2-7 0,2 2-3 16,1-1-4-16,-2 1-7 0,0-2-6 0,-2 2-4 0,4 0-2 15,0-1-4-15,-2 1-1 0,0 0 1 0,1 0 1 16,0-2 2-16,-1 2-1 0,3-1-1 0,-2-1-3 16,-1 2-2-16,1-2-5 0,-2 2-2 0,3 0-4 15,-1 0 1-15,-2 0-2 0,2 0-1 0,-3-1 1 16,1 1 0-16,-1 0 0 0,-1 0 0 0,-1 0-2 16,0 0-4-16,0 0-9 0,-1 0-13 0,-1 0-18 0,-1 0-26 15,-2 0-34-15,0 0-46 0,-2 0-86 16,-1 0-66-16,-2 0-27 0,-4 0 4 0,1-1 24 0</inkml:trace>
  <inkml:trace contextRef="#ctx0" brushRef="#br0" timeOffset="-125308.64">4792 8170 112 0,'0'0'143'15,"2"2"1"-15,-2-2-9 0,2 2-19 0,-1-2-22 16,-1 1-14-16,2-1-10 0,-2 1-6 0,2 0-2 16,-2-1-8-16,0 0-1 0,0 0-4 0,0 2 0 15,0-2-2-15,0 2-1 0,0-2 2 0,0 1-2 0,0-1-2 16,0 0-5-16,0 0-4 0,0 1-3 0,0-1-3 16,0 2-5-16,-2-2-3 0,2 1-4 0,0 1-3 15,0-2-3-15,0 0 0 0,0 2-2 0,0 0-1 0,2-1 0 16,-1 0 2-16,-1 1 1 0,2-1 4 15,-1 1 4-15,1-1 2 0,1 0 4 0,-1 1 4 0,-1-1 2 16,1 1-5-16,1 1-1 0,-2-3-3 0,1 3-3 16,-2-1-7-16,1-1-4 0,1 1-1 0,-2 0 0 15,2-1-2-15,-1-1-1 0,-1 0-2 0,2 1 0 16,-2-1 0-16,2 0 0 0,-2 0-1 0,1 0 2 16,-1-1 1-16,2 1-1 0,-1-1-8 0,-1-3-16 15,0 1-29-15,0 0-47 0,2-3-60 0,-2-1-106 0,0-1-62 16,-2 1-23-16,2-2 10 0,0 0 34 0</inkml:trace>
  <inkml:trace contextRef="#ctx0" brushRef="#br0" timeOffset="-117145.59">5583 8407 51 0,'-3'1'82'15,"0"1"-5"-15,3 0-4 0,-2-2-4 0,2 0-4 16,0-2-7-16,0 0-8 0,2 1-5 0,-2-2-5 16,3 0-3-16,-1 0-8 0,-1-1-1 0,4 0-1 15,-4 1 2-15,2-1-4 0,-1 1-2 0,0 0-2 0,-1 2-4 16,1-1-4-16,-2 0-4 0,2 2-2 16,-1-1-3-16,-1 1 1 0,0 0 2 0,0 0 3 0,0 1 7 15,0-1 11-15,0 2 13 0,-1 0 12 0,-1-1 12 16,2 1 7-16,-2-1 6 0,2-1 2 0,0 2-2 15,-1-2-3-15,-1 0-4 0,2 0-1 0,-2 0-10 16,2 0-8-16,0-2-9 0,0 2-5 0,-1-1-8 16,1-1-7-16,-2 2-3 0,2 0-2 0,0 0 1 15,0 0-1-15,0 0 0 0,0 0 3 0,0 0 0 0,0 0 4 16,-1 0 1-16,1 0-1 0,0 0 0 0,-3 0 1 16,3 0-3-16,0 0-3 0,0 0-4 0,0 0-2 15,0 0-5-15,0 0-3 0,0 2-3 0,0-2-3 16,0 0 0-16,0 1-3 0,0-1 1 0,3 2 1 15,-3-1-1-15,1 1 0 0,1 0 0 0,-1-1 1 16,3 1 0-16,-3 0 0 0,4 1 0 0,-2-1 2 0,2 1 1 16,0 0 1-16,1-2 0 0,0 1-1 15,-1-1 1-15,3 0 0 0,0 1-1 0,1 0 2 0,-1-1 0 16,4-1 1-16,0 0 1 0,1-1 0 0,1-1 0 16,0 2-1-16,0 0 0 0,-1 0 2 0,4 0-5 15,-4 0 0-15,4 0 0 0,-2 2-1 0,0-1 0 16,0 1 1-16,0 1 0 0,-2-2 0 0,0 2 0 15,3-1-1-15,-3 0 2 0,0 2-2 0,0-3-1 0,1 2 0 16,-2-3 1-16,-1 3 0 0,1-1 0 0,-1-1 1 16,-1 1-1-16,-1-1-1 0,1 1 0 0,-2-1 0 15,1-1-1-15,-1 2 0 0,-2-1 1 0,-1-1 0 16,0 2 1-16,-2-2-1 0,2 1 2 0,-4-1 5 16,2 0 5-16,-1 0 8 0,-2 0 7 0,0 0 13 0,0 0 11 15,0 0 10-15,0 0 3 0,-2 0-4 16,-1 0-2-16,3 0-7 0,-3 0-12 0,-1 0-10 0,1 0-8 15,1 0-5-15,-1 2-6 0,-1-2-3 0,0 0-2 16,-1 3-4-16,0-2-1 0,-1 0 0 0,1 1 0 16,2 1-1-16,-2-2 1 0,0 1 0 0,-1 1-1 15,3-1 2-15,-5 1-1 0,3-1 1 0,-1 2-1 16,1-3 1-16,0 2 0 0,-1 0-1 0,-2 2 1 16,2-1 1-16,-1 0-1 0,-2 1-1 0,1 1 2 0,0 1-1 15,-3-2 0-15,0 3-1 0,0 0 0 0,-1 2-1 16,0 0 1-16,-2-1 0 0,0 0-1 0,3 0 3 15,-2 0 1-15,2-1 1 0,0 1 1 0,0-3 0 16,0-3 2-16,3 4-4 0,-3-3 1 0,3 1-1 16,0 0-1-16,2-3-1 0,0 2 0 0,-1-3 0 15,4 0-1-15,-2 1-2 0,0-1 1 0,-1 1-1 0,0 2 0 16,1-3 0-16,0 0 2 0,1 1 1 0,0-1-1 16,1 1 1-16,-2 0-1 0,1-1 0 0,1 0-7 15,-2 0-8-15,3 1-10 0,-2 1-15 0,-1 0-22 16,0-1-23-16,-1 3-22 0,0-2-26 0,-1 2-28 15,-2 0-38-15,-1 1-64 0,-1 0-87 0,-2 1-32 16,-2-1 2-16,-3 0 24 0,1-1 46 0</inkml:trace>
  <inkml:trace contextRef="#ctx0" brushRef="#br0" timeOffset="-116078.82">5777 8580 111 0,'0'1'195'0,"0"1"-18"0,0-1-32 16,0 1-28-16,0-2-24 0,0 1-19 0,0-1-14 15,0 0-9-15,0 0-3 0,0-1 2 0,0 1-1 16,0-2 2-16,0 1-3 0,0-1-4 0,0-3-5 16,0 3-6-16,0-1-3 0,0-2 1 0,0 2 10 15,0 0 10-15,0-1 10 0,-1 2 4 0,1-1 1 16,-2 2-3-16,2-1-8 0,-4 1-13 0,2-1-8 16,1 1-10-16,-1 1-6 0,1-2-5 0,-1 2-3 15,0-2-3-15,-1 2-2 0,3-1-2 0,-3 1 1 0,3 0-2 16,-2 0-2-16,1 0 0 0,-1 0 0 0,0 0 0 15,-1 0-1-15,0 1 0 0,-1-1 0 0,1 2-1 16,-1 0 0-16,3-1 0 0,-1 2-1 0,0-1 1 16,2-1-1-16,-1 1 1 0,-1-2 1 0,2 1 0 15,0-1-2-15,0 2 0 0,2-2 0 0,-2 1 1 0,0 0 1 16,1-1 0-16,-1 2 0 0,4-2 1 0,-3 2-1 16,3-2 0-16,-3 1 1 0,2-1 0 0,0 2 0 15,-3-2 0-15,2 1 1 0,-2-1 0 0,1 2 1 16,-1-1 3-16,0-1 2 0,0 2 2 0,0-2 4 15,-1 0 5-15,1 1 6 0,0 1 0 0,-2-2 4 0,2 1 1 16,-3-1 0-16,0 1-4 0,2-1-3 16,-1 2-3-16,0-2-3 0,1 0-2 0,-1 0-1 0,0 0 1 15,-1 0-2-15,2 0-2 0,-1-2-1 0,2 2-1 16,0-1-4-16,0 1-1 0,0-1-3 0,0 1-3 16,0 0-2-16,0 0-5 0,0 0-3 0,0 0-3 15,0 0-4-15,0 0 4 0,2 0 0 0,-1 0 3 16,1 0 6-16,-1 0 2 0,-1 0 2 0,2 0 1 0,-2 0 1 15,2 0 1-15,-1 0 0 0,-1 0 2 0,0 0 5 16,0 0 4-16,0 0 4 0,0 0 5 0,0 0 4 16,0-2 0-16,0 1-4 0,-1 1-4 0,-1-2-6 15,0 1-4-15,1-1-2 0,-1-1-2 0,-1 2 0 16,3-3 0-16,-2 3 0 0,-1-2-1 0,2 2-1 16,-1-2 0-16,-1 1 1 0,2 1-1 0,-1-1 0 0,2 1 0 15,-1-1 0-15,1 2 0 0,0-2-1 0,0 2 1 16,-2 0 0-16,2 0 1 0,0 0 0 0,0 0 0 15,0 0 0-15,0-1 0 0,0 1 1 0,0 0-1 16,0-1 2-16,0 1 1 0,-2-1 0 0,2-1 0 16,0 2 3-16,0 0 4 0,0 0 2 0,0-2 3 15,0 2 4-15,-1 0 1 0,1 0 0 0,0 0-1 0,-2 0 0 16,2 0-2-16,0 0-3 0,0 0-1 0,0 0-1 16,0 2 0-16,0-2 0 0,-2 0 2 0,2 0 2 15,-1 0 0-15,-1 0 1 0,1 0 0 0,-1 0-2 16,0 0-2-16,1 0 1 0,-1 0 5 0,-1 0 1 15,3-2 0-15,-2 2 0 0,2-1-2 0,-2 1-1 16,0 0-6-16,2 0-4 0,0 0-4 0,0 0-2 0,0 0-2 16,0 0-3-16,0 0-1 0,0 0-1 15,2 0-1-15,0 0-3 0,-2 0-9 0,2 0-12 0,-2 0-17 16,2 0-17-16,-1 0-24 0,-1 0-25 0,2 0-30 16,-1-2-40-16,1 1-68 0,1-2-102 0,-1-1-40 15,-1 1-3-15,-1-4 21 0,-1-2 45 0</inkml:trace>
  <inkml:trace contextRef="#ctx0" brushRef="#br0" timeOffset="-94536.98">4079 9394 34 0,'2'-4'93'0,"-2"4"-45"0,2-5-55 0,-2 5-51 16,0-3-33-16</inkml:trace>
  <inkml:trace contextRef="#ctx0" brushRef="#br0" timeOffset="-94445.55">4075 9366 88 0,'0'-2'121'0,"-2"1"-17"0,2 1-23 0,-1 0-28 16,1 0-27-16,-2 0-26 0,2 0-29 0,0 0-38 15,0 0-45-15,0 0-20 0</inkml:trace>
  <inkml:trace contextRef="#ctx0" brushRef="#br0" timeOffset="-93212.11">4141 9379 36 0,'3'-1'172'0,"0"1"-8"0,-1-2-25 16,1 1-31-16,-1 1-23 0,-1-3-15 15,1 3-14-15,0-2-7 0,-1 2-8 0,-1-1-4 0,0 1-3 16,0-2-4-16,0 2-2 0,0-1-3 0,0 1-1 16,0 0-3-16,0 0-3 0,0 0-1 0,0 0 0 15,0 0 3-15,0 0 0 0,0 1 3 0,0-1 0 16,0 2-1-16,0-2-2 0,0 0-2 0,0 1-5 16,0-1-3-16,-1 0-3 0,1 0-1 0,0 0-2 15,0 0 0-15,0 0 1 0,0 0 2 0,0 0 6 0,0 0 4 16,0 0 3-16,0 0 6 0,0 0 4 0,0 0 3 15,-2 0 1-15,2 0 2 0,0 2-1 0,-2-2-2 16,1 0-2-16,1 0-5 0,-2 3-8 0,2-3-4 16,-3 3-4-16,3-2-5 0,-5 2-2 0,2 0-1 15,-3 2 1-15,1 2-2 0,0-1-1 0,-3 2 0 0,2 0 1 16,-2 1 0-16,0 0-1 0,0 1 0 0,0 0 2 16,-2 1 0-16,0-1-1 0,-1 1-1 0,-2 2 0 15,2-1 1-15,0-1-1 0,0 1 0 0,0-2 0 16,0-1 0-16,1 0 0 0,2-2 0 0,-1 1 0 15,3-1 1-15,-1-2-1 0,1 1 0 0,3-3 1 16,0 1 0-16,-1-2-1 0,2-1-1 0,0 1-1 0,2-2 1 16,-2 2-1-16,-4072-1 0 0,8147-1 0 15,-4073 0 2-15,0 0 0 0,0 0 1 0,0 0-1 0,0 2 0 16,0-2 1-16,0 0-1 0,0 1-1 0,0-1 0 16,-2 2 0-16,2-2 1 0,-1 1-1 0,1-1-1 15,0 0 2-15,0 0-1 0,0 0 1 0,0 0 0 16,0 0-1-16,0 2 2 0,0-2 0 0,0 0 0 15,0 0 0-15,0 0-1 0,0 0-1 0,0 0-1 0,0 0 0 16,0 1 1-16,0-1-1 0,0 0 2 0,0 2 0 16,0-2 0-16,0 0 1 0,0 0-1 0,1 0-2 15,-1 0 0-15,2 0 0 0,-2 0-2 0,0 0 1 16,0 0 0-16,3 0 2 0,1 0 1 0,-2 0 1 16,1 0 2-16,2 0 1 0,1 0 6 0,-1 0 4 0,2 1 2 15,2-1 3-15,-3 1-2 0,2 1 1 16,0 0-7-16,1-1-3 0,-1 2-1 0,1 0-2 0,0-1-1 15,0 1-3-15,-2-1 3 0,-1 0-1 0,3 0-2 16,-2-1 1-16,-1-1 0 0,-1 2 0 0,1-2 1 16,0 1-1-16,-2-1 0 0,-1 2 0 0,0-1 2 0,0-1 0 15,0 0 0-15,-1 0 4 0,3 0-2 0,-2 0 0 16,1 0-1-16,1 0-1 0,-2 0 1 0,1 0-1 16,0 0-1-16,-2 0-1 0,3 0 0 0,-2 0-1 15,1 0-1-15,-2 0 0 0,1 0 0 0,-1 0-2 16,-1 0 1-16,1 0 1 0,-2 0 0 0,0 0 0 15,0 0 0-15,0 0-2 0,0 2-2 0,0-2-3 16,0 0-2-16,0 0-4 0,2 0-4 0,-1 0-2 16,-1 0-2-16,2 0-5 0,-1 0-5 0,1 0-7 0,1 0-7 15,-1 0-8-15,1 0-12 0,-1 0-16 0,2 0-18 16,-4-2-26-16,3 2-49 0,-3 0-66 0,0 0-24 16,-3-3 1-16,0 2 18 0</inkml:trace>
  <inkml:trace contextRef="#ctx0" brushRef="#br0" timeOffset="-92568.83">4099 9520 183 0,'4'2'216'0,"2"-2"-2"15,-1 3-59-15,-2-3-44 0,1 0-27 0,0 0-15 16,-2 0-10-16,3 0-12 0,-2 0-11 0,1-3-12 15,-2 3-8-15,1 0-3 0,-1-2-4 0,-1 2 1 16,1 0 3-16,-2-1 4 0,0-1 6 0,0 2 5 0,0 0 6 16,-2-1-1-16,1 1-3 0,-1 0-3 0,-1-2-6 15,1 2-4-15,2 0-4 0,-4 0-4 0,2 0-2 16,1 0-2-16,-1 0-1 0,2 2-2 0,-1-2-2 16,-1 1-1-16,2-1 1 0,0 2 0 0,0-1 0 15,0-1-1-15,0 0 0 0,0 2 0 0,0-2 1 16,0 0 0-16,0 0 0 0,0 0 0 0,0 0 1 15,0 0 2-15,0 0 1 0,0-2 2 0,0 2-1 0,0 0 2 16,0-3-2-16,-2 2-2 0,2-1-1 0,-1 1 2 16,-1 1 0-16,2-2 4 0,-1 1 2 0,-1 1 4 15,2 0-1-15,-2 0 0 0,2 0-3 0,0 0-3 16,0 0 0-16,0 0-3 0,0 0-2 0,0 1 0 0,0-1 0 16,0 0 0-16,0 0-2 0,0 0 0 0,0 0 1 15,0 2 0-15,0-2 1 0,0 0 2 0,0 0 0 16,2 0 4-16,-2 0-1 0,0 0 1 0,2 0 1 15,-2 0 0-15,1 0 3 0,-1 0-1 0,0 0 3 16,0 0 3-16,0 0 3 0,0 0 3 0,0 0 2 16,0 0 0-16,0 0 0 0,0 0-2 0,0 0-1 0,-1 0-5 15,1 0-3-15,0 0-3 0,-2 0-4 0,2 0-2 16,0 1-3-16,0-1 1 0,-2 2-4 0,2-2-4 16,0 1-14-16,0 2-23 0,-1-1-40 0,1 2-59 15,-2-1-123-15,1 0-60 0,-3 0-23 0,0-1 4 16,-2-2 30-16</inkml:trace>
  <inkml:trace contextRef="#ctx0" brushRef="#br0" timeOffset="-89930.71">4359 9417 70 0,'-3'2'59'16,"0"1"-20"-16,2 1-13 0,-1-1-10 0,1 0-6 0,-1 0-3 15,2-1-3-15,-2 0-1 0,2-1 1 0,-1 1 2 16,-1 1 4-16,2-1 8 0,-2-2 7 0,2 1 12 16,0-1 10-16,0 2 6 0,0-2 2 0,0 1 0 15,0-1-2-15,0 2-6 0,0-2-6 0,0 0-3 16,0 0-4-16,0 2-3 0,0-1-3 0,0-1-3 16,0 0-4-16,0 0-1 0,0 0 0 0,0 0-1 0,0 0 3 15,0 0 7-15,0 0 8 0,0 0 4 0,0 1 6 16,-1-1 5-16,-1 1-4 0,2-1-4 0,0 2-8 15,-1 0-5-15,-1-1-6 0,2 1-5 0,-2-1-3 0,2 2-1 16,-1-1 1-16,-1-1 1 0,2 1-1 0,-1-1 3 16,-1 0-3-16,2 1 0 0,0-2-2 0,0 0-2 15,0 2-2-15,0-1-3 0,0-1-1 0,0 0-1 16,0 0-1-16,0 0-2 0,0 0-1 0,0 0 0 16,0 0-1-16,0 0-1 0,0 0 0 0,2 0 1 15,-1 0 0-15,-1 0 3 0,3 0-1 0,-1 0 2 16,1 2 0-16,-1-2 3 0,1 0 3 0,2 0 2 15,-2 0 1-15,3 1 0 0,-1-1-1 0,0 0-1 0,-1 2-3 16,3-1-3-16,-2-1-1 0,2 2 0 0,-2-2 1 16,3 0 1-16,-3 1 2 0,3 1 2 0,-1-2 0 15,0 0 1-15,-1-2 1 0,1 1 3 0,0 1 3 16,0-2 0-16,-1-2 1 0,1 1 1 0,-3-1 0 16,4 0-2-16,-5 0-1 0,2-1-3 0,-2 0-2 15,2 3-2-15,-2-3-2 0,-1 2-2 0,-1 0 0 0,1 0-2 16,2 1 0-16,-4 0-3 0,2 1 1 0,-2 1-1 15,2-2-1-15,-1 2 0 0,-1-2 0 0,0 2 1 16,0 0-1-16,0 0 1 0,0 0-1 0,0 0-1 16,0 0-1-16,0 0 1 0,0 0 0 0,0 0 0 15,0 0-2-15,0 0-3 0,0 0-2 0,0 0-7 16,-1 0-6-16,-1 0-7 0,2 2-9 0,-2-2-8 0,0 2-13 16,0-2-13-16,-1 1-16 0,1 1-22 0,-3-2-30 15,2 2-55-15,0 1-62 0,0-1-23 0,-2-1 2 16,-1 1 17-16</inkml:trace>
  <inkml:trace contextRef="#ctx0" brushRef="#br0" timeOffset="-88809.74">4412 9572 6 0,'-3'4'36'0,"-1"-1"-7"0,3-2-8 0,-1 1-6 15,1-1-2-15,-1 1 4 0,0-2 9 0,2 0 9 16,-1 0 8-16,1 0 2 0,0-2-1 0,0 2-5 16,0-1-2-16,0-1-4 0,0 1 0 0,0 1 8 0,-2-1 2 15,2 1 5-15,0 0-1 0,0 0-5 0,0 0-6 16,-2 0-7-16,2 0-9 0,0 1-4 0,0-1-5 15,0 1-4-15,0-1-1 0,0 2 0 0,-1-2-2 16,-1 1-1-16,2-1 3 0,0 2 1 0,0-2 1 16,0 2-1-16,-1-2 2 0,1 0 3 0,0 0-2 0,0 0 2 15,0 0-1-15,0 0 2 0,0 2 2 0,-2-2 3 16,2 0 3-16,-3 1 6 0,3-1 2 0,-1 0 3 16,-4072 2 4-16,8144-2 1 0,-4071 0 1 0,0 0 3 15,-1 0-3-15,1 0 0 0,-2 0-1 0,2 0-4 0,0 0-3 16,0 0-7-16,0 0-3 0,0 0-2 15,0 0-5-15,0 0-4 0,0 0-4 0,0 0-1 0,0 2 0 16,0-2-2-16,0 0-2 0,0 0 0 0,0 0 0 16,0 0 0-16,0 1 0 0,0-1 0 0,2 2 1 15,-1-1-1-15,-1-1 3 0,0 0 1 0,2 2 2 16,-1-1 1-16,-1-1 1 0,3 2 3 0,-3-2 0 16,3 0 0-16,-1 0-1 0,-1 0 0 0,1 0-1 15,0 0-1-15,1 0 1 0,0 0 3 0,-1 0-2 0,1 0 3 16,2 0 1-16,-2 0 1 0,1 0 0 0,-2 0 0 15,1 0 3-15,0 0-2 0,4-2 2 0,-2 2-1 16,1 0-1-16,0-1 3 0,0-1-3 0,-1 2-2 16,0 0-1-16,1-1-1 0,0 1-1 0,-2 0-2 15,0 0-1-15,1 0 0 0,-2 0-1 0,2 0 0 16,-3-2-1-16,3 2 1 0,-1 0-3 0,-1 0 2 0,2 0 1 16,-2 0 1-16,0 0 3 0,2 0 1 0,0 0-1 15,-2 0-2-15,2 0-1 0,-2 0-1 0,-2 0-3 16,3 0-1-16,-1 0-1 0,0 0 2 0,-1 0 0 15,1 0 2-15,0 0 6 0,-1-1 1 0,-1 1 6 16,2-2 4-16,-1-1 4 0,-1 1 0 0,2-2 1 0,-1 1-3 16,0 1-6-16,-2-2-5 0,1 2-5 15,-1 1-1-15,0-1-2 0,0 1-1 0,0 1 0 0,0 0 0 16,-1 0-3-16,-1 1-4 0,0-1-7 0,-1 2-8 16,-3 1-17-16,3 1-13 0,-2 0-22 0,-1 1-28 15,-1 0-33-15,1 1-46 0,0 1-84 0,-2-2-60 16,2 1-18-16,-2 0 9 0,-3 0 30 0</inkml:trace>
  <inkml:trace contextRef="#ctx0" brushRef="#br0" timeOffset="-87732.77">4435 9540 120 0,'2'0'161'0,"-2"0"-31"0,2 3-42 15,-1-3-32-15,-1 0-24 0,2 1-13 0,-1-1-7 0,-1 0-5 16,2 0 0-16,-2 0 0 0,3 0 4 0,-2 0 4 16,-1 0 6-16,0 0 6 0,0 0 6 0,0 0 6 15,0 0 0-15,0 0 3 0,0 0-1 0,0 0-2 0,0 0-1 16,0 0-1-16,0 0-4 0,0 0-1 15,0 1 2-15,0-1-4 0,0 2-2 0,0-2-1 0,0 0 1 16,0 0-4-16,0 2 0 0,0-2-2 0,0 0 0 16,0 0 0-16,0 0-1 0,0 1 0 0,-1-1-1 15,1 0 0-15,0 0 2 0,-3 1 0 0,3-1 0 16,0 0 1-16,0 0 1 0,0 0-1 0,0 0-4 16,0 0-1-16,0 0 0 0,0 0-1 0,0 0 3 15,0 0-2-15,0 0 0 0,0 0-4 0,0 0-2 0,0-1-4 16,3 1-7-16,-3 0-1 0,1-1 0 0,-1 1-1 15,0 0-2-15,0-2 0 0,0 2 2 0,0 0-1 16,2-2 0-16,-2 2 1 0,0-1 0 0,1 1 1 16,1-4 0-16,-2 4 0 0,2-2 1 0,-1 1 0 15,-1-3 1-15,2 2 0 0,-2 0 0 0,0-1 0 16,0 2 1-16,0-2-2 0,0 1-1 0,0 2 0 0,0 0-1 16,0-1 0-16,0 1-1 0,0 0-1 0,0 0 3 15,0 0 0-15,0 1 1 0,0-1 3 0,0 0 1 16,0 2 3-16,0-2-1 0,0 0 0 0,0 3-1 15,0-3-1-15,0 1 1 0,0-1-4 0,0 2 1 16,-2-2-2-16,2 1 0 0,0 1 0 0,0-2-1 16,0 0 1-16,0 1 0 0,0-1 1 0,0 0 0 0,0 0 0 15,0 0 0-15,0 0 0 0,0 0-1 16,0 0 1-16,0-1-2 0,0 1 0 0,0 0 3 0,0-2-1 16,2 1-1-16,-2 1 2 0,0 0 3 0,0-2 4 15,0 2 0-15,0 0 5 0,0 0 4 0,0 0-2 16,0 0 0-16,0 0-2 0,0 2-1 0,0-2-4 0,0 0-1 15,0 0-1-15,0 1-1 0,-2-1-2 0,2 0 0 16,0 0-1-16,0 0-2 0,0 0-2 0,0 0 1 16,0 0-1-16,-1 0-4 0,-1 0-13 0,2 0-20 15,-2 0-37-15,1 0-51 0,1 0-94 0,0 0-83 16,-3 2-32-16,-3-1-3 0,-1 0 20 0</inkml:trace>
  <inkml:trace contextRef="#ctx0" brushRef="#br0" timeOffset="-86732.43">4495 9507 41 0,'4'-3'50'16,"-1"-2"-33"-16,-2 0-34 0,3 0-26 0</inkml:trace>
  <inkml:trace contextRef="#ctx0" brushRef="#br0" timeOffset="-82645.73">5153 9703 194 0,'-3'2'243'0,"3"-2"3"0,-1 1-51 15,-1-1-60-15,2 2-44 0,0-2-25 0,0 0-16 16,0 0-8-16,0 0-4 0,0 0 1 0,0 2-2 16,0-2 1-16,0 1 1 0,0 0 1 0,0-1-1 15,0 1 1-15,0-1-2 0,0 2-1 0,0-2-2 0,0 2-3 16,0-1-4-16,0 0-3 0,0 2-2 16,2-1-2-16,-1 2-3 0,2-2 0 0,0 3-3 0,3-3 1 15,-1 3 1-15,2-2-1 0,-1 2-1 0,5 0 0 16,0-2 0-16,2 1 1 0,4-1 1 0,0-2 0 15,4 2 4-15,3-3 2 0,3 0 1 0,1-3-1 16,2 2-3-16,2-2-2 0,-1 1-4 0,-1-2-4 0,0 1-3 16,0 0-4-16,0-2 0 0,-1 0-2 15,-1 1 1-15,-2-2-2 0,1 2 0 0,-2-3 0 0,-3 3 1 16,0-1 0-16,-3 0-1 0,0 0 0 0,-3 0 0 16,0 3 0-16,-3-3 0 0,-1 2-1 0,-1 0 1 15,-3 0-3-15,1 2-2 0,-2-1-4 0,-4-2-6 16,2 4-3-16,-2 0-7 0,-3 0-13 0,0-2-25 15,-2 2-27-15,-1-1-33 0,-2-1-35 0,-3 2-53 0,1 0-77 16,-3 2-24-16,-1-1 6 0,-1 1 21 0</inkml:trace>
  <inkml:trace contextRef="#ctx0" brushRef="#br0" timeOffset="-82143.75">5343 9869 74 0,'-2'4'214'0,"-2"-3"11"0,1 3-42 0,1-2-60 16,-1 0-46-16,-1-1-31 0,1 1-18 0,3-1-8 0,-3 0-5 15,3 2-2-15,-2-3 0 0,2 2 0 0,2-2 5 16,-2 0 12-16,3 2 15 0,2-1 12 0,0-1 12 16,4 0 8-16,1-1 2 0,1-1-3 0,4 0-9 15,0 1-11-15,4-2-12 0,-2 2-6 0,4-2-12 16,-1 0-8-16,1 0-6 0,3 1-5 0,-1-1 1 15,1 1-2-15,-2 0 1 0,2-2 0 0,0 3 4 0,-1-1 2 16,-2 0 4-16,1 0 2 0,0 1 5 16,2-1-2-16,-5 0 0 0,1 2-2 0,-2-1-4 0,1 1-3 15,-2 0-5-15,-1 0-2 0,0 0-2 0,-4 0-2 16,1 0-1-16,-2 0-1 0,0 0 2 0,-3 0 1 16,0 0-1-16,-2 0 1 0,-1-1 1 0,0 1-1 0,0-4 0 15,-4 3-3-15,2-3-7 0,-1 1-9 0,-2-2-10 16,-2 1-12-16,-1-1-16 0,0-1-23 0,-2 1-14 15,1 0-18-15,-3 2-16 0,-1-2-26 0,-1 4-32 16,1-1-55-16,-2 0-21 0,0 2 2 0,-2 4 14 16</inkml:trace>
  <inkml:trace contextRef="#ctx0" brushRef="#br0" timeOffset="-81894.58">5609 9787 140 0,'1'-1'266'15,"2"1"13"-15,-1 0-27 0,1 0-82 0,-2 1-67 16,1-1-43-16,0 2-24 0,1 1-9 0,0-1-6 0,0 2 0 16,0 2-3-16,1-2-2 0,-1 0-2 0,-2 1-2 15,5 0 0-15,-2-1 0 0,-1-1-3 0,0 0 2 16,2 0-2-16,-2-1-1 0,0-1-2 0,2 1 0 15,-1-2-5-15,1 0-11 0,-2-2-20 0,2-1-27 16,-2 1-39-16,-1-2-66 0,1-2-75 0,-1 0-31 16,-2 0-3-16,0-1 15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8B01313E-E383-4B98-B94F-A2AD92682369}"/>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vl1pPr>
          </a:lstStyle>
          <a:p>
            <a:pPr>
              <a:defRPr/>
            </a:pPr>
            <a:endParaRPr lang="zh-CN" altLang="en-US"/>
          </a:p>
        </p:txBody>
      </p:sp>
      <p:sp>
        <p:nvSpPr>
          <p:cNvPr id="3" name="日期占位符 2">
            <a:extLst>
              <a:ext uri="{FF2B5EF4-FFF2-40B4-BE49-F238E27FC236}">
                <a16:creationId xmlns:a16="http://schemas.microsoft.com/office/drawing/2014/main" id="{F892A642-BB6C-42F1-A2FF-854D428A4F6E}"/>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vl1pPr>
          </a:lstStyle>
          <a:p>
            <a:pPr>
              <a:defRPr/>
            </a:pPr>
            <a:fld id="{0736B3F5-EC8F-4A7D-BF1C-D96AC125AA1D}" type="datetimeFigureOut">
              <a:rPr lang="zh-CN" altLang="en-US"/>
              <a:pPr>
                <a:defRPr/>
              </a:pPr>
              <a:t>2026/3/4</a:t>
            </a:fld>
            <a:endParaRPr lang="zh-CN" altLang="en-US"/>
          </a:p>
        </p:txBody>
      </p:sp>
      <p:sp>
        <p:nvSpPr>
          <p:cNvPr id="4" name="幻灯片图像占位符 3">
            <a:extLst>
              <a:ext uri="{FF2B5EF4-FFF2-40B4-BE49-F238E27FC236}">
                <a16:creationId xmlns:a16="http://schemas.microsoft.com/office/drawing/2014/main" id="{E680B413-0489-4B77-986B-8F58B1886D9B}"/>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a:ext uri="{FF2B5EF4-FFF2-40B4-BE49-F238E27FC236}">
                <a16:creationId xmlns:a16="http://schemas.microsoft.com/office/drawing/2014/main" id="{622B2D1E-7018-4779-921C-3FFD2DACCF8D}"/>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C288F11E-DF91-47E6-89F5-229C81243658}"/>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vl1pPr>
          </a:lstStyle>
          <a:p>
            <a:pPr>
              <a:defRPr/>
            </a:pPr>
            <a:endParaRPr lang="zh-CN" altLang="en-US"/>
          </a:p>
        </p:txBody>
      </p:sp>
      <p:sp>
        <p:nvSpPr>
          <p:cNvPr id="7" name="灯片编号占位符 6">
            <a:extLst>
              <a:ext uri="{FF2B5EF4-FFF2-40B4-BE49-F238E27FC236}">
                <a16:creationId xmlns:a16="http://schemas.microsoft.com/office/drawing/2014/main" id="{93E82B3B-75F8-4361-97A6-F31964588268}"/>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42303EDD-2572-4442-84FA-BC38420C1FE4}"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8ED6F485-4131-4E02-AE7D-EBF34A39BADB}" type="slidenum">
              <a:rPr lang="zh-CN" altLang="en-US" smtClean="0"/>
              <a:pPr>
                <a:defRPr/>
              </a:pPr>
              <a:t>163</a:t>
            </a:fld>
            <a:endParaRPr lang="zh-CN" altLang="en-US"/>
          </a:p>
        </p:txBody>
      </p:sp>
    </p:spTree>
    <p:extLst>
      <p:ext uri="{BB962C8B-B14F-4D97-AF65-F5344CB8AC3E}">
        <p14:creationId xmlns:p14="http://schemas.microsoft.com/office/powerpoint/2010/main" val="3493869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7"/>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a:extLst>
              <a:ext uri="{FF2B5EF4-FFF2-40B4-BE49-F238E27FC236}">
                <a16:creationId xmlns:a16="http://schemas.microsoft.com/office/drawing/2014/main" id="{1AFD9781-51BE-4459-A331-6C3FEEC3F5F3}"/>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249702F7-54C5-4FD8-BB4F-66E189ED2D7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772B5A16-1E18-4414-ADCB-93736250EE41}"/>
              </a:ext>
            </a:extLst>
          </p:cNvPr>
          <p:cNvSpPr>
            <a:spLocks noGrp="1" noChangeArrowheads="1"/>
          </p:cNvSpPr>
          <p:nvPr>
            <p:ph type="sldNum" sz="quarter" idx="12"/>
          </p:nvPr>
        </p:nvSpPr>
        <p:spPr>
          <a:ln/>
        </p:spPr>
        <p:txBody>
          <a:bodyPr/>
          <a:lstStyle>
            <a:lvl1pPr>
              <a:defRPr/>
            </a:lvl1pPr>
          </a:lstStyle>
          <a:p>
            <a:pPr>
              <a:defRPr/>
            </a:pPr>
            <a:fld id="{51A0F839-236F-4A9C-A98D-0CF9CEECC04E}" type="slidenum">
              <a:rPr lang="en-US" altLang="zh-CN"/>
              <a:pPr>
                <a:defRPr/>
              </a:pPr>
              <a:t>‹#›</a:t>
            </a:fld>
            <a:endParaRPr lang="en-US" altLang="zh-CN"/>
          </a:p>
        </p:txBody>
      </p:sp>
    </p:spTree>
    <p:extLst>
      <p:ext uri="{BB962C8B-B14F-4D97-AF65-F5344CB8AC3E}">
        <p14:creationId xmlns:p14="http://schemas.microsoft.com/office/powerpoint/2010/main" val="33228048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332656"/>
            <a:ext cx="7772400" cy="587152"/>
          </a:xfrm>
        </p:spPr>
        <p:txBody>
          <a:bodyPr/>
          <a:lstStyle>
            <a:lvl1pPr>
              <a:defRPr sz="3200"/>
            </a:lvl1pPr>
          </a:lstStyle>
          <a:p>
            <a:r>
              <a:rPr lang="zh-CN" altLang="en-US" dirty="0"/>
              <a:t>单击此处编辑母版标题样式</a:t>
            </a:r>
          </a:p>
        </p:txBody>
      </p:sp>
      <p:sp>
        <p:nvSpPr>
          <p:cNvPr id="3" name="内容占位符 2"/>
          <p:cNvSpPr>
            <a:spLocks noGrp="1"/>
          </p:cNvSpPr>
          <p:nvPr>
            <p:ph idx="1"/>
          </p:nvPr>
        </p:nvSpPr>
        <p:spPr>
          <a:xfrm>
            <a:off x="685800" y="1052736"/>
            <a:ext cx="7772400" cy="4755232"/>
          </a:xfrm>
        </p:spPr>
        <p:txBody>
          <a:bodyPr/>
          <a:lstStyle>
            <a:lvl1pPr>
              <a:defRPr sz="2800"/>
            </a:lvl1pPr>
            <a:lvl2pPr>
              <a:defRPr sz="2400"/>
            </a:lvl2pPr>
            <a:lvl3pPr>
              <a:defRPr sz="2000"/>
            </a:lvl3pPr>
            <a:lvl4pPr>
              <a:defRPr sz="1800"/>
            </a:lvl4pPr>
            <a:lvl5pPr>
              <a:defRPr sz="16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4">
            <a:extLst>
              <a:ext uri="{FF2B5EF4-FFF2-40B4-BE49-F238E27FC236}">
                <a16:creationId xmlns:a16="http://schemas.microsoft.com/office/drawing/2014/main" id="{7C779C6B-72B8-4D56-A55D-255EA575FF8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8236F1F3-3228-40D7-A057-996C33D83C2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A6CD3F6C-E8E4-4CB3-B778-2C59634EC300}"/>
              </a:ext>
            </a:extLst>
          </p:cNvPr>
          <p:cNvSpPr>
            <a:spLocks noGrp="1" noChangeArrowheads="1"/>
          </p:cNvSpPr>
          <p:nvPr>
            <p:ph type="sldNum" sz="quarter" idx="12"/>
          </p:nvPr>
        </p:nvSpPr>
        <p:spPr>
          <a:ln/>
        </p:spPr>
        <p:txBody>
          <a:bodyPr/>
          <a:lstStyle>
            <a:lvl1pPr>
              <a:defRPr/>
            </a:lvl1pPr>
          </a:lstStyle>
          <a:p>
            <a:pPr>
              <a:defRPr/>
            </a:pPr>
            <a:fld id="{31A62FD4-5969-4C43-8895-D10FB3D780C8}" type="slidenum">
              <a:rPr lang="en-US" altLang="zh-CN"/>
              <a:pPr>
                <a:defRPr/>
              </a:pPr>
              <a:t>‹#›</a:t>
            </a:fld>
            <a:endParaRPr lang="en-US" altLang="zh-CN"/>
          </a:p>
        </p:txBody>
      </p:sp>
    </p:spTree>
    <p:extLst>
      <p:ext uri="{BB962C8B-B14F-4D97-AF65-F5344CB8AC3E}">
        <p14:creationId xmlns:p14="http://schemas.microsoft.com/office/powerpoint/2010/main" val="36633915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2"/>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2F9A17DE-09B2-4B01-83E8-004B641497F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2E70A0DD-1EF4-4A5E-AEE5-E9FF2BA611F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A0B82171-877F-43CC-89AE-A67CDE93E6A2}"/>
              </a:ext>
            </a:extLst>
          </p:cNvPr>
          <p:cNvSpPr>
            <a:spLocks noGrp="1" noChangeArrowheads="1"/>
          </p:cNvSpPr>
          <p:nvPr>
            <p:ph type="sldNum" sz="quarter" idx="12"/>
          </p:nvPr>
        </p:nvSpPr>
        <p:spPr>
          <a:ln/>
        </p:spPr>
        <p:txBody>
          <a:bodyPr/>
          <a:lstStyle>
            <a:lvl1pPr>
              <a:defRPr/>
            </a:lvl1pPr>
          </a:lstStyle>
          <a:p>
            <a:pPr>
              <a:defRPr/>
            </a:pPr>
            <a:fld id="{C5BD889A-0214-471B-A1D7-1671E3B9340D}" type="slidenum">
              <a:rPr lang="en-US" altLang="zh-CN"/>
              <a:pPr>
                <a:defRPr/>
              </a:pPr>
              <a:t>‹#›</a:t>
            </a:fld>
            <a:endParaRPr lang="en-US" altLang="zh-CN"/>
          </a:p>
        </p:txBody>
      </p:sp>
    </p:spTree>
    <p:extLst>
      <p:ext uri="{BB962C8B-B14F-4D97-AF65-F5344CB8AC3E}">
        <p14:creationId xmlns:p14="http://schemas.microsoft.com/office/powerpoint/2010/main" val="22609830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71E2E8F1-B990-4BFB-A321-58A3D0E29D79}"/>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CEE68926-AD67-4288-8354-6D2FB166454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33E4B1CE-50A3-45C0-9738-E1613F443A77}"/>
              </a:ext>
            </a:extLst>
          </p:cNvPr>
          <p:cNvSpPr>
            <a:spLocks noGrp="1" noChangeArrowheads="1"/>
          </p:cNvSpPr>
          <p:nvPr>
            <p:ph type="sldNum" sz="quarter" idx="12"/>
          </p:nvPr>
        </p:nvSpPr>
        <p:spPr>
          <a:ln/>
        </p:spPr>
        <p:txBody>
          <a:bodyPr/>
          <a:lstStyle>
            <a:lvl1pPr>
              <a:defRPr/>
            </a:lvl1pPr>
          </a:lstStyle>
          <a:p>
            <a:pPr>
              <a:defRPr/>
            </a:pPr>
            <a:fld id="{07812ABB-9D6A-4A66-B1EE-8D473A99FAD9}" type="slidenum">
              <a:rPr lang="en-US" altLang="zh-CN"/>
              <a:pPr>
                <a:defRPr/>
              </a:pPr>
              <a:t>‹#›</a:t>
            </a:fld>
            <a:endParaRPr lang="en-US" altLang="zh-CN"/>
          </a:p>
        </p:txBody>
      </p:sp>
    </p:spTree>
    <p:extLst>
      <p:ext uri="{BB962C8B-B14F-4D97-AF65-F5344CB8AC3E}">
        <p14:creationId xmlns:p14="http://schemas.microsoft.com/office/powerpoint/2010/main" val="2300134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6C06FE33-942B-4FFA-8DEE-23552FA094A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EFA0953B-D60F-4AB5-87CA-7897D71946B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576108D0-6206-4E9B-A6CC-99F6B7AE1BC4}"/>
              </a:ext>
            </a:extLst>
          </p:cNvPr>
          <p:cNvSpPr>
            <a:spLocks noGrp="1" noChangeArrowheads="1"/>
          </p:cNvSpPr>
          <p:nvPr>
            <p:ph type="sldNum" sz="quarter" idx="12"/>
          </p:nvPr>
        </p:nvSpPr>
        <p:spPr>
          <a:ln/>
        </p:spPr>
        <p:txBody>
          <a:bodyPr/>
          <a:lstStyle>
            <a:lvl1pPr>
              <a:defRPr/>
            </a:lvl1pPr>
          </a:lstStyle>
          <a:p>
            <a:pPr>
              <a:defRPr/>
            </a:pPr>
            <a:fld id="{A7837AF9-0DB3-49A2-A61D-6A43C1109F29}" type="slidenum">
              <a:rPr lang="en-US" altLang="zh-CN"/>
              <a:pPr>
                <a:defRPr/>
              </a:pPr>
              <a:t>‹#›</a:t>
            </a:fld>
            <a:endParaRPr lang="en-US" altLang="zh-CN"/>
          </a:p>
        </p:txBody>
      </p:sp>
    </p:spTree>
    <p:extLst>
      <p:ext uri="{BB962C8B-B14F-4D97-AF65-F5344CB8AC3E}">
        <p14:creationId xmlns:p14="http://schemas.microsoft.com/office/powerpoint/2010/main" val="5084164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D9D2482A-A2E8-40FC-B609-5425A9FF66D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65D7F949-D5C2-46D7-A347-12DAB41F03A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E5BF3684-C920-4B93-814D-A172AE1E7057}"/>
              </a:ext>
            </a:extLst>
          </p:cNvPr>
          <p:cNvSpPr>
            <a:spLocks noGrp="1" noChangeArrowheads="1"/>
          </p:cNvSpPr>
          <p:nvPr>
            <p:ph type="sldNum" sz="quarter" idx="12"/>
          </p:nvPr>
        </p:nvSpPr>
        <p:spPr>
          <a:ln/>
        </p:spPr>
        <p:txBody>
          <a:bodyPr/>
          <a:lstStyle>
            <a:lvl1pPr>
              <a:defRPr/>
            </a:lvl1pPr>
          </a:lstStyle>
          <a:p>
            <a:pPr>
              <a:defRPr/>
            </a:pPr>
            <a:fld id="{CDEEEDB0-E5C1-46DB-BFC2-25ACBA2E1E41}" type="slidenum">
              <a:rPr lang="en-US" altLang="zh-CN"/>
              <a:pPr>
                <a:defRPr/>
              </a:pPr>
              <a:t>‹#›</a:t>
            </a:fld>
            <a:endParaRPr lang="en-US" altLang="zh-CN"/>
          </a:p>
        </p:txBody>
      </p:sp>
    </p:spTree>
    <p:extLst>
      <p:ext uri="{BB962C8B-B14F-4D97-AF65-F5344CB8AC3E}">
        <p14:creationId xmlns:p14="http://schemas.microsoft.com/office/powerpoint/2010/main" val="6035384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6FC71B77-63E2-4351-8ED0-102D9E11E33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CD28495F-F74A-4F32-A1F7-E7716302CF3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DD7597BA-23C7-4FDE-81D2-F8AB423AF1DF}"/>
              </a:ext>
            </a:extLst>
          </p:cNvPr>
          <p:cNvSpPr>
            <a:spLocks noGrp="1" noChangeArrowheads="1"/>
          </p:cNvSpPr>
          <p:nvPr>
            <p:ph type="sldNum" sz="quarter" idx="12"/>
          </p:nvPr>
        </p:nvSpPr>
        <p:spPr>
          <a:ln/>
        </p:spPr>
        <p:txBody>
          <a:bodyPr/>
          <a:lstStyle>
            <a:lvl1pPr>
              <a:defRPr/>
            </a:lvl1pPr>
          </a:lstStyle>
          <a:p>
            <a:pPr>
              <a:defRPr/>
            </a:pPr>
            <a:fld id="{064A73CB-7F61-4560-8605-C778C7419142}" type="slidenum">
              <a:rPr lang="en-US" altLang="zh-CN"/>
              <a:pPr>
                <a:defRPr/>
              </a:pPr>
              <a:t>‹#›</a:t>
            </a:fld>
            <a:endParaRPr lang="en-US" altLang="zh-CN"/>
          </a:p>
        </p:txBody>
      </p:sp>
    </p:spTree>
    <p:extLst>
      <p:ext uri="{BB962C8B-B14F-4D97-AF65-F5344CB8AC3E}">
        <p14:creationId xmlns:p14="http://schemas.microsoft.com/office/powerpoint/2010/main" val="18693233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9F165FC8-BD74-434E-BB79-94066016F31D}"/>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EE29EC60-9C0B-4ADF-A208-5F7DE4315BB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A8C0E3C8-ABFD-47F8-9FAB-4C357D4D0586}"/>
              </a:ext>
            </a:extLst>
          </p:cNvPr>
          <p:cNvSpPr>
            <a:spLocks noGrp="1" noChangeArrowheads="1"/>
          </p:cNvSpPr>
          <p:nvPr>
            <p:ph type="sldNum" sz="quarter" idx="12"/>
          </p:nvPr>
        </p:nvSpPr>
        <p:spPr>
          <a:ln/>
        </p:spPr>
        <p:txBody>
          <a:bodyPr/>
          <a:lstStyle>
            <a:lvl1pPr>
              <a:defRPr/>
            </a:lvl1pPr>
          </a:lstStyle>
          <a:p>
            <a:pPr>
              <a:defRPr/>
            </a:pPr>
            <a:fld id="{318A24C4-DBCB-4A7A-B55F-83A3C188813B}" type="slidenum">
              <a:rPr lang="en-US" altLang="zh-CN"/>
              <a:pPr>
                <a:defRPr/>
              </a:pPr>
              <a:t>‹#›</a:t>
            </a:fld>
            <a:endParaRPr lang="en-US" altLang="zh-CN"/>
          </a:p>
        </p:txBody>
      </p:sp>
    </p:spTree>
    <p:extLst>
      <p:ext uri="{BB962C8B-B14F-4D97-AF65-F5344CB8AC3E}">
        <p14:creationId xmlns:p14="http://schemas.microsoft.com/office/powerpoint/2010/main" val="31071234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23E290B6-1E3C-4923-A26E-2C9DE7ABCE8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6CCCD385-6602-477A-95EA-1A34C2E6AF3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A705F82B-EFBA-4B88-8B3E-4BFF82AF7186}"/>
              </a:ext>
            </a:extLst>
          </p:cNvPr>
          <p:cNvSpPr>
            <a:spLocks noGrp="1" noChangeArrowheads="1"/>
          </p:cNvSpPr>
          <p:nvPr>
            <p:ph type="sldNum" sz="quarter" idx="12"/>
          </p:nvPr>
        </p:nvSpPr>
        <p:spPr>
          <a:ln/>
        </p:spPr>
        <p:txBody>
          <a:bodyPr/>
          <a:lstStyle>
            <a:lvl1pPr>
              <a:defRPr/>
            </a:lvl1pPr>
          </a:lstStyle>
          <a:p>
            <a:pPr>
              <a:defRPr/>
            </a:pPr>
            <a:fld id="{341E4E17-DB46-4E6D-9951-70675B32EDD4}" type="slidenum">
              <a:rPr lang="en-US" altLang="zh-CN"/>
              <a:pPr>
                <a:defRPr/>
              </a:pPr>
              <a:t>‹#›</a:t>
            </a:fld>
            <a:endParaRPr lang="en-US" altLang="zh-CN"/>
          </a:p>
        </p:txBody>
      </p:sp>
    </p:spTree>
    <p:extLst>
      <p:ext uri="{BB962C8B-B14F-4D97-AF65-F5344CB8AC3E}">
        <p14:creationId xmlns:p14="http://schemas.microsoft.com/office/powerpoint/2010/main" val="27475508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594CDF65-9F08-44EC-9695-180DA985DB03}"/>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F8A78E22-6627-4E8E-B217-78065963348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FC6DB101-5D26-488B-B8C9-EF0F6B958133}"/>
              </a:ext>
            </a:extLst>
          </p:cNvPr>
          <p:cNvSpPr>
            <a:spLocks noGrp="1" noChangeArrowheads="1"/>
          </p:cNvSpPr>
          <p:nvPr>
            <p:ph type="sldNum" sz="quarter" idx="12"/>
          </p:nvPr>
        </p:nvSpPr>
        <p:spPr>
          <a:ln/>
        </p:spPr>
        <p:txBody>
          <a:bodyPr/>
          <a:lstStyle>
            <a:lvl1pPr>
              <a:defRPr/>
            </a:lvl1pPr>
          </a:lstStyle>
          <a:p>
            <a:pPr>
              <a:defRPr/>
            </a:pPr>
            <a:fld id="{49BD4D14-9E12-4154-93FF-4D814B0C7FC8}" type="slidenum">
              <a:rPr lang="en-US" altLang="zh-CN"/>
              <a:pPr>
                <a:defRPr/>
              </a:pPr>
              <a:t>‹#›</a:t>
            </a:fld>
            <a:endParaRPr lang="en-US" altLang="zh-CN"/>
          </a:p>
        </p:txBody>
      </p:sp>
    </p:spTree>
    <p:extLst>
      <p:ext uri="{BB962C8B-B14F-4D97-AF65-F5344CB8AC3E}">
        <p14:creationId xmlns:p14="http://schemas.microsoft.com/office/powerpoint/2010/main" val="1892344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2F2617AF-E433-4900-BAB5-D1D6A06A61B4}"/>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63CB11D8-259D-4CF3-8EDF-E99FFFCE755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5A1F935C-4473-42BE-A86D-6B2761A47CBF}"/>
              </a:ext>
            </a:extLst>
          </p:cNvPr>
          <p:cNvSpPr>
            <a:spLocks noGrp="1" noChangeArrowheads="1"/>
          </p:cNvSpPr>
          <p:nvPr>
            <p:ph type="sldNum" sz="quarter" idx="12"/>
          </p:nvPr>
        </p:nvSpPr>
        <p:spPr>
          <a:ln/>
        </p:spPr>
        <p:txBody>
          <a:bodyPr/>
          <a:lstStyle>
            <a:lvl1pPr>
              <a:defRPr/>
            </a:lvl1pPr>
          </a:lstStyle>
          <a:p>
            <a:pPr>
              <a:defRPr/>
            </a:pPr>
            <a:fld id="{A0F865E2-0150-4DFA-A36D-04C2751A1500}" type="slidenum">
              <a:rPr lang="en-US" altLang="zh-CN"/>
              <a:pPr>
                <a:defRPr/>
              </a:pPr>
              <a:t>‹#›</a:t>
            </a:fld>
            <a:endParaRPr lang="en-US" altLang="zh-CN"/>
          </a:p>
        </p:txBody>
      </p:sp>
    </p:spTree>
    <p:extLst>
      <p:ext uri="{BB962C8B-B14F-4D97-AF65-F5344CB8AC3E}">
        <p14:creationId xmlns:p14="http://schemas.microsoft.com/office/powerpoint/2010/main" val="13883433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OverObj">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1150938" y="214313"/>
            <a:ext cx="7793037" cy="1462087"/>
          </a:xfrm>
        </p:spPr>
        <p:txBody>
          <a:bodyPr/>
          <a:lstStyle/>
          <a:p>
            <a:r>
              <a:rPr lang="zh-CN" altLang="en-US"/>
              <a:t>单击此处编辑母版标题样式</a:t>
            </a:r>
          </a:p>
        </p:txBody>
      </p:sp>
      <p:sp>
        <p:nvSpPr>
          <p:cNvPr id="3" name="文本占位符 2"/>
          <p:cNvSpPr>
            <a:spLocks noGrp="1"/>
          </p:cNvSpPr>
          <p:nvPr>
            <p:ph type="body" sz="half" idx="1"/>
          </p:nvPr>
        </p:nvSpPr>
        <p:spPr>
          <a:xfrm>
            <a:off x="1182688" y="2017713"/>
            <a:ext cx="77724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1182688" y="4151313"/>
            <a:ext cx="77724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a:extLst>
              <a:ext uri="{FF2B5EF4-FFF2-40B4-BE49-F238E27FC236}">
                <a16:creationId xmlns:a16="http://schemas.microsoft.com/office/drawing/2014/main" id="{5D987175-79BD-41D1-8242-754B7D3B303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id="{F2F24B0C-24D0-402A-B3D5-E0BD218FCF4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3">
            <a:extLst>
              <a:ext uri="{FF2B5EF4-FFF2-40B4-BE49-F238E27FC236}">
                <a16:creationId xmlns:a16="http://schemas.microsoft.com/office/drawing/2014/main" id="{89A71459-F1BE-45DF-A276-B1C431545F9D}"/>
              </a:ext>
            </a:extLst>
          </p:cNvPr>
          <p:cNvSpPr>
            <a:spLocks noGrp="1" noChangeArrowheads="1"/>
          </p:cNvSpPr>
          <p:nvPr>
            <p:ph type="sldNum" sz="quarter" idx="12"/>
          </p:nvPr>
        </p:nvSpPr>
        <p:spPr>
          <a:ln/>
        </p:spPr>
        <p:txBody>
          <a:bodyPr/>
          <a:lstStyle>
            <a:lvl1pPr>
              <a:defRPr/>
            </a:lvl1pPr>
          </a:lstStyle>
          <a:p>
            <a:pPr>
              <a:defRPr/>
            </a:pPr>
            <a:fld id="{3DBBA005-1E92-464E-A908-69AFB3431000}" type="slidenum">
              <a:rPr lang="en-US" altLang="zh-CN"/>
              <a:pPr>
                <a:defRPr/>
              </a:pPr>
              <a:t>‹#›</a:t>
            </a:fld>
            <a:endParaRPr lang="en-US" altLang="zh-CN"/>
          </a:p>
        </p:txBody>
      </p:sp>
    </p:spTree>
    <p:extLst>
      <p:ext uri="{BB962C8B-B14F-4D97-AF65-F5344CB8AC3E}">
        <p14:creationId xmlns:p14="http://schemas.microsoft.com/office/powerpoint/2010/main" val="17754711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47F574F1-BEFE-4780-97DF-D588602847C3}"/>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779FAD43-579D-432F-B4CA-A1075DA02EF8}"/>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a:extLst>
              <a:ext uri="{FF2B5EF4-FFF2-40B4-BE49-F238E27FC236}">
                <a16:creationId xmlns:a16="http://schemas.microsoft.com/office/drawing/2014/main" id="{EAA86020-B4CB-41F6-A9D4-C2C8FAF0C781}"/>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vl1pPr>
          </a:lstStyle>
          <a:p>
            <a:pPr>
              <a:defRPr/>
            </a:pPr>
            <a:endParaRPr lang="en-US" altLang="zh-CN"/>
          </a:p>
        </p:txBody>
      </p:sp>
      <p:sp>
        <p:nvSpPr>
          <p:cNvPr id="1029" name="Rectangle 5">
            <a:extLst>
              <a:ext uri="{FF2B5EF4-FFF2-40B4-BE49-F238E27FC236}">
                <a16:creationId xmlns:a16="http://schemas.microsoft.com/office/drawing/2014/main" id="{186689C8-5D52-4393-B8F1-F53EF7C29E3D}"/>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vl1pPr>
          </a:lstStyle>
          <a:p>
            <a:pPr>
              <a:defRPr/>
            </a:pPr>
            <a:endParaRPr lang="en-US" altLang="zh-CN"/>
          </a:p>
        </p:txBody>
      </p:sp>
      <p:sp>
        <p:nvSpPr>
          <p:cNvPr id="1030" name="Rectangle 6">
            <a:extLst>
              <a:ext uri="{FF2B5EF4-FFF2-40B4-BE49-F238E27FC236}">
                <a16:creationId xmlns:a16="http://schemas.microsoft.com/office/drawing/2014/main" id="{8F994E57-8A5F-4217-928B-317535595D30}"/>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151EDACA-E5A7-4514-B394-777580D5EE56}"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15.xml"/><Relationship Id="rId3" Type="http://schemas.openxmlformats.org/officeDocument/2006/relationships/slide" Target="slide7.xml"/><Relationship Id="rId7" Type="http://schemas.openxmlformats.org/officeDocument/2006/relationships/slide" Target="slide11.xml"/><Relationship Id="rId2" Type="http://schemas.openxmlformats.org/officeDocument/2006/relationships/slide" Target="slide6.xml"/><Relationship Id="rId1" Type="http://schemas.openxmlformats.org/officeDocument/2006/relationships/slideLayout" Target="../slideLayouts/slideLayout2.xml"/><Relationship Id="rId6" Type="http://schemas.openxmlformats.org/officeDocument/2006/relationships/slide" Target="slide10.xml"/><Relationship Id="rId5" Type="http://schemas.openxmlformats.org/officeDocument/2006/relationships/slide" Target="slide9.xml"/><Relationship Id="rId4" Type="http://schemas.openxmlformats.org/officeDocument/2006/relationships/slide" Target="slide8.xml"/><Relationship Id="rId9" Type="http://schemas.openxmlformats.org/officeDocument/2006/relationships/slide" Target="slide22.xml"/></Relationships>
</file>

<file path=ppt/slides/_rels/slide3.xml.rels><?xml version="1.0" encoding="UTF-8" standalone="yes"?>
<Relationships xmlns="http://schemas.openxmlformats.org/package/2006/relationships"><Relationship Id="rId8" Type="http://schemas.openxmlformats.org/officeDocument/2006/relationships/slide" Target="slide48.xml"/><Relationship Id="rId3" Type="http://schemas.openxmlformats.org/officeDocument/2006/relationships/slide" Target="slide33.xml"/><Relationship Id="rId7" Type="http://schemas.openxmlformats.org/officeDocument/2006/relationships/slide" Target="slide61.xml"/><Relationship Id="rId2" Type="http://schemas.openxmlformats.org/officeDocument/2006/relationships/slide" Target="slide30.xml"/><Relationship Id="rId1" Type="http://schemas.openxmlformats.org/officeDocument/2006/relationships/slideLayout" Target="../slideLayouts/slideLayout2.xml"/><Relationship Id="rId6" Type="http://schemas.openxmlformats.org/officeDocument/2006/relationships/slide" Target="slide54.xml"/><Relationship Id="rId11" Type="http://schemas.openxmlformats.org/officeDocument/2006/relationships/slide" Target="slide78.xml"/><Relationship Id="rId5" Type="http://schemas.openxmlformats.org/officeDocument/2006/relationships/slide" Target="slide35.xml"/><Relationship Id="rId10" Type="http://schemas.openxmlformats.org/officeDocument/2006/relationships/slide" Target="slide67.xml"/><Relationship Id="rId4" Type="http://schemas.openxmlformats.org/officeDocument/2006/relationships/slide" Target="slide34.xml"/><Relationship Id="rId9" Type="http://schemas.openxmlformats.org/officeDocument/2006/relationships/slide" Target="slide50.xml"/></Relationships>
</file>

<file path=ppt/slides/_rels/slide4.xml.rels><?xml version="1.0" encoding="UTF-8" standalone="yes"?>
<Relationships xmlns="http://schemas.openxmlformats.org/package/2006/relationships"><Relationship Id="rId8" Type="http://schemas.openxmlformats.org/officeDocument/2006/relationships/slide" Target="slide69.xml"/><Relationship Id="rId3" Type="http://schemas.openxmlformats.org/officeDocument/2006/relationships/slide" Target="slide87.xml"/><Relationship Id="rId7" Type="http://schemas.openxmlformats.org/officeDocument/2006/relationships/slide" Target="slide75.xml"/><Relationship Id="rId2" Type="http://schemas.openxmlformats.org/officeDocument/2006/relationships/slide" Target="slide86.xml"/><Relationship Id="rId1" Type="http://schemas.openxmlformats.org/officeDocument/2006/relationships/slideLayout" Target="../slideLayouts/slideLayout2.xml"/><Relationship Id="rId6" Type="http://schemas.openxmlformats.org/officeDocument/2006/relationships/slide" Target="slide93.xml"/><Relationship Id="rId5" Type="http://schemas.openxmlformats.org/officeDocument/2006/relationships/slide" Target="slide107.xml"/><Relationship Id="rId4" Type="http://schemas.openxmlformats.org/officeDocument/2006/relationships/slide" Target="slide97.xml"/></Relationships>
</file>

<file path=ppt/slides/_rels/slide5.xml.rels><?xml version="1.0" encoding="UTF-8" standalone="yes"?>
<Relationships xmlns="http://schemas.openxmlformats.org/package/2006/relationships"><Relationship Id="rId8" Type="http://schemas.openxmlformats.org/officeDocument/2006/relationships/slide" Target="slide194.xml"/><Relationship Id="rId3" Type="http://schemas.openxmlformats.org/officeDocument/2006/relationships/slide" Target="slide105.xml"/><Relationship Id="rId7" Type="http://schemas.openxmlformats.org/officeDocument/2006/relationships/slide" Target="slide184.xml"/><Relationship Id="rId12" Type="http://schemas.openxmlformats.org/officeDocument/2006/relationships/slide" Target="slide217.xml"/><Relationship Id="rId2" Type="http://schemas.openxmlformats.org/officeDocument/2006/relationships/slide" Target="slide98.xml"/><Relationship Id="rId1" Type="http://schemas.openxmlformats.org/officeDocument/2006/relationships/slideLayout" Target="../slideLayouts/slideLayout2.xml"/><Relationship Id="rId6" Type="http://schemas.openxmlformats.org/officeDocument/2006/relationships/slide" Target="slide173.xml"/><Relationship Id="rId11" Type="http://schemas.openxmlformats.org/officeDocument/2006/relationships/slide" Target="slide199.xml"/><Relationship Id="rId5" Type="http://schemas.openxmlformats.org/officeDocument/2006/relationships/slide" Target="slide129.xml"/><Relationship Id="rId10" Type="http://schemas.openxmlformats.org/officeDocument/2006/relationships/slide" Target="slide195.xml"/><Relationship Id="rId4" Type="http://schemas.openxmlformats.org/officeDocument/2006/relationships/slide" Target="slide116.xml"/><Relationship Id="rId9" Type="http://schemas.openxmlformats.org/officeDocument/2006/relationships/slide" Target="slide14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mp.weixin.qq.com/s/NYKDLw_yVOJEvrobNLfGgg" TargetMode="External"/><Relationship Id="rId2" Type="http://schemas.openxmlformats.org/officeDocument/2006/relationships/hyperlink" Target="https://themodernsoftware.dev/"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open-std.org/JTC1/SC22/WG14/www/C99RationaleV5.10.pdf"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faculty.sist.shanghaitech.edu.cn/faculty/songfu/course/spring2018/CS131/llvm.pdf" TargetMode="External"/><Relationship Id="rId2" Type="http://schemas.openxmlformats.org/officeDocument/2006/relationships/hyperlink" Target="https://getting-started-with-llvm-core-libraries-zh-cn.readthedocs.io/zh-cn/latest/ch01.html"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javadoc.io/doc/ca.mcgill.sable/soot/latest/soot/jimple/Jimple.html" TargetMode="External"/><Relationship Id="rId2" Type="http://schemas.openxmlformats.org/officeDocument/2006/relationships/hyperlink" Target="https://soot-oss.github.io/SootUp/jimple/#jimple-grammar-structure" TargetMode="External"/><Relationship Id="rId1" Type="http://schemas.openxmlformats.org/officeDocument/2006/relationships/slideLayout" Target="../slideLayouts/slideLayout2.xml"/><Relationship Id="rId4" Type="http://schemas.openxmlformats.org/officeDocument/2006/relationships/hyperlink" Target="https://github.com/soot-oss/soot/wiki/Tutorials"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slide" Target="slide86.xml"/><Relationship Id="rId2" Type="http://schemas.openxmlformats.org/officeDocument/2006/relationships/slide" Target="slide3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1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hyperlink" Target="https://gist.github.com/codebrainz/2933703" TargetMode="Externa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hyperlink" Target="https://blog.csdn.net/qiantujava/article/details/17009653" TargetMode="External"/><Relationship Id="rId2" Type="http://schemas.openxmlformats.org/officeDocument/2006/relationships/hyperlink" Target="https://www.cnblogs.com/bigsai/p/11393609.html" TargetMode="Externa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package" Target="../embeddings/Microsoft_Visio_Drawing.vsdx"/><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slideLayout" Target="../slideLayouts/slideLayout2.xml"/><Relationship Id="rId4" Type="http://schemas.openxmlformats.org/officeDocument/2006/relationships/image" Target="../media/image14.wmf"/></Relationships>
</file>

<file path=ppt/slides/_rels/slide80.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0.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90.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5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8.xml"/><Relationship Id="rId4" Type="http://schemas.openxmlformats.org/officeDocument/2006/relationships/image" Target="../media/image37.png"/></Relationships>
</file>

<file path=ppt/slides/_rels/slide15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15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image" Target="../media/image3100.png"/><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image" Target="../media/image320.png"/><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openxmlformats.org/officeDocument/2006/relationships/image" Target="../media/image340.png"/><Relationship Id="rId2" Type="http://schemas.openxmlformats.org/officeDocument/2006/relationships/image" Target="../media/image45.png"/><Relationship Id="rId1" Type="http://schemas.openxmlformats.org/officeDocument/2006/relationships/slideLayout" Target="../slideLayouts/slideLayout1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8" Type="http://schemas.openxmlformats.org/officeDocument/2006/relationships/image" Target="../media/image400.png"/><Relationship Id="rId13" Type="http://schemas.openxmlformats.org/officeDocument/2006/relationships/image" Target="../media/image450.png"/><Relationship Id="rId18" Type="http://schemas.openxmlformats.org/officeDocument/2006/relationships/image" Target="../media/image50.png"/><Relationship Id="rId3" Type="http://schemas.openxmlformats.org/officeDocument/2006/relationships/image" Target="../media/image350.png"/><Relationship Id="rId21" Type="http://schemas.openxmlformats.org/officeDocument/2006/relationships/image" Target="../media/image53.png"/><Relationship Id="rId7" Type="http://schemas.openxmlformats.org/officeDocument/2006/relationships/image" Target="../media/image391.png"/><Relationship Id="rId12" Type="http://schemas.openxmlformats.org/officeDocument/2006/relationships/image" Target="../media/image440.png"/><Relationship Id="rId17" Type="http://schemas.openxmlformats.org/officeDocument/2006/relationships/image" Target="../media/image49.png"/><Relationship Id="rId2" Type="http://schemas.openxmlformats.org/officeDocument/2006/relationships/notesSlide" Target="../notesSlides/notesSlide1.xml"/><Relationship Id="rId16" Type="http://schemas.openxmlformats.org/officeDocument/2006/relationships/image" Target="../media/image48.png"/><Relationship Id="rId20" Type="http://schemas.openxmlformats.org/officeDocument/2006/relationships/image" Target="../media/image52.png"/><Relationship Id="rId1" Type="http://schemas.openxmlformats.org/officeDocument/2006/relationships/slideLayout" Target="../slideLayouts/slideLayout2.xml"/><Relationship Id="rId6" Type="http://schemas.openxmlformats.org/officeDocument/2006/relationships/image" Target="../media/image380.png"/><Relationship Id="rId11" Type="http://schemas.openxmlformats.org/officeDocument/2006/relationships/image" Target="../media/image430.png"/><Relationship Id="rId24" Type="http://schemas.openxmlformats.org/officeDocument/2006/relationships/image" Target="../media/image56.png"/><Relationship Id="rId5" Type="http://schemas.openxmlformats.org/officeDocument/2006/relationships/image" Target="../media/image370.png"/><Relationship Id="rId15" Type="http://schemas.openxmlformats.org/officeDocument/2006/relationships/image" Target="../media/image47.png"/><Relationship Id="rId23" Type="http://schemas.openxmlformats.org/officeDocument/2006/relationships/image" Target="../media/image55.png"/><Relationship Id="rId10" Type="http://schemas.openxmlformats.org/officeDocument/2006/relationships/image" Target="../media/image421.png"/><Relationship Id="rId19" Type="http://schemas.openxmlformats.org/officeDocument/2006/relationships/image" Target="../media/image51.png"/><Relationship Id="rId4" Type="http://schemas.openxmlformats.org/officeDocument/2006/relationships/image" Target="../media/image360.png"/><Relationship Id="rId9" Type="http://schemas.openxmlformats.org/officeDocument/2006/relationships/image" Target="../media/image410.png"/><Relationship Id="rId14" Type="http://schemas.openxmlformats.org/officeDocument/2006/relationships/image" Target="../media/image46.png"/><Relationship Id="rId22" Type="http://schemas.openxmlformats.org/officeDocument/2006/relationships/image" Target="../media/image54.png"/></Relationships>
</file>

<file path=ppt/slides/_rels/slide16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420.png"/><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170.xml.rels><?xml version="1.0" encoding="UTF-8" standalone="yes"?>
<Relationships xmlns="http://schemas.openxmlformats.org/package/2006/relationships"><Relationship Id="rId2" Type="http://schemas.openxmlformats.org/officeDocument/2006/relationships/image" Target="../media/image330.png"/><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2.xml"/><Relationship Id="rId4" Type="http://schemas.openxmlformats.org/officeDocument/2006/relationships/image" Target="../media/image84.png"/></Relationships>
</file>

<file path=ppt/slides/_rels/slide197.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2" Type="http://schemas.openxmlformats.org/officeDocument/2006/relationships/image" Target="../media/image470.png"/><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2" Type="http://schemas.openxmlformats.org/officeDocument/2006/relationships/image" Target="../media/image481.png"/><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2" Type="http://schemas.openxmlformats.org/officeDocument/2006/relationships/image" Target="../media/image491.png"/><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2" Type="http://schemas.openxmlformats.org/officeDocument/2006/relationships/image" Target="../media/image500.png"/><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2" Type="http://schemas.openxmlformats.org/officeDocument/2006/relationships/image" Target="../media/image511.png"/><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2" Type="http://schemas.openxmlformats.org/officeDocument/2006/relationships/image" Target="../media/image4200.png"/><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2" Type="http://schemas.openxmlformats.org/officeDocument/2006/relationships/image" Target="../media/image520.png"/><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2" Type="http://schemas.openxmlformats.org/officeDocument/2006/relationships/image" Target="../media/image530.png"/><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2" Type="http://schemas.openxmlformats.org/officeDocument/2006/relationships/image" Target="../media/image540.png"/><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2" Type="http://schemas.openxmlformats.org/officeDocument/2006/relationships/image" Target="../media/image460.png"/><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2" Type="http://schemas.openxmlformats.org/officeDocument/2006/relationships/image" Target="../media/image550.png"/><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2" Type="http://schemas.openxmlformats.org/officeDocument/2006/relationships/image" Target="../media/image560.png"/><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3" Type="http://schemas.openxmlformats.org/officeDocument/2006/relationships/image" Target="../media/image581.png"/><Relationship Id="rId2" Type="http://schemas.openxmlformats.org/officeDocument/2006/relationships/image" Target="../media/image571.png"/><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2" Type="http://schemas.openxmlformats.org/officeDocument/2006/relationships/image" Target="../media/image570.png"/><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2" Type="http://schemas.openxmlformats.org/officeDocument/2006/relationships/image" Target="../media/image510.png"/><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580.png"/><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3" Type="http://schemas.openxmlformats.org/officeDocument/2006/relationships/image" Target="../media/image610.png"/><Relationship Id="rId2" Type="http://schemas.openxmlformats.org/officeDocument/2006/relationships/customXml" Target="../ink/ink1.xml"/><Relationship Id="rId1" Type="http://schemas.openxmlformats.org/officeDocument/2006/relationships/slideLayout" Target="../slideLayouts/slideLayout7.xml"/><Relationship Id="rId5" Type="http://schemas.openxmlformats.org/officeDocument/2006/relationships/image" Target="../media/image620.png"/><Relationship Id="rId4" Type="http://schemas.openxmlformats.org/officeDocument/2006/relationships/customXml" Target="../ink/ink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3" Type="http://schemas.openxmlformats.org/officeDocument/2006/relationships/image" Target="../media/image90.gif"/><Relationship Id="rId2" Type="http://schemas.openxmlformats.org/officeDocument/2006/relationships/image" Target="../media/image8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61191E-E0FA-4E56-ADE4-E02DA54D784C}"/>
              </a:ext>
            </a:extLst>
          </p:cNvPr>
          <p:cNvSpPr>
            <a:spLocks noGrp="1"/>
          </p:cNvSpPr>
          <p:nvPr>
            <p:ph type="ctrTitle"/>
          </p:nvPr>
        </p:nvSpPr>
        <p:spPr/>
        <p:txBody>
          <a:bodyPr/>
          <a:lstStyle/>
          <a:p>
            <a:r>
              <a:rPr lang="zh-CN" altLang="en-US" dirty="0"/>
              <a:t>编译原理专题实践 </a:t>
            </a:r>
          </a:p>
        </p:txBody>
      </p:sp>
      <p:sp>
        <p:nvSpPr>
          <p:cNvPr id="3" name="副标题 2">
            <a:extLst>
              <a:ext uri="{FF2B5EF4-FFF2-40B4-BE49-F238E27FC236}">
                <a16:creationId xmlns:a16="http://schemas.microsoft.com/office/drawing/2014/main" id="{F2D8A7C8-56BB-4418-84DA-F8832F27C5E7}"/>
              </a:ext>
            </a:extLst>
          </p:cNvPr>
          <p:cNvSpPr>
            <a:spLocks noGrp="1"/>
          </p:cNvSpPr>
          <p:nvPr>
            <p:ph type="subTitle" idx="1"/>
          </p:nvPr>
        </p:nvSpPr>
        <p:spPr/>
        <p:txBody>
          <a:bodyPr/>
          <a:lstStyle/>
          <a:p>
            <a:pPr algn="ctr" eaLnBrk="1" hangingPunct="1">
              <a:spcBef>
                <a:spcPct val="50000"/>
              </a:spcBef>
              <a:buFontTx/>
              <a:buNone/>
            </a:pPr>
            <a:r>
              <a:rPr lang="zh-CN" altLang="en-US" dirty="0"/>
              <a:t>周晓宇</a:t>
            </a:r>
            <a:endParaRPr lang="en-US" altLang="zh-CN" dirty="0"/>
          </a:p>
          <a:p>
            <a:endParaRPr lang="zh-CN" altLang="en-US" dirty="0"/>
          </a:p>
        </p:txBody>
      </p:sp>
    </p:spTree>
    <p:extLst>
      <p:ext uri="{BB962C8B-B14F-4D97-AF65-F5344CB8AC3E}">
        <p14:creationId xmlns:p14="http://schemas.microsoft.com/office/powerpoint/2010/main" val="11226166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D89A0B-8689-489A-BB4A-61F1FBC5633C}"/>
              </a:ext>
            </a:extLst>
          </p:cNvPr>
          <p:cNvSpPr>
            <a:spLocks noGrp="1"/>
          </p:cNvSpPr>
          <p:nvPr>
            <p:ph type="title"/>
          </p:nvPr>
        </p:nvSpPr>
        <p:spPr/>
        <p:txBody>
          <a:bodyPr/>
          <a:lstStyle/>
          <a:p>
            <a:r>
              <a:rPr lang="zh-CN" altLang="en-US" dirty="0"/>
              <a:t>目录</a:t>
            </a:r>
          </a:p>
        </p:txBody>
      </p:sp>
      <p:sp>
        <p:nvSpPr>
          <p:cNvPr id="3" name="内容占位符 2">
            <a:extLst>
              <a:ext uri="{FF2B5EF4-FFF2-40B4-BE49-F238E27FC236}">
                <a16:creationId xmlns:a16="http://schemas.microsoft.com/office/drawing/2014/main" id="{3E94EE87-0435-4D62-9BCE-89B5E1955951}"/>
              </a:ext>
            </a:extLst>
          </p:cNvPr>
          <p:cNvSpPr>
            <a:spLocks noGrp="1"/>
          </p:cNvSpPr>
          <p:nvPr>
            <p:ph idx="1"/>
          </p:nvPr>
        </p:nvSpPr>
        <p:spPr/>
        <p:txBody>
          <a:bodyPr/>
          <a:lstStyle/>
          <a:p>
            <a:r>
              <a:rPr lang="zh-CN" altLang="en-US" dirty="0">
                <a:hlinkClick r:id="rId2" action="ppaction://hlinksldjump">
                  <a:extLst>
                    <a:ext uri="{A12FA001-AC4F-418D-AE19-62706E023703}">
                      <ahyp:hlinkClr xmlns:ahyp="http://schemas.microsoft.com/office/drawing/2018/hyperlinkcolor" val="tx"/>
                    </a:ext>
                  </a:extLst>
                </a:hlinkClick>
              </a:rPr>
              <a:t>课程主要内容</a:t>
            </a:r>
            <a:endParaRPr lang="en-US" altLang="zh-CN" dirty="0"/>
          </a:p>
          <a:p>
            <a:r>
              <a:rPr lang="zh-CN" altLang="en-US" dirty="0">
                <a:hlinkClick r:id="rId3" action="ppaction://hlinksldjump">
                  <a:extLst>
                    <a:ext uri="{A12FA001-AC4F-418D-AE19-62706E023703}">
                      <ahyp:hlinkClr xmlns:ahyp="http://schemas.microsoft.com/office/drawing/2018/hyperlinkcolor" val="tx"/>
                    </a:ext>
                  </a:extLst>
                </a:hlinkClick>
              </a:rPr>
              <a:t>课程主要目的</a:t>
            </a:r>
            <a:endParaRPr lang="en-US" altLang="zh-CN" dirty="0"/>
          </a:p>
          <a:p>
            <a:r>
              <a:rPr lang="zh-CN" altLang="en-US" dirty="0">
                <a:hlinkClick r:id="rId4" action="ppaction://hlinksldjump">
                  <a:extLst>
                    <a:ext uri="{A12FA001-AC4F-418D-AE19-62706E023703}">
                      <ahyp:hlinkClr xmlns:ahyp="http://schemas.microsoft.com/office/drawing/2018/hyperlinkcolor" val="tx"/>
                    </a:ext>
                  </a:extLst>
                </a:hlinkClick>
              </a:rPr>
              <a:t>基本流程</a:t>
            </a:r>
            <a:endParaRPr lang="en-US" altLang="zh-CN" dirty="0"/>
          </a:p>
          <a:p>
            <a:r>
              <a:rPr lang="en-US" altLang="zh-CN" dirty="0">
                <a:hlinkClick r:id="rId5" action="ppaction://hlinksldjump">
                  <a:extLst>
                    <a:ext uri="{A12FA001-AC4F-418D-AE19-62706E023703}">
                      <ahyp:hlinkClr xmlns:ahyp="http://schemas.microsoft.com/office/drawing/2018/hyperlinkcolor" val="tx"/>
                    </a:ext>
                  </a:extLst>
                </a:hlinkClick>
              </a:rPr>
              <a:t>Lex</a:t>
            </a:r>
            <a:r>
              <a:rPr lang="zh-CN" altLang="en-US" dirty="0">
                <a:hlinkClick r:id="rId5" action="ppaction://hlinksldjump">
                  <a:extLst>
                    <a:ext uri="{A12FA001-AC4F-418D-AE19-62706E023703}">
                      <ahyp:hlinkClr xmlns:ahyp="http://schemas.microsoft.com/office/drawing/2018/hyperlinkcolor" val="tx"/>
                    </a:ext>
                  </a:extLst>
                </a:hlinkClick>
              </a:rPr>
              <a:t>部分主要工作</a:t>
            </a:r>
            <a:endParaRPr lang="en-US" altLang="zh-CN" dirty="0"/>
          </a:p>
          <a:p>
            <a:r>
              <a:rPr lang="en-US" altLang="zh-CN" dirty="0">
                <a:hlinkClick r:id="rId6" action="ppaction://hlinksldjump">
                  <a:extLst>
                    <a:ext uri="{A12FA001-AC4F-418D-AE19-62706E023703}">
                      <ahyp:hlinkClr xmlns:ahyp="http://schemas.microsoft.com/office/drawing/2018/hyperlinkcolor" val="tx"/>
                    </a:ext>
                  </a:extLst>
                </a:hlinkClick>
              </a:rPr>
              <a:t>Yacc</a:t>
            </a:r>
            <a:r>
              <a:rPr lang="zh-CN" altLang="en-US" dirty="0">
                <a:hlinkClick r:id="rId6" action="ppaction://hlinksldjump">
                  <a:extLst>
                    <a:ext uri="{A12FA001-AC4F-418D-AE19-62706E023703}">
                      <ahyp:hlinkClr xmlns:ahyp="http://schemas.microsoft.com/office/drawing/2018/hyperlinkcolor" val="tx"/>
                    </a:ext>
                  </a:extLst>
                </a:hlinkClick>
              </a:rPr>
              <a:t>部分主要工作</a:t>
            </a:r>
            <a:endParaRPr lang="en-US" altLang="zh-CN" dirty="0"/>
          </a:p>
          <a:p>
            <a:r>
              <a:rPr lang="zh-CN" altLang="en-US" dirty="0">
                <a:hlinkClick r:id="rId7" action="ppaction://hlinksldjump">
                  <a:extLst>
                    <a:ext uri="{A12FA001-AC4F-418D-AE19-62706E023703}">
                      <ahyp:hlinkClr xmlns:ahyp="http://schemas.microsoft.com/office/drawing/2018/hyperlinkcolor" val="tx"/>
                    </a:ext>
                  </a:extLst>
                </a:hlinkClick>
              </a:rPr>
              <a:t>中间代码生成</a:t>
            </a:r>
            <a:endParaRPr lang="en-US" altLang="zh-CN" dirty="0"/>
          </a:p>
          <a:p>
            <a:r>
              <a:rPr lang="zh-CN" altLang="en-US" dirty="0">
                <a:hlinkClick r:id="rId8" action="ppaction://hlinksldjump">
                  <a:extLst>
                    <a:ext uri="{A12FA001-AC4F-418D-AE19-62706E023703}">
                      <ahyp:hlinkClr xmlns:ahyp="http://schemas.microsoft.com/office/drawing/2018/hyperlinkcolor" val="tx"/>
                    </a:ext>
                  </a:extLst>
                </a:hlinkClick>
              </a:rPr>
              <a:t>分工建议和参考进度</a:t>
            </a:r>
            <a:endParaRPr lang="en-US" altLang="zh-CN" dirty="0"/>
          </a:p>
          <a:p>
            <a:r>
              <a:rPr lang="zh-CN" altLang="en-US" dirty="0">
                <a:hlinkClick r:id="rId9" action="ppaction://hlinksldjump">
                  <a:extLst>
                    <a:ext uri="{A12FA001-AC4F-418D-AE19-62706E023703}">
                      <ahyp:hlinkClr xmlns:ahyp="http://schemas.microsoft.com/office/drawing/2018/hyperlinkcolor" val="tx"/>
                    </a:ext>
                  </a:extLst>
                </a:hlinkClick>
              </a:rPr>
              <a:t>参考资料</a:t>
            </a:r>
            <a:endParaRPr lang="en-US" altLang="zh-CN" dirty="0"/>
          </a:p>
        </p:txBody>
      </p:sp>
    </p:spTree>
    <p:extLst>
      <p:ext uri="{BB962C8B-B14F-4D97-AF65-F5344CB8AC3E}">
        <p14:creationId xmlns:p14="http://schemas.microsoft.com/office/powerpoint/2010/main" val="33840117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目录</a:t>
            </a:r>
          </a:p>
        </p:txBody>
      </p:sp>
      <p:sp>
        <p:nvSpPr>
          <p:cNvPr id="3" name="内容占位符 2"/>
          <p:cNvSpPr>
            <a:spLocks noGrp="1"/>
          </p:cNvSpPr>
          <p:nvPr>
            <p:ph idx="1"/>
          </p:nvPr>
        </p:nvSpPr>
        <p:spPr/>
        <p:txBody>
          <a:bodyPr/>
          <a:lstStyle/>
          <a:p>
            <a:r>
              <a:rPr lang="zh-CN" altLang="en-US" dirty="0">
                <a:hlinkClick r:id="rId2" action="ppaction://hlinksldjump">
                  <a:extLst>
                    <a:ext uri="{A12FA001-AC4F-418D-AE19-62706E023703}">
                      <ahyp:hlinkClr xmlns:ahyp="http://schemas.microsoft.com/office/drawing/2018/hyperlinkcolor" val="tx"/>
                    </a:ext>
                  </a:extLst>
                </a:hlinkClick>
              </a:rPr>
              <a:t>实验报告与答辩</a:t>
            </a:r>
            <a:endParaRPr lang="en-US" altLang="zh-CN" dirty="0"/>
          </a:p>
          <a:p>
            <a:r>
              <a:rPr lang="zh-CN" altLang="en-US" dirty="0">
                <a:hlinkClick r:id="rId3" action="ppaction://hlinksldjump">
                  <a:extLst>
                    <a:ext uri="{A12FA001-AC4F-418D-AE19-62706E023703}">
                      <ahyp:hlinkClr xmlns:ahyp="http://schemas.microsoft.com/office/drawing/2018/hyperlinkcolor" val="tx"/>
                    </a:ext>
                  </a:extLst>
                </a:hlinkClick>
              </a:rPr>
              <a:t>理论课内容</a:t>
            </a:r>
            <a:endParaRPr lang="en-US" altLang="zh-CN" dirty="0"/>
          </a:p>
          <a:p>
            <a:r>
              <a:rPr lang="zh-CN" altLang="en-US" dirty="0">
                <a:hlinkClick r:id="rId4" action="ppaction://hlinksldjump">
                  <a:extLst>
                    <a:ext uri="{A12FA001-AC4F-418D-AE19-62706E023703}">
                      <ahyp:hlinkClr xmlns:ahyp="http://schemas.microsoft.com/office/drawing/2018/hyperlinkcolor" val="tx"/>
                    </a:ext>
                  </a:extLst>
                </a:hlinkClick>
              </a:rPr>
              <a:t>期末提交内容</a:t>
            </a:r>
            <a:endParaRPr lang="en-US" altLang="zh-CN" dirty="0"/>
          </a:p>
          <a:p>
            <a:r>
              <a:rPr lang="en-US" altLang="zh-CN" dirty="0">
                <a:hlinkClick r:id="rId5" action="ppaction://hlinksldjump">
                  <a:extLst>
                    <a:ext uri="{A12FA001-AC4F-418D-AE19-62706E023703}">
                      <ahyp:hlinkClr xmlns:ahyp="http://schemas.microsoft.com/office/drawing/2018/hyperlinkcolor" val="tx"/>
                    </a:ext>
                  </a:extLst>
                </a:hlinkClick>
              </a:rPr>
              <a:t>Lex</a:t>
            </a:r>
            <a:r>
              <a:rPr lang="zh-CN" altLang="en-US" dirty="0"/>
              <a:t>输入文件格式解析</a:t>
            </a:r>
            <a:endParaRPr lang="en-US" altLang="zh-CN" dirty="0"/>
          </a:p>
          <a:p>
            <a:pPr lvl="1"/>
            <a:r>
              <a:rPr lang="en-US" altLang="zh-CN" dirty="0">
                <a:hlinkClick r:id="rId5" action="ppaction://hlinksldjump">
                  <a:extLst>
                    <a:ext uri="{A12FA001-AC4F-418D-AE19-62706E023703}">
                      <ahyp:hlinkClr xmlns:ahyp="http://schemas.microsoft.com/office/drawing/2018/hyperlinkcolor" val="tx"/>
                    </a:ext>
                  </a:extLst>
                </a:hlinkClick>
              </a:rPr>
              <a:t>Lex Source Definitions</a:t>
            </a:r>
            <a:endParaRPr lang="en-US" altLang="zh-CN" dirty="0"/>
          </a:p>
          <a:p>
            <a:pPr lvl="1"/>
            <a:r>
              <a:rPr lang="en-US" altLang="zh-CN" dirty="0">
                <a:hlinkClick r:id="rId6" action="ppaction://hlinksldjump">
                  <a:extLst>
                    <a:ext uri="{A12FA001-AC4F-418D-AE19-62706E023703}">
                      <ahyp:hlinkClr xmlns:ahyp="http://schemas.microsoft.com/office/drawing/2018/hyperlinkcolor" val="tx"/>
                    </a:ext>
                  </a:extLst>
                </a:hlinkClick>
              </a:rPr>
              <a:t>Lex Actions</a:t>
            </a:r>
            <a:endParaRPr lang="en-US" altLang="zh-CN" dirty="0"/>
          </a:p>
          <a:p>
            <a:pPr lvl="1"/>
            <a:r>
              <a:rPr lang="en-US" altLang="zh-CN" dirty="0">
                <a:hlinkClick r:id="rId7" action="ppaction://hlinksldjump">
                  <a:extLst>
                    <a:ext uri="{A12FA001-AC4F-418D-AE19-62706E023703}">
                      <ahyp:hlinkClr xmlns:ahyp="http://schemas.microsoft.com/office/drawing/2018/hyperlinkcolor" val="tx"/>
                    </a:ext>
                  </a:extLst>
                </a:hlinkClick>
              </a:rPr>
              <a:t>Ambiguous Source Rules</a:t>
            </a:r>
            <a:endParaRPr lang="en-US" altLang="zh-CN" dirty="0"/>
          </a:p>
          <a:p>
            <a:r>
              <a:rPr lang="en-US" altLang="zh-CN" dirty="0">
                <a:hlinkClick r:id="rId8" action="ppaction://hlinksldjump">
                  <a:extLst>
                    <a:ext uri="{A12FA001-AC4F-418D-AE19-62706E023703}">
                      <ahyp:hlinkClr xmlns:ahyp="http://schemas.microsoft.com/office/drawing/2018/hyperlinkcolor" val="tx"/>
                    </a:ext>
                  </a:extLst>
                </a:hlinkClick>
              </a:rPr>
              <a:t>Lex</a:t>
            </a:r>
            <a:r>
              <a:rPr lang="zh-CN" altLang="en-US" dirty="0">
                <a:hlinkClick r:id="rId8" action="ppaction://hlinksldjump">
                  <a:extLst>
                    <a:ext uri="{A12FA001-AC4F-418D-AE19-62706E023703}">
                      <ahyp:hlinkClr xmlns:ahyp="http://schemas.microsoft.com/office/drawing/2018/hyperlinkcolor" val="tx"/>
                    </a:ext>
                  </a:extLst>
                </a:hlinkClick>
              </a:rPr>
              <a:t>输入文件处理的基本流程</a:t>
            </a:r>
            <a:endParaRPr lang="en-US" altLang="zh-CN" dirty="0"/>
          </a:p>
          <a:p>
            <a:pPr lvl="1"/>
            <a:r>
              <a:rPr lang="zh-CN" altLang="en-US" dirty="0">
                <a:hlinkClick r:id="rId9" action="ppaction://hlinksldjump">
                  <a:extLst>
                    <a:ext uri="{A12FA001-AC4F-418D-AE19-62706E023703}">
                      <ahyp:hlinkClr xmlns:ahyp="http://schemas.microsoft.com/office/drawing/2018/hyperlinkcolor" val="tx"/>
                    </a:ext>
                  </a:extLst>
                </a:hlinkClick>
              </a:rPr>
              <a:t>扩展的</a:t>
            </a:r>
            <a:r>
              <a:rPr lang="en-US" altLang="zh-CN" dirty="0">
                <a:hlinkClick r:id="rId9" action="ppaction://hlinksldjump">
                  <a:extLst>
                    <a:ext uri="{A12FA001-AC4F-418D-AE19-62706E023703}">
                      <ahyp:hlinkClr xmlns:ahyp="http://schemas.microsoft.com/office/drawing/2018/hyperlinkcolor" val="tx"/>
                    </a:ext>
                  </a:extLst>
                </a:hlinkClick>
              </a:rPr>
              <a:t>RE</a:t>
            </a:r>
            <a:r>
              <a:rPr lang="zh-CN" altLang="en-US" dirty="0">
                <a:hlinkClick r:id="rId9" action="ppaction://hlinksldjump">
                  <a:extLst>
                    <a:ext uri="{A12FA001-AC4F-418D-AE19-62706E023703}">
                      <ahyp:hlinkClr xmlns:ahyp="http://schemas.microsoft.com/office/drawing/2018/hyperlinkcolor" val="tx"/>
                    </a:ext>
                  </a:extLst>
                </a:hlinkClick>
              </a:rPr>
              <a:t>转普通</a:t>
            </a:r>
            <a:r>
              <a:rPr lang="en-US" altLang="zh-CN" dirty="0">
                <a:hlinkClick r:id="rId9" action="ppaction://hlinksldjump">
                  <a:extLst>
                    <a:ext uri="{A12FA001-AC4F-418D-AE19-62706E023703}">
                      <ahyp:hlinkClr xmlns:ahyp="http://schemas.microsoft.com/office/drawing/2018/hyperlinkcolor" val="tx"/>
                    </a:ext>
                  </a:extLst>
                </a:hlinkClick>
              </a:rPr>
              <a:t>RE</a:t>
            </a:r>
            <a:endParaRPr lang="en-US" altLang="zh-CN" dirty="0"/>
          </a:p>
          <a:p>
            <a:pPr lvl="1"/>
            <a:r>
              <a:rPr lang="zh-CN" altLang="en-US" dirty="0">
                <a:hlinkClick r:id="rId10" action="ppaction://hlinksldjump">
                  <a:extLst>
                    <a:ext uri="{A12FA001-AC4F-418D-AE19-62706E023703}">
                      <ahyp:hlinkClr xmlns:ahyp="http://schemas.microsoft.com/office/drawing/2018/hyperlinkcolor" val="tx"/>
                    </a:ext>
                  </a:extLst>
                </a:hlinkClick>
              </a:rPr>
              <a:t>把扩展的</a:t>
            </a:r>
            <a:r>
              <a:rPr lang="en-US" altLang="zh-CN" dirty="0">
                <a:hlinkClick r:id="rId10" action="ppaction://hlinksldjump">
                  <a:extLst>
                    <a:ext uri="{A12FA001-AC4F-418D-AE19-62706E023703}">
                      <ahyp:hlinkClr xmlns:ahyp="http://schemas.microsoft.com/office/drawing/2018/hyperlinkcolor" val="tx"/>
                    </a:ext>
                  </a:extLst>
                </a:hlinkClick>
              </a:rPr>
              <a:t>RE</a:t>
            </a:r>
            <a:r>
              <a:rPr lang="zh-CN" altLang="en-US" dirty="0">
                <a:hlinkClick r:id="rId10" action="ppaction://hlinksldjump">
                  <a:extLst>
                    <a:ext uri="{A12FA001-AC4F-418D-AE19-62706E023703}">
                      <ahyp:hlinkClr xmlns:ahyp="http://schemas.microsoft.com/office/drawing/2018/hyperlinkcolor" val="tx"/>
                    </a:ext>
                  </a:extLst>
                </a:hlinkClick>
              </a:rPr>
              <a:t>直接转换成</a:t>
            </a:r>
            <a:r>
              <a:rPr lang="en-US" altLang="zh-CN" dirty="0">
                <a:hlinkClick r:id="rId10" action="ppaction://hlinksldjump">
                  <a:extLst>
                    <a:ext uri="{A12FA001-AC4F-418D-AE19-62706E023703}">
                      <ahyp:hlinkClr xmlns:ahyp="http://schemas.microsoft.com/office/drawing/2018/hyperlinkcolor" val="tx"/>
                    </a:ext>
                  </a:extLst>
                </a:hlinkClick>
              </a:rPr>
              <a:t>NFA</a:t>
            </a:r>
            <a:endParaRPr lang="en-US" altLang="zh-CN" dirty="0"/>
          </a:p>
          <a:p>
            <a:r>
              <a:rPr lang="zh-CN" altLang="en-US" dirty="0">
                <a:hlinkClick r:id="rId11" action="ppaction://hlinksldjump">
                  <a:extLst>
                    <a:ext uri="{A12FA001-AC4F-418D-AE19-62706E023703}">
                      <ahyp:hlinkClr xmlns:ahyp="http://schemas.microsoft.com/office/drawing/2018/hyperlinkcolor" val="tx"/>
                    </a:ext>
                  </a:extLst>
                </a:hlinkClick>
              </a:rPr>
              <a:t>算符优先分析法</a:t>
            </a:r>
            <a:endParaRPr lang="en-US" altLang="zh-CN" dirty="0"/>
          </a:p>
          <a:p>
            <a:endParaRPr lang="en-US" altLang="zh-CN" dirty="0">
              <a:solidFill>
                <a:srgbClr val="0070C0"/>
              </a:solidFill>
            </a:endParaRPr>
          </a:p>
          <a:p>
            <a:endParaRPr lang="en-US" altLang="zh-CN" dirty="0">
              <a:solidFill>
                <a:srgbClr val="0070C0"/>
              </a:solidFill>
            </a:endParaRPr>
          </a:p>
          <a:p>
            <a:endParaRPr lang="en-US" altLang="zh-CN" dirty="0">
              <a:solidFill>
                <a:srgbClr val="0070C0"/>
              </a:solidFill>
            </a:endParaRPr>
          </a:p>
          <a:p>
            <a:endParaRPr lang="zh-CN" altLang="en-US" dirty="0"/>
          </a:p>
          <a:p>
            <a:endParaRPr lang="zh-CN" altLang="en-US" dirty="0"/>
          </a:p>
        </p:txBody>
      </p:sp>
    </p:spTree>
    <p:extLst>
      <p:ext uri="{BB962C8B-B14F-4D97-AF65-F5344CB8AC3E}">
        <p14:creationId xmlns:p14="http://schemas.microsoft.com/office/powerpoint/2010/main" val="4141084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89F76C-135E-4B3F-AC48-B31AED5505AC}"/>
              </a:ext>
            </a:extLst>
          </p:cNvPr>
          <p:cNvSpPr>
            <a:spLocks noGrp="1"/>
          </p:cNvSpPr>
          <p:nvPr>
            <p:ph type="title"/>
          </p:nvPr>
        </p:nvSpPr>
        <p:spPr/>
        <p:txBody>
          <a:bodyPr/>
          <a:lstStyle/>
          <a:p>
            <a:r>
              <a:rPr lang="zh-CN" altLang="en-US" dirty="0"/>
              <a:t>目录</a:t>
            </a:r>
          </a:p>
        </p:txBody>
      </p:sp>
      <p:sp>
        <p:nvSpPr>
          <p:cNvPr id="3" name="内容占位符 2">
            <a:extLst>
              <a:ext uri="{FF2B5EF4-FFF2-40B4-BE49-F238E27FC236}">
                <a16:creationId xmlns:a16="http://schemas.microsoft.com/office/drawing/2014/main" id="{059E698E-EA43-4861-96B0-6B74E0AC797C}"/>
              </a:ext>
            </a:extLst>
          </p:cNvPr>
          <p:cNvSpPr>
            <a:spLocks noGrp="1"/>
          </p:cNvSpPr>
          <p:nvPr>
            <p:ph idx="1"/>
          </p:nvPr>
        </p:nvSpPr>
        <p:spPr/>
        <p:txBody>
          <a:bodyPr/>
          <a:lstStyle/>
          <a:p>
            <a:r>
              <a:rPr lang="en-US" altLang="zh-CN" dirty="0">
                <a:hlinkClick r:id="rId2" action="ppaction://hlinksldjump">
                  <a:extLst>
                    <a:ext uri="{A12FA001-AC4F-418D-AE19-62706E023703}">
                      <ahyp:hlinkClr xmlns:ahyp="http://schemas.microsoft.com/office/drawing/2018/hyperlinkcolor" val="tx"/>
                    </a:ext>
                  </a:extLst>
                </a:hlinkClick>
              </a:rPr>
              <a:t>Yacc</a:t>
            </a:r>
            <a:endParaRPr lang="en-US" altLang="zh-CN" dirty="0"/>
          </a:p>
          <a:p>
            <a:pPr lvl="1"/>
            <a:r>
              <a:rPr lang="en-US" altLang="zh-CN" dirty="0">
                <a:hlinkClick r:id="rId3" action="ppaction://hlinksldjump">
                  <a:extLst>
                    <a:ext uri="{A12FA001-AC4F-418D-AE19-62706E023703}">
                      <ahyp:hlinkClr xmlns:ahyp="http://schemas.microsoft.com/office/drawing/2018/hyperlinkcolor" val="tx"/>
                    </a:ext>
                  </a:extLst>
                </a:hlinkClick>
              </a:rPr>
              <a:t>The Definitions Section of </a:t>
            </a:r>
            <a:r>
              <a:rPr lang="en-US" altLang="zh-CN" dirty="0" err="1">
                <a:hlinkClick r:id="rId3" action="ppaction://hlinksldjump">
                  <a:extLst>
                    <a:ext uri="{A12FA001-AC4F-418D-AE19-62706E023703}">
                      <ahyp:hlinkClr xmlns:ahyp="http://schemas.microsoft.com/office/drawing/2018/hyperlinkcolor" val="tx"/>
                    </a:ext>
                  </a:extLst>
                </a:hlinkClick>
              </a:rPr>
              <a:t>Yacc</a:t>
            </a:r>
            <a:endParaRPr lang="en-US" altLang="zh-CN" dirty="0"/>
          </a:p>
          <a:p>
            <a:pPr lvl="1"/>
            <a:r>
              <a:rPr lang="en-US" altLang="zh-CN" dirty="0">
                <a:hlinkClick r:id="rId4" action="ppaction://hlinksldjump">
                  <a:extLst>
                    <a:ext uri="{A12FA001-AC4F-418D-AE19-62706E023703}">
                      <ahyp:hlinkClr xmlns:ahyp="http://schemas.microsoft.com/office/drawing/2018/hyperlinkcolor" val="tx"/>
                    </a:ext>
                  </a:extLst>
                </a:hlinkClick>
              </a:rPr>
              <a:t>The Rules Section of Yacc</a:t>
            </a:r>
            <a:endParaRPr lang="en-US" altLang="zh-CN" dirty="0"/>
          </a:p>
          <a:p>
            <a:pPr lvl="2"/>
            <a:r>
              <a:rPr lang="en-US" altLang="zh-CN" dirty="0">
                <a:hlinkClick r:id="rId5" action="ppaction://hlinksldjump">
                  <a:extLst>
                    <a:ext uri="{A12FA001-AC4F-418D-AE19-62706E023703}">
                      <ahyp:hlinkClr xmlns:ahyp="http://schemas.microsoft.com/office/drawing/2018/hyperlinkcolor" val="tx"/>
                    </a:ext>
                  </a:extLst>
                </a:hlinkClick>
              </a:rPr>
              <a:t>Actions</a:t>
            </a:r>
            <a:endParaRPr lang="en-US" altLang="zh-CN" dirty="0"/>
          </a:p>
          <a:p>
            <a:r>
              <a:rPr lang="zh-CN" altLang="en-US" dirty="0">
                <a:hlinkClick r:id="rId6" action="ppaction://hlinksldjump">
                  <a:extLst>
                    <a:ext uri="{A12FA001-AC4F-418D-AE19-62706E023703}">
                      <ahyp:hlinkClr xmlns:ahyp="http://schemas.microsoft.com/office/drawing/2018/hyperlinkcolor" val="tx"/>
                    </a:ext>
                  </a:extLst>
                </a:hlinkClick>
              </a:rPr>
              <a:t>正规式到</a:t>
            </a:r>
            <a:r>
              <a:rPr lang="en-US" altLang="zh-CN" dirty="0">
                <a:hlinkClick r:id="rId6" action="ppaction://hlinksldjump">
                  <a:extLst>
                    <a:ext uri="{A12FA001-AC4F-418D-AE19-62706E023703}">
                      <ahyp:hlinkClr xmlns:ahyp="http://schemas.microsoft.com/office/drawing/2018/hyperlinkcolor" val="tx"/>
                    </a:ext>
                  </a:extLst>
                </a:hlinkClick>
              </a:rPr>
              <a:t>NFA</a:t>
            </a:r>
            <a:r>
              <a:rPr lang="zh-CN" altLang="en-US" dirty="0">
                <a:hlinkClick r:id="rId6" action="ppaction://hlinksldjump">
                  <a:extLst>
                    <a:ext uri="{A12FA001-AC4F-418D-AE19-62706E023703}">
                      <ahyp:hlinkClr xmlns:ahyp="http://schemas.microsoft.com/office/drawing/2018/hyperlinkcolor" val="tx"/>
                    </a:ext>
                  </a:extLst>
                </a:hlinkClick>
              </a:rPr>
              <a:t>的转换</a:t>
            </a:r>
            <a:endParaRPr lang="en-US" altLang="zh-CN" dirty="0"/>
          </a:p>
          <a:p>
            <a:r>
              <a:rPr lang="zh-CN" altLang="en-US" dirty="0">
                <a:hlinkClick r:id="rId7" action="ppaction://hlinksldjump">
                  <a:extLst>
                    <a:ext uri="{A12FA001-AC4F-418D-AE19-62706E023703}">
                      <ahyp:hlinkClr xmlns:ahyp="http://schemas.microsoft.com/office/drawing/2018/hyperlinkcolor" val="tx"/>
                    </a:ext>
                  </a:extLst>
                </a:hlinkClick>
              </a:rPr>
              <a:t>多个</a:t>
            </a:r>
            <a:r>
              <a:rPr lang="en-US" altLang="zh-CN" dirty="0">
                <a:hlinkClick r:id="rId7" action="ppaction://hlinksldjump">
                  <a:extLst>
                    <a:ext uri="{A12FA001-AC4F-418D-AE19-62706E023703}">
                      <ahyp:hlinkClr xmlns:ahyp="http://schemas.microsoft.com/office/drawing/2018/hyperlinkcolor" val="tx"/>
                    </a:ext>
                  </a:extLst>
                </a:hlinkClick>
              </a:rPr>
              <a:t>NFA</a:t>
            </a:r>
            <a:r>
              <a:rPr lang="zh-CN" altLang="en-US" dirty="0">
                <a:hlinkClick r:id="rId7" action="ppaction://hlinksldjump">
                  <a:extLst>
                    <a:ext uri="{A12FA001-AC4F-418D-AE19-62706E023703}">
                      <ahyp:hlinkClr xmlns:ahyp="http://schemas.microsoft.com/office/drawing/2018/hyperlinkcolor" val="tx"/>
                    </a:ext>
                  </a:extLst>
                </a:hlinkClick>
              </a:rPr>
              <a:t>的合并</a:t>
            </a:r>
            <a:endParaRPr lang="en-US" altLang="zh-CN" dirty="0"/>
          </a:p>
          <a:p>
            <a:r>
              <a:rPr lang="zh-CN" altLang="en-US" dirty="0">
                <a:hlinkClick r:id="rId8" action="ppaction://hlinksldjump">
                  <a:extLst>
                    <a:ext uri="{A12FA001-AC4F-418D-AE19-62706E023703}">
                      <ahyp:hlinkClr xmlns:ahyp="http://schemas.microsoft.com/office/drawing/2018/hyperlinkcolor" val="tx"/>
                    </a:ext>
                  </a:extLst>
                </a:hlinkClick>
              </a:rPr>
              <a:t>确定化与最小化</a:t>
            </a:r>
            <a:endParaRPr lang="en-US" altLang="zh-CN" dirty="0"/>
          </a:p>
          <a:p>
            <a:endParaRPr lang="zh-CN" altLang="en-US" dirty="0"/>
          </a:p>
        </p:txBody>
      </p:sp>
    </p:spTree>
    <p:extLst>
      <p:ext uri="{BB962C8B-B14F-4D97-AF65-F5344CB8AC3E}">
        <p14:creationId xmlns:p14="http://schemas.microsoft.com/office/powerpoint/2010/main" val="23702958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CBEDAE-80D4-41B2-9649-583025F44650}"/>
              </a:ext>
            </a:extLst>
          </p:cNvPr>
          <p:cNvSpPr>
            <a:spLocks noGrp="1"/>
          </p:cNvSpPr>
          <p:nvPr>
            <p:ph type="title"/>
          </p:nvPr>
        </p:nvSpPr>
        <p:spPr/>
        <p:txBody>
          <a:bodyPr/>
          <a:lstStyle/>
          <a:p>
            <a:r>
              <a:rPr lang="zh-CN" altLang="en-US" dirty="0"/>
              <a:t>目录</a:t>
            </a:r>
          </a:p>
        </p:txBody>
      </p:sp>
      <p:sp>
        <p:nvSpPr>
          <p:cNvPr id="3" name="内容占位符 2">
            <a:extLst>
              <a:ext uri="{FF2B5EF4-FFF2-40B4-BE49-F238E27FC236}">
                <a16:creationId xmlns:a16="http://schemas.microsoft.com/office/drawing/2014/main" id="{5183070B-8513-44A6-B4EA-ACF43DC37BDC}"/>
              </a:ext>
            </a:extLst>
          </p:cNvPr>
          <p:cNvSpPr>
            <a:spLocks noGrp="1"/>
          </p:cNvSpPr>
          <p:nvPr>
            <p:ph idx="1"/>
          </p:nvPr>
        </p:nvSpPr>
        <p:spPr/>
        <p:txBody>
          <a:bodyPr/>
          <a:lstStyle/>
          <a:p>
            <a:r>
              <a:rPr lang="zh-CN" altLang="en-US" dirty="0">
                <a:hlinkClick r:id="rId2" action="ppaction://hlinksldjump">
                  <a:extLst>
                    <a:ext uri="{A12FA001-AC4F-418D-AE19-62706E023703}">
                      <ahyp:hlinkClr xmlns:ahyp="http://schemas.microsoft.com/office/drawing/2018/hyperlinkcolor" val="tx"/>
                    </a:ext>
                  </a:extLst>
                </a:hlinkClick>
              </a:rPr>
              <a:t>语法分析</a:t>
            </a:r>
            <a:r>
              <a:rPr lang="zh-CN" altLang="en-US" dirty="0"/>
              <a:t>基本流程</a:t>
            </a:r>
            <a:endParaRPr lang="en-US" altLang="zh-CN" dirty="0"/>
          </a:p>
          <a:p>
            <a:r>
              <a:rPr lang="en-US" altLang="zh-CN" dirty="0">
                <a:hlinkClick r:id="rId3" action="ppaction://hlinksldjump">
                  <a:extLst>
                    <a:ext uri="{A12FA001-AC4F-418D-AE19-62706E023703}">
                      <ahyp:hlinkClr xmlns:ahyp="http://schemas.microsoft.com/office/drawing/2018/hyperlinkcolor" val="tx"/>
                    </a:ext>
                  </a:extLst>
                </a:hlinkClick>
              </a:rPr>
              <a:t>LALR (lookahead-LR) Parsing</a:t>
            </a:r>
            <a:endParaRPr lang="en-US" altLang="zh-CN" dirty="0"/>
          </a:p>
          <a:p>
            <a:r>
              <a:rPr lang="zh-CN" altLang="en-US" dirty="0">
                <a:hlinkClick r:id="rId4" action="ppaction://hlinksldjump">
                  <a:extLst>
                    <a:ext uri="{A12FA001-AC4F-418D-AE19-62706E023703}">
                      <ahyp:hlinkClr xmlns:ahyp="http://schemas.microsoft.com/office/drawing/2018/hyperlinkcolor" val="tx"/>
                    </a:ext>
                  </a:extLst>
                </a:hlinkClick>
              </a:rPr>
              <a:t>语义分析</a:t>
            </a:r>
            <a:endParaRPr lang="en-US" altLang="zh-CN" dirty="0"/>
          </a:p>
          <a:p>
            <a:pPr lvl="1"/>
            <a:r>
              <a:rPr lang="zh-CN" altLang="en-US" dirty="0">
                <a:hlinkClick r:id="rId5" action="ppaction://hlinksldjump">
                  <a:extLst>
                    <a:ext uri="{A12FA001-AC4F-418D-AE19-62706E023703}">
                      <ahyp:hlinkClr xmlns:ahyp="http://schemas.microsoft.com/office/drawing/2018/hyperlinkcolor" val="tx"/>
                    </a:ext>
                  </a:extLst>
                </a:hlinkClick>
              </a:rPr>
              <a:t>声明语句的处理</a:t>
            </a:r>
            <a:endParaRPr lang="en-US" altLang="zh-CN" dirty="0"/>
          </a:p>
          <a:p>
            <a:pPr lvl="1"/>
            <a:r>
              <a:rPr lang="en-US" altLang="zh-CN" dirty="0">
                <a:hlinkClick r:id="rId6" action="ppaction://hlinksldjump">
                  <a:extLst>
                    <a:ext uri="{A12FA001-AC4F-418D-AE19-62706E023703}">
                      <ahyp:hlinkClr xmlns:ahyp="http://schemas.microsoft.com/office/drawing/2018/hyperlinkcolor" val="tx"/>
                    </a:ext>
                  </a:extLst>
                </a:hlinkClick>
              </a:rPr>
              <a:t>LLVM IR</a:t>
            </a:r>
            <a:endParaRPr lang="en-US" altLang="zh-CN" dirty="0"/>
          </a:p>
          <a:p>
            <a:pPr lvl="2"/>
            <a:r>
              <a:rPr lang="en-US" altLang="zh-CN" dirty="0">
                <a:hlinkClick r:id="rId6" action="ppaction://hlinksldjump">
                  <a:extLst>
                    <a:ext uri="{A12FA001-AC4F-418D-AE19-62706E023703}">
                      <ahyp:hlinkClr xmlns:ahyp="http://schemas.microsoft.com/office/drawing/2018/hyperlinkcolor" val="tx"/>
                    </a:ext>
                  </a:extLst>
                </a:hlinkClick>
              </a:rPr>
              <a:t>LLVM IR</a:t>
            </a:r>
            <a:r>
              <a:rPr lang="zh-CN" altLang="en-US" dirty="0">
                <a:hlinkClick r:id="rId6" action="ppaction://hlinksldjump">
                  <a:extLst>
                    <a:ext uri="{A12FA001-AC4F-418D-AE19-62706E023703}">
                      <ahyp:hlinkClr xmlns:ahyp="http://schemas.microsoft.com/office/drawing/2018/hyperlinkcolor" val="tx"/>
                    </a:ext>
                  </a:extLst>
                </a:hlinkClick>
              </a:rPr>
              <a:t>的形式</a:t>
            </a:r>
            <a:endParaRPr lang="en-US" altLang="zh-CN" dirty="0"/>
          </a:p>
          <a:p>
            <a:pPr lvl="2"/>
            <a:r>
              <a:rPr lang="zh-CN" altLang="en-US" dirty="0">
                <a:hlinkClick r:id="rId7" action="ppaction://hlinksldjump">
                  <a:extLst>
                    <a:ext uri="{A12FA001-AC4F-418D-AE19-62706E023703}">
                      <ahyp:hlinkClr xmlns:ahyp="http://schemas.microsoft.com/office/drawing/2018/hyperlinkcolor" val="tx"/>
                    </a:ext>
                  </a:extLst>
                </a:hlinkClick>
              </a:rPr>
              <a:t>编写自定义的 </a:t>
            </a:r>
            <a:r>
              <a:rPr lang="en-US" altLang="zh-CN" dirty="0">
                <a:hlinkClick r:id="rId7" action="ppaction://hlinksldjump">
                  <a:extLst>
                    <a:ext uri="{A12FA001-AC4F-418D-AE19-62706E023703}">
                      <ahyp:hlinkClr xmlns:ahyp="http://schemas.microsoft.com/office/drawing/2018/hyperlinkcolor" val="tx"/>
                    </a:ext>
                  </a:extLst>
                </a:hlinkClick>
              </a:rPr>
              <a:t>LLVM IR </a:t>
            </a:r>
            <a:r>
              <a:rPr lang="zh-CN" altLang="en-US" dirty="0">
                <a:hlinkClick r:id="rId7" action="ppaction://hlinksldjump">
                  <a:extLst>
                    <a:ext uri="{A12FA001-AC4F-418D-AE19-62706E023703}">
                      <ahyp:hlinkClr xmlns:ahyp="http://schemas.microsoft.com/office/drawing/2018/hyperlinkcolor" val="tx"/>
                    </a:ext>
                  </a:extLst>
                </a:hlinkClick>
              </a:rPr>
              <a:t>生成器</a:t>
            </a:r>
            <a:endParaRPr lang="en-US" altLang="zh-CN" dirty="0"/>
          </a:p>
          <a:p>
            <a:pPr lvl="1"/>
            <a:r>
              <a:rPr lang="zh-CN" altLang="en-US" dirty="0">
                <a:hlinkClick r:id="rId8" action="ppaction://hlinksldjump">
                  <a:extLst>
                    <a:ext uri="{A12FA001-AC4F-418D-AE19-62706E023703}">
                      <ahyp:hlinkClr xmlns:ahyp="http://schemas.microsoft.com/office/drawing/2018/hyperlinkcolor" val="tx"/>
                    </a:ext>
                  </a:extLst>
                </a:hlinkClick>
              </a:rPr>
              <a:t>中间表示：</a:t>
            </a:r>
            <a:r>
              <a:rPr lang="en-US" altLang="zh-CN" dirty="0" err="1">
                <a:hlinkClick r:id="rId8" action="ppaction://hlinksldjump">
                  <a:extLst>
                    <a:ext uri="{A12FA001-AC4F-418D-AE19-62706E023703}">
                      <ahyp:hlinkClr xmlns:ahyp="http://schemas.microsoft.com/office/drawing/2018/hyperlinkcolor" val="tx"/>
                    </a:ext>
                  </a:extLst>
                </a:hlinkClick>
              </a:rPr>
              <a:t>Jimple</a:t>
            </a:r>
            <a:endParaRPr lang="en-US" altLang="zh-CN" dirty="0"/>
          </a:p>
          <a:p>
            <a:pPr lvl="2"/>
            <a:r>
              <a:rPr lang="en-US" altLang="zh-CN" dirty="0">
                <a:hlinkClick r:id="rId9" action="ppaction://hlinksldjump">
                  <a:extLst>
                    <a:ext uri="{A12FA001-AC4F-418D-AE19-62706E023703}">
                      <ahyp:hlinkClr xmlns:ahyp="http://schemas.microsoft.com/office/drawing/2018/hyperlinkcolor" val="tx"/>
                    </a:ext>
                  </a:extLst>
                </a:hlinkClick>
              </a:rPr>
              <a:t>References</a:t>
            </a:r>
            <a:endParaRPr lang="en-US" altLang="zh-CN" dirty="0"/>
          </a:p>
          <a:p>
            <a:pPr lvl="2"/>
            <a:r>
              <a:rPr lang="en-US" altLang="zh-CN" dirty="0" err="1">
                <a:hlinkClick r:id="rId10" action="ppaction://hlinksldjump">
                  <a:extLst>
                    <a:ext uri="{A12FA001-AC4F-418D-AE19-62706E023703}">
                      <ahyp:hlinkClr xmlns:ahyp="http://schemas.microsoft.com/office/drawing/2018/hyperlinkcolor" val="tx"/>
                    </a:ext>
                  </a:extLst>
                </a:hlinkClick>
              </a:rPr>
              <a:t>Jimple</a:t>
            </a:r>
            <a:r>
              <a:rPr lang="zh-CN" altLang="en-US" dirty="0">
                <a:hlinkClick r:id="rId10" action="ppaction://hlinksldjump">
                  <a:extLst>
                    <a:ext uri="{A12FA001-AC4F-418D-AE19-62706E023703}">
                      <ahyp:hlinkClr xmlns:ahyp="http://schemas.microsoft.com/office/drawing/2018/hyperlinkcolor" val="tx"/>
                    </a:ext>
                  </a:extLst>
                </a:hlinkClick>
              </a:rPr>
              <a:t>的语法成分</a:t>
            </a:r>
            <a:endParaRPr lang="en-US" altLang="zh-CN" dirty="0"/>
          </a:p>
          <a:p>
            <a:pPr lvl="2"/>
            <a:r>
              <a:rPr lang="en-US" altLang="zh-CN" dirty="0">
                <a:hlinkClick r:id="rId11" action="ppaction://hlinksldjump">
                  <a:extLst>
                    <a:ext uri="{A12FA001-AC4F-418D-AE19-62706E023703}">
                      <ahyp:hlinkClr xmlns:ahyp="http://schemas.microsoft.com/office/drawing/2018/hyperlinkcolor" val="tx"/>
                    </a:ext>
                  </a:extLst>
                </a:hlinkClick>
              </a:rPr>
              <a:t>APIs to create </a:t>
            </a:r>
            <a:r>
              <a:rPr lang="en-US" altLang="zh-CN" dirty="0" err="1">
                <a:hlinkClick r:id="rId11" action="ppaction://hlinksldjump">
                  <a:extLst>
                    <a:ext uri="{A12FA001-AC4F-418D-AE19-62706E023703}">
                      <ahyp:hlinkClr xmlns:ahyp="http://schemas.microsoft.com/office/drawing/2018/hyperlinkcolor" val="tx"/>
                    </a:ext>
                  </a:extLst>
                </a:hlinkClick>
              </a:rPr>
              <a:t>Jimple</a:t>
            </a:r>
            <a:r>
              <a:rPr lang="en-US" altLang="zh-CN" dirty="0">
                <a:hlinkClick r:id="rId11" action="ppaction://hlinksldjump">
                  <a:extLst>
                    <a:ext uri="{A12FA001-AC4F-418D-AE19-62706E023703}">
                      <ahyp:hlinkClr xmlns:ahyp="http://schemas.microsoft.com/office/drawing/2018/hyperlinkcolor" val="tx"/>
                    </a:ext>
                  </a:extLst>
                </a:hlinkClick>
              </a:rPr>
              <a:t> Codes</a:t>
            </a:r>
            <a:endParaRPr lang="en-US" altLang="zh-CN" dirty="0"/>
          </a:p>
          <a:p>
            <a:pPr lvl="2"/>
            <a:r>
              <a:rPr lang="en-US" altLang="zh-CN" dirty="0" err="1">
                <a:hlinkClick r:id="rId12" action="ppaction://hlinksldjump">
                  <a:extLst>
                    <a:ext uri="{A12FA001-AC4F-418D-AE19-62706E023703}">
                      <ahyp:hlinkClr xmlns:ahyp="http://schemas.microsoft.com/office/drawing/2018/hyperlinkcolor" val="tx"/>
                    </a:ext>
                  </a:extLst>
                </a:hlinkClick>
              </a:rPr>
              <a:t>Jimple</a:t>
            </a:r>
            <a:r>
              <a:rPr lang="en-US" altLang="zh-CN" dirty="0">
                <a:hlinkClick r:id="rId12" action="ppaction://hlinksldjump">
                  <a:extLst>
                    <a:ext uri="{A12FA001-AC4F-418D-AE19-62706E023703}">
                      <ahyp:hlinkClr xmlns:ahyp="http://schemas.microsoft.com/office/drawing/2018/hyperlinkcolor" val="tx"/>
                    </a:ext>
                  </a:extLst>
                </a:hlinkClick>
              </a:rPr>
              <a:t> </a:t>
            </a:r>
            <a:r>
              <a:rPr lang="zh-CN" altLang="en-US" dirty="0">
                <a:hlinkClick r:id="rId12" action="ppaction://hlinksldjump">
                  <a:extLst>
                    <a:ext uri="{A12FA001-AC4F-418D-AE19-62706E023703}">
                      <ahyp:hlinkClr xmlns:ahyp="http://schemas.microsoft.com/office/drawing/2018/hyperlinkcolor" val="tx"/>
                    </a:ext>
                  </a:extLst>
                </a:hlinkClick>
              </a:rPr>
              <a:t>代码生成</a:t>
            </a:r>
            <a:endParaRPr lang="en-US" altLang="zh-CN" dirty="0"/>
          </a:p>
          <a:p>
            <a:endParaRPr lang="zh-CN" altLang="en-US" dirty="0"/>
          </a:p>
        </p:txBody>
      </p:sp>
    </p:spTree>
    <p:extLst>
      <p:ext uri="{BB962C8B-B14F-4D97-AF65-F5344CB8AC3E}">
        <p14:creationId xmlns:p14="http://schemas.microsoft.com/office/powerpoint/2010/main" val="37157275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2D33C805-DF49-4D24-BFD7-90CD7903D865}"/>
              </a:ext>
            </a:extLst>
          </p:cNvPr>
          <p:cNvSpPr>
            <a:spLocks noGrp="1" noChangeArrowheads="1"/>
          </p:cNvSpPr>
          <p:nvPr>
            <p:ph type="title"/>
          </p:nvPr>
        </p:nvSpPr>
        <p:spPr/>
        <p:txBody>
          <a:bodyPr/>
          <a:lstStyle/>
          <a:p>
            <a:pPr eaLnBrk="1" hangingPunct="1"/>
            <a:r>
              <a:rPr lang="zh-CN" altLang="en-US" dirty="0"/>
              <a:t>课程主要内容</a:t>
            </a:r>
          </a:p>
        </p:txBody>
      </p:sp>
      <p:sp>
        <p:nvSpPr>
          <p:cNvPr id="9219" name="Rectangle 3">
            <a:extLst>
              <a:ext uri="{FF2B5EF4-FFF2-40B4-BE49-F238E27FC236}">
                <a16:creationId xmlns:a16="http://schemas.microsoft.com/office/drawing/2014/main" id="{A3BA892C-6960-44C7-83A1-DE435BBAE1D7}"/>
              </a:ext>
            </a:extLst>
          </p:cNvPr>
          <p:cNvSpPr>
            <a:spLocks noGrp="1" noChangeArrowheads="1"/>
          </p:cNvSpPr>
          <p:nvPr>
            <p:ph type="body" idx="1"/>
          </p:nvPr>
        </p:nvSpPr>
        <p:spPr/>
        <p:txBody>
          <a:bodyPr/>
          <a:lstStyle/>
          <a:p>
            <a:pPr eaLnBrk="1" hangingPunct="1"/>
            <a:r>
              <a:rPr lang="zh-CN" altLang="en-US" dirty="0"/>
              <a:t>通过自己所设计的工具生成一种程序设计语言（或其子集）的词法和语法分析器</a:t>
            </a:r>
          </a:p>
          <a:p>
            <a:pPr lvl="1" eaLnBrk="1" hangingPunct="1"/>
            <a:r>
              <a:rPr lang="en-US" altLang="zh-CN" dirty="0"/>
              <a:t>Lex</a:t>
            </a:r>
          </a:p>
          <a:p>
            <a:pPr lvl="1" eaLnBrk="1" hangingPunct="1"/>
            <a:r>
              <a:rPr lang="en-US" altLang="zh-CN" dirty="0"/>
              <a:t>Yacc</a:t>
            </a:r>
          </a:p>
          <a:p>
            <a:pPr eaLnBrk="1" hangingPunct="1"/>
            <a:r>
              <a:rPr lang="zh-CN" altLang="en-US" dirty="0"/>
              <a:t>作为测试对象的语言不限（授课以</a:t>
            </a:r>
            <a:r>
              <a:rPr lang="en-US" altLang="zh-CN" dirty="0"/>
              <a:t>c99</a:t>
            </a:r>
            <a:r>
              <a:rPr lang="zh-CN" altLang="en-US" dirty="0"/>
              <a:t>为例）</a:t>
            </a:r>
            <a:endParaRPr lang="en-US" altLang="zh-CN" dirty="0"/>
          </a:p>
          <a:p>
            <a:pPr eaLnBrk="1" hangingPunct="1"/>
            <a:r>
              <a:rPr lang="zh-CN" altLang="en-US" dirty="0"/>
              <a:t>实现工具时所使用的语言不限</a:t>
            </a:r>
            <a:endParaRPr lang="en-US" altLang="zh-CN" dirty="0"/>
          </a:p>
          <a:p>
            <a:pPr eaLnBrk="1" hangingPunct="1"/>
            <a:r>
              <a:rPr lang="zh-CN" altLang="en-US" dirty="0"/>
              <a:t>欢迎使用</a:t>
            </a:r>
            <a:r>
              <a:rPr lang="en-US" altLang="zh-CN" dirty="0"/>
              <a:t>AI</a:t>
            </a:r>
            <a:r>
              <a:rPr lang="zh-CN" altLang="en-US" dirty="0"/>
              <a:t>辅助编程，请在报告中记录所使用的开发平台、</a:t>
            </a:r>
            <a:r>
              <a:rPr lang="en-US" altLang="zh-CN" dirty="0"/>
              <a:t>AI</a:t>
            </a:r>
            <a:r>
              <a:rPr lang="zh-CN" altLang="en-US" dirty="0"/>
              <a:t>工具，记录完整的提示和验证过程。</a:t>
            </a:r>
            <a:endParaRPr lang="en-US" altLang="zh-C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C67CB036-6643-4147-A067-07B63838F3A8}"/>
              </a:ext>
            </a:extLst>
          </p:cNvPr>
          <p:cNvSpPr>
            <a:spLocks noGrp="1" noChangeArrowheads="1"/>
          </p:cNvSpPr>
          <p:nvPr>
            <p:ph type="title"/>
          </p:nvPr>
        </p:nvSpPr>
        <p:spPr/>
        <p:txBody>
          <a:bodyPr/>
          <a:lstStyle/>
          <a:p>
            <a:pPr eaLnBrk="1" hangingPunct="1"/>
            <a:r>
              <a:rPr lang="zh-CN" altLang="en-US" dirty="0"/>
              <a:t>课程主要目的</a:t>
            </a:r>
          </a:p>
        </p:txBody>
      </p:sp>
      <p:sp>
        <p:nvSpPr>
          <p:cNvPr id="6147" name="Rectangle 3">
            <a:extLst>
              <a:ext uri="{FF2B5EF4-FFF2-40B4-BE49-F238E27FC236}">
                <a16:creationId xmlns:a16="http://schemas.microsoft.com/office/drawing/2014/main" id="{CAF6322A-400F-4E2A-98F6-5784ACA062E8}"/>
              </a:ext>
            </a:extLst>
          </p:cNvPr>
          <p:cNvSpPr>
            <a:spLocks noGrp="1" noChangeArrowheads="1"/>
          </p:cNvSpPr>
          <p:nvPr>
            <p:ph type="body" idx="1"/>
          </p:nvPr>
        </p:nvSpPr>
        <p:spPr>
          <a:xfrm>
            <a:off x="357190" y="1052736"/>
            <a:ext cx="8429625" cy="5043264"/>
          </a:xfrm>
        </p:spPr>
        <p:txBody>
          <a:bodyPr/>
          <a:lstStyle/>
          <a:p>
            <a:pPr eaLnBrk="1" hangingPunct="1"/>
            <a:r>
              <a:rPr lang="en-US" altLang="zh-CN" dirty="0"/>
              <a:t>Lex</a:t>
            </a:r>
            <a:r>
              <a:rPr lang="zh-CN" altLang="en-US" dirty="0"/>
              <a:t>和</a:t>
            </a:r>
            <a:r>
              <a:rPr lang="en-US" altLang="zh-CN" dirty="0"/>
              <a:t>Yacc</a:t>
            </a:r>
            <a:r>
              <a:rPr lang="zh-CN" altLang="en-US" dirty="0"/>
              <a:t>都有工具可用，为什么我们还要自己编写？</a:t>
            </a:r>
            <a:endParaRPr lang="en-US" altLang="zh-CN" dirty="0"/>
          </a:p>
          <a:p>
            <a:pPr lvl="1" eaLnBrk="1" hangingPunct="1"/>
            <a:r>
              <a:rPr lang="zh-CN" altLang="en-US" dirty="0"/>
              <a:t>课程设计的目的不是创新，是训练。</a:t>
            </a:r>
            <a:endParaRPr lang="en-US" altLang="zh-CN" dirty="0"/>
          </a:p>
          <a:p>
            <a:pPr lvl="1" eaLnBrk="1" hangingPunct="1"/>
            <a:r>
              <a:rPr lang="zh-CN" altLang="en-US" dirty="0"/>
              <a:t>加深对编译原理及编译程序构造过程的理解</a:t>
            </a:r>
          </a:p>
          <a:p>
            <a:pPr lvl="1" eaLnBrk="1" hangingPunct="1"/>
            <a:r>
              <a:rPr lang="zh-CN" altLang="en-US" dirty="0"/>
              <a:t>增强程序设计能力</a:t>
            </a:r>
            <a:endParaRPr lang="en-US" altLang="zh-CN" dirty="0"/>
          </a:p>
          <a:p>
            <a:pPr lvl="1" eaLnBrk="1" hangingPunct="1"/>
            <a:r>
              <a:rPr lang="zh-CN" altLang="en-US" dirty="0"/>
              <a:t>学会编写系统软件</a:t>
            </a:r>
            <a:endParaRPr lang="en-US" altLang="zh-CN" dirty="0"/>
          </a:p>
          <a:p>
            <a:pPr lvl="1" eaLnBrk="1" hangingPunct="1"/>
            <a:r>
              <a:rPr lang="zh-CN" altLang="en-US" dirty="0"/>
              <a:t>为</a:t>
            </a:r>
            <a:r>
              <a:rPr lang="en-US" altLang="zh-CN" dirty="0"/>
              <a:t>《</a:t>
            </a:r>
            <a:r>
              <a:rPr lang="zh-CN" altLang="en-US" dirty="0"/>
              <a:t>计算机系统综合课程设计</a:t>
            </a:r>
            <a:r>
              <a:rPr lang="en-US" altLang="zh-CN" dirty="0"/>
              <a:t>》</a:t>
            </a:r>
            <a:r>
              <a:rPr lang="zh-CN" altLang="en-US" dirty="0"/>
              <a:t>奠定基础</a:t>
            </a:r>
          </a:p>
          <a:p>
            <a:pPr eaLnBrk="1" hangingPunct="1">
              <a:buFontTx/>
              <a:buNone/>
            </a:pPr>
            <a:endParaRPr lang="en-US" altLang="zh-C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8DD1CB-6333-4FB6-AC7C-15FF89B202FD}"/>
              </a:ext>
            </a:extLst>
          </p:cNvPr>
          <p:cNvSpPr>
            <a:spLocks noGrp="1"/>
          </p:cNvSpPr>
          <p:nvPr>
            <p:ph type="title"/>
          </p:nvPr>
        </p:nvSpPr>
        <p:spPr/>
        <p:txBody>
          <a:bodyPr/>
          <a:lstStyle/>
          <a:p>
            <a:r>
              <a:rPr lang="zh-CN" altLang="en-US" dirty="0"/>
              <a:t>基本流程</a:t>
            </a:r>
          </a:p>
        </p:txBody>
      </p:sp>
      <p:sp>
        <p:nvSpPr>
          <p:cNvPr id="6" name="Rectangle 5">
            <a:extLst>
              <a:ext uri="{FF2B5EF4-FFF2-40B4-BE49-F238E27FC236}">
                <a16:creationId xmlns:a16="http://schemas.microsoft.com/office/drawing/2014/main" id="{5D69FAF1-A93D-4D0C-9871-05BCB90C82D2}"/>
              </a:ext>
            </a:extLst>
          </p:cNvPr>
          <p:cNvSpPr>
            <a:spLocks noChangeArrowheads="1"/>
          </p:cNvSpPr>
          <p:nvPr/>
        </p:nvSpPr>
        <p:spPr bwMode="auto">
          <a:xfrm>
            <a:off x="755576" y="3513176"/>
            <a:ext cx="1137601" cy="44522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400" dirty="0"/>
              <a:t>C</a:t>
            </a:r>
            <a:r>
              <a:rPr lang="zh-CN" altLang="en-US" sz="1400" dirty="0"/>
              <a:t>编译器</a:t>
            </a:r>
          </a:p>
        </p:txBody>
      </p:sp>
      <p:sp>
        <p:nvSpPr>
          <p:cNvPr id="8" name="Line 7">
            <a:extLst>
              <a:ext uri="{FF2B5EF4-FFF2-40B4-BE49-F238E27FC236}">
                <a16:creationId xmlns:a16="http://schemas.microsoft.com/office/drawing/2014/main" id="{8EAA8555-1A08-426B-B6F2-0FD6AB6A8D1B}"/>
              </a:ext>
            </a:extLst>
          </p:cNvPr>
          <p:cNvSpPr>
            <a:spLocks noChangeShapeType="1"/>
          </p:cNvSpPr>
          <p:nvPr/>
        </p:nvSpPr>
        <p:spPr bwMode="auto">
          <a:xfrm>
            <a:off x="1333092" y="1788792"/>
            <a:ext cx="2" cy="55763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400"/>
          </a:p>
        </p:txBody>
      </p:sp>
      <p:sp>
        <p:nvSpPr>
          <p:cNvPr id="14" name="Text Box 13">
            <a:extLst>
              <a:ext uri="{FF2B5EF4-FFF2-40B4-BE49-F238E27FC236}">
                <a16:creationId xmlns:a16="http://schemas.microsoft.com/office/drawing/2014/main" id="{A4DF5922-9EB4-4061-96A5-65E0A010F2FD}"/>
              </a:ext>
            </a:extLst>
          </p:cNvPr>
          <p:cNvSpPr txBox="1">
            <a:spLocks noChangeArrowheads="1"/>
          </p:cNvSpPr>
          <p:nvPr/>
        </p:nvSpPr>
        <p:spPr bwMode="auto">
          <a:xfrm>
            <a:off x="532992" y="1357293"/>
            <a:ext cx="16002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zh-CN" altLang="en-US" sz="1400" dirty="0"/>
              <a:t>词法规则</a:t>
            </a:r>
            <a:r>
              <a:rPr lang="en-US" altLang="zh-CN" sz="1400" dirty="0"/>
              <a:t> (c99.l)</a:t>
            </a:r>
          </a:p>
        </p:txBody>
      </p:sp>
      <p:sp>
        <p:nvSpPr>
          <p:cNvPr id="16" name="Text Box 15">
            <a:extLst>
              <a:ext uri="{FF2B5EF4-FFF2-40B4-BE49-F238E27FC236}">
                <a16:creationId xmlns:a16="http://schemas.microsoft.com/office/drawing/2014/main" id="{7BEB2B46-CFFB-42EF-BBEC-BBCE8DD77E2A}"/>
              </a:ext>
            </a:extLst>
          </p:cNvPr>
          <p:cNvSpPr txBox="1">
            <a:spLocks noChangeArrowheads="1"/>
          </p:cNvSpPr>
          <p:nvPr/>
        </p:nvSpPr>
        <p:spPr bwMode="auto">
          <a:xfrm>
            <a:off x="467545" y="3068960"/>
            <a:ext cx="77844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eaLnBrk="1" hangingPunct="1">
              <a:spcBef>
                <a:spcPct val="50000"/>
              </a:spcBef>
              <a:buFontTx/>
              <a:buNone/>
              <a:defRPr sz="2000"/>
            </a:lvl1pPr>
            <a:lvl2pPr marL="742950" indent="-285750">
              <a:spcBef>
                <a:spcPct val="20000"/>
              </a:spcBef>
              <a:buChar char="–"/>
              <a:defRPr sz="2800"/>
            </a:lvl2pPr>
            <a:lvl3pPr marL="1143000" indent="-228600">
              <a:spcBef>
                <a:spcPct val="20000"/>
              </a:spcBef>
              <a:buChar char="•"/>
            </a:lvl3pPr>
            <a:lvl4pPr marL="1600200" indent="-228600">
              <a:spcBef>
                <a:spcPct val="20000"/>
              </a:spcBef>
              <a:buChar char="–"/>
              <a:defRPr sz="2000"/>
            </a:lvl4pPr>
            <a:lvl5pPr marL="2057400" indent="-228600">
              <a:spcBef>
                <a:spcPct val="20000"/>
              </a:spcBef>
              <a:buChar char="»"/>
              <a:defRPr sz="2000"/>
            </a:lvl5pPr>
            <a:lvl6pPr marL="2514600" indent="-228600" eaLnBrk="0" fontAlgn="base" hangingPunct="0">
              <a:spcBef>
                <a:spcPct val="20000"/>
              </a:spcBef>
              <a:spcAft>
                <a:spcPct val="0"/>
              </a:spcAft>
              <a:buChar char="»"/>
              <a:defRPr sz="2000"/>
            </a:lvl6pPr>
            <a:lvl7pPr marL="2971800" indent="-228600" eaLnBrk="0" fontAlgn="base" hangingPunct="0">
              <a:spcBef>
                <a:spcPct val="20000"/>
              </a:spcBef>
              <a:spcAft>
                <a:spcPct val="0"/>
              </a:spcAft>
              <a:buChar char="»"/>
              <a:defRPr sz="2000"/>
            </a:lvl7pPr>
            <a:lvl8pPr marL="3429000" indent="-228600" eaLnBrk="0" fontAlgn="base" hangingPunct="0">
              <a:spcBef>
                <a:spcPct val="20000"/>
              </a:spcBef>
              <a:spcAft>
                <a:spcPct val="0"/>
              </a:spcAft>
              <a:buChar char="»"/>
              <a:defRPr sz="2000"/>
            </a:lvl8pPr>
            <a:lvl9pPr marL="3886200" indent="-228600" eaLnBrk="0" fontAlgn="base" hangingPunct="0">
              <a:spcBef>
                <a:spcPct val="20000"/>
              </a:spcBef>
              <a:spcAft>
                <a:spcPct val="0"/>
              </a:spcAft>
              <a:buChar char="»"/>
              <a:defRPr sz="2000"/>
            </a:lvl9pPr>
          </a:lstStyle>
          <a:p>
            <a:r>
              <a:rPr lang="en-US" altLang="zh-CN" sz="1400" dirty="0" err="1"/>
              <a:t>yylex.c</a:t>
            </a:r>
            <a:endParaRPr lang="en-US" altLang="zh-CN" sz="1400" dirty="0"/>
          </a:p>
        </p:txBody>
      </p:sp>
      <p:sp>
        <p:nvSpPr>
          <p:cNvPr id="18" name="Text Box 17">
            <a:extLst>
              <a:ext uri="{FF2B5EF4-FFF2-40B4-BE49-F238E27FC236}">
                <a16:creationId xmlns:a16="http://schemas.microsoft.com/office/drawing/2014/main" id="{4ED0D633-8406-4132-9EF8-AE5253B87E09}"/>
              </a:ext>
            </a:extLst>
          </p:cNvPr>
          <p:cNvSpPr txBox="1">
            <a:spLocks noChangeArrowheads="1"/>
          </p:cNvSpPr>
          <p:nvPr/>
        </p:nvSpPr>
        <p:spPr bwMode="auto">
          <a:xfrm>
            <a:off x="2965" y="4851157"/>
            <a:ext cx="752611"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eaLnBrk="1" hangingPunct="1">
              <a:spcBef>
                <a:spcPct val="50000"/>
              </a:spcBef>
              <a:buFontTx/>
              <a:buNone/>
              <a:defRPr sz="2000"/>
            </a:lvl1pPr>
            <a:lvl2pPr marL="742950" indent="-285750">
              <a:spcBef>
                <a:spcPct val="20000"/>
              </a:spcBef>
              <a:buChar char="–"/>
              <a:defRPr sz="2800"/>
            </a:lvl2pPr>
            <a:lvl3pPr marL="1143000" indent="-228600">
              <a:spcBef>
                <a:spcPct val="20000"/>
              </a:spcBef>
              <a:buChar char="•"/>
            </a:lvl3pPr>
            <a:lvl4pPr marL="1600200" indent="-228600">
              <a:spcBef>
                <a:spcPct val="20000"/>
              </a:spcBef>
              <a:buChar char="–"/>
              <a:defRPr sz="2000"/>
            </a:lvl4pPr>
            <a:lvl5pPr marL="2057400" indent="-228600">
              <a:spcBef>
                <a:spcPct val="20000"/>
              </a:spcBef>
              <a:buChar char="»"/>
              <a:defRPr sz="2000"/>
            </a:lvl5pPr>
            <a:lvl6pPr marL="2514600" indent="-228600" eaLnBrk="0" fontAlgn="base" hangingPunct="0">
              <a:spcBef>
                <a:spcPct val="20000"/>
              </a:spcBef>
              <a:spcAft>
                <a:spcPct val="0"/>
              </a:spcAft>
              <a:buChar char="»"/>
              <a:defRPr sz="2000"/>
            </a:lvl6pPr>
            <a:lvl7pPr marL="2971800" indent="-228600" eaLnBrk="0" fontAlgn="base" hangingPunct="0">
              <a:spcBef>
                <a:spcPct val="20000"/>
              </a:spcBef>
              <a:spcAft>
                <a:spcPct val="0"/>
              </a:spcAft>
              <a:buChar char="»"/>
              <a:defRPr sz="2000"/>
            </a:lvl7pPr>
            <a:lvl8pPr marL="3429000" indent="-228600" eaLnBrk="0" fontAlgn="base" hangingPunct="0">
              <a:spcBef>
                <a:spcPct val="20000"/>
              </a:spcBef>
              <a:spcAft>
                <a:spcPct val="0"/>
              </a:spcAft>
              <a:buChar char="»"/>
              <a:defRPr sz="2000"/>
            </a:lvl8pPr>
            <a:lvl9pPr marL="3886200" indent="-228600" eaLnBrk="0" fontAlgn="base" hangingPunct="0">
              <a:spcBef>
                <a:spcPct val="20000"/>
              </a:spcBef>
              <a:spcAft>
                <a:spcPct val="0"/>
              </a:spcAft>
              <a:buChar char="»"/>
              <a:defRPr sz="2000"/>
            </a:lvl9pPr>
          </a:lstStyle>
          <a:p>
            <a:pPr algn="ctr"/>
            <a:r>
              <a:rPr lang="zh-CN" altLang="en-US" sz="1400" dirty="0"/>
              <a:t>被编译的程序（测试用例）</a:t>
            </a:r>
            <a:endParaRPr lang="en-US" altLang="zh-CN" sz="1400" dirty="0"/>
          </a:p>
        </p:txBody>
      </p:sp>
      <p:sp>
        <p:nvSpPr>
          <p:cNvPr id="47" name="Text Box 13">
            <a:extLst>
              <a:ext uri="{FF2B5EF4-FFF2-40B4-BE49-F238E27FC236}">
                <a16:creationId xmlns:a16="http://schemas.microsoft.com/office/drawing/2014/main" id="{C8F4A4E0-2149-4880-A0CB-871AABD75786}"/>
              </a:ext>
            </a:extLst>
          </p:cNvPr>
          <p:cNvSpPr txBox="1">
            <a:spLocks noChangeArrowheads="1"/>
          </p:cNvSpPr>
          <p:nvPr/>
        </p:nvSpPr>
        <p:spPr bwMode="auto">
          <a:xfrm>
            <a:off x="2345436" y="1209121"/>
            <a:ext cx="1712166" cy="6309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zh-CN" altLang="en-US" sz="1400" dirty="0"/>
              <a:t>语法规则</a:t>
            </a:r>
            <a:endParaRPr lang="en-US" altLang="zh-CN" sz="1400" dirty="0"/>
          </a:p>
          <a:p>
            <a:pPr algn="ctr" eaLnBrk="1" hangingPunct="1">
              <a:spcBef>
                <a:spcPct val="50000"/>
              </a:spcBef>
              <a:buFontTx/>
              <a:buNone/>
            </a:pPr>
            <a:r>
              <a:rPr lang="zh-CN" altLang="en-US" sz="1400" dirty="0"/>
              <a:t>语义规则</a:t>
            </a:r>
            <a:r>
              <a:rPr lang="en-US" altLang="zh-CN" sz="1400" dirty="0"/>
              <a:t>(c99.y)</a:t>
            </a:r>
          </a:p>
        </p:txBody>
      </p:sp>
      <p:sp>
        <p:nvSpPr>
          <p:cNvPr id="48" name="Text Box 15">
            <a:extLst>
              <a:ext uri="{FF2B5EF4-FFF2-40B4-BE49-F238E27FC236}">
                <a16:creationId xmlns:a16="http://schemas.microsoft.com/office/drawing/2014/main" id="{8D615A40-9B5B-4439-9858-09491D302111}"/>
              </a:ext>
            </a:extLst>
          </p:cNvPr>
          <p:cNvSpPr txBox="1">
            <a:spLocks noChangeArrowheads="1"/>
          </p:cNvSpPr>
          <p:nvPr/>
        </p:nvSpPr>
        <p:spPr bwMode="auto">
          <a:xfrm>
            <a:off x="2051720" y="3068960"/>
            <a:ext cx="123819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eaLnBrk="1" hangingPunct="1">
              <a:spcBef>
                <a:spcPct val="50000"/>
              </a:spcBef>
              <a:buFontTx/>
              <a:buNone/>
              <a:defRPr sz="2000"/>
            </a:lvl1pPr>
            <a:lvl2pPr marL="742950" indent="-285750">
              <a:spcBef>
                <a:spcPct val="20000"/>
              </a:spcBef>
              <a:buChar char="–"/>
              <a:defRPr sz="2800"/>
            </a:lvl2pPr>
            <a:lvl3pPr marL="1143000" indent="-228600">
              <a:spcBef>
                <a:spcPct val="20000"/>
              </a:spcBef>
              <a:buChar char="•"/>
            </a:lvl3pPr>
            <a:lvl4pPr marL="1600200" indent="-228600">
              <a:spcBef>
                <a:spcPct val="20000"/>
              </a:spcBef>
              <a:buChar char="–"/>
              <a:defRPr sz="2000"/>
            </a:lvl4pPr>
            <a:lvl5pPr marL="2057400" indent="-228600">
              <a:spcBef>
                <a:spcPct val="20000"/>
              </a:spcBef>
              <a:buChar char="»"/>
              <a:defRPr sz="2000"/>
            </a:lvl5pPr>
            <a:lvl6pPr marL="2514600" indent="-228600" eaLnBrk="0" fontAlgn="base" hangingPunct="0">
              <a:spcBef>
                <a:spcPct val="20000"/>
              </a:spcBef>
              <a:spcAft>
                <a:spcPct val="0"/>
              </a:spcAft>
              <a:buChar char="»"/>
              <a:defRPr sz="2000"/>
            </a:lvl6pPr>
            <a:lvl7pPr marL="2971800" indent="-228600" eaLnBrk="0" fontAlgn="base" hangingPunct="0">
              <a:spcBef>
                <a:spcPct val="20000"/>
              </a:spcBef>
              <a:spcAft>
                <a:spcPct val="0"/>
              </a:spcAft>
              <a:buChar char="»"/>
              <a:defRPr sz="2000"/>
            </a:lvl7pPr>
            <a:lvl8pPr marL="3429000" indent="-228600" eaLnBrk="0" fontAlgn="base" hangingPunct="0">
              <a:spcBef>
                <a:spcPct val="20000"/>
              </a:spcBef>
              <a:spcAft>
                <a:spcPct val="0"/>
              </a:spcAft>
              <a:buChar char="»"/>
              <a:defRPr sz="2000"/>
            </a:lvl8pPr>
            <a:lvl9pPr marL="3886200" indent="-228600" eaLnBrk="0" fontAlgn="base" hangingPunct="0">
              <a:spcBef>
                <a:spcPct val="20000"/>
              </a:spcBef>
              <a:spcAft>
                <a:spcPct val="0"/>
              </a:spcAft>
              <a:buChar char="»"/>
              <a:defRPr sz="2000"/>
            </a:lvl9pPr>
          </a:lstStyle>
          <a:p>
            <a:r>
              <a:rPr lang="en-US" altLang="zh-CN" sz="1400" dirty="0" err="1"/>
              <a:t>yyparse.c</a:t>
            </a:r>
            <a:endParaRPr lang="en-US" altLang="zh-CN" sz="1400" dirty="0"/>
          </a:p>
        </p:txBody>
      </p:sp>
      <p:sp>
        <p:nvSpPr>
          <p:cNvPr id="49" name="Line 7">
            <a:extLst>
              <a:ext uri="{FF2B5EF4-FFF2-40B4-BE49-F238E27FC236}">
                <a16:creationId xmlns:a16="http://schemas.microsoft.com/office/drawing/2014/main" id="{6531AFF2-3DE1-4425-832C-C6F7CAFEF7BA}"/>
              </a:ext>
            </a:extLst>
          </p:cNvPr>
          <p:cNvSpPr>
            <a:spLocks noChangeShapeType="1"/>
          </p:cNvSpPr>
          <p:nvPr/>
        </p:nvSpPr>
        <p:spPr bwMode="auto">
          <a:xfrm flipH="1">
            <a:off x="5076056" y="1956168"/>
            <a:ext cx="2" cy="53229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400"/>
          </a:p>
        </p:txBody>
      </p:sp>
      <p:sp>
        <p:nvSpPr>
          <p:cNvPr id="50" name="Line 7">
            <a:extLst>
              <a:ext uri="{FF2B5EF4-FFF2-40B4-BE49-F238E27FC236}">
                <a16:creationId xmlns:a16="http://schemas.microsoft.com/office/drawing/2014/main" id="{9A23680F-1CEF-4C9F-BC98-29558EF68B38}"/>
              </a:ext>
            </a:extLst>
          </p:cNvPr>
          <p:cNvSpPr>
            <a:spLocks noChangeShapeType="1"/>
          </p:cNvSpPr>
          <p:nvPr/>
        </p:nvSpPr>
        <p:spPr bwMode="auto">
          <a:xfrm>
            <a:off x="107503" y="4739508"/>
            <a:ext cx="64807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400"/>
          </a:p>
        </p:txBody>
      </p:sp>
      <p:sp>
        <p:nvSpPr>
          <p:cNvPr id="52" name="Text Box 17">
            <a:extLst>
              <a:ext uri="{FF2B5EF4-FFF2-40B4-BE49-F238E27FC236}">
                <a16:creationId xmlns:a16="http://schemas.microsoft.com/office/drawing/2014/main" id="{362F6019-9A47-4083-8136-B13B327AFE1F}"/>
              </a:ext>
            </a:extLst>
          </p:cNvPr>
          <p:cNvSpPr txBox="1">
            <a:spLocks noChangeArrowheads="1"/>
          </p:cNvSpPr>
          <p:nvPr/>
        </p:nvSpPr>
        <p:spPr bwMode="auto">
          <a:xfrm>
            <a:off x="3875989" y="2758109"/>
            <a:ext cx="504056" cy="246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eaLnBrk="1" hangingPunct="1">
              <a:spcBef>
                <a:spcPct val="50000"/>
              </a:spcBef>
              <a:buFontTx/>
              <a:buNone/>
              <a:defRPr sz="2000"/>
            </a:lvl1pPr>
            <a:lvl2pPr marL="742950" indent="-285750">
              <a:spcBef>
                <a:spcPct val="20000"/>
              </a:spcBef>
              <a:buChar char="–"/>
              <a:defRPr sz="2800"/>
            </a:lvl2pPr>
            <a:lvl3pPr marL="1143000" indent="-228600">
              <a:spcBef>
                <a:spcPct val="20000"/>
              </a:spcBef>
              <a:buChar char="•"/>
            </a:lvl3pPr>
            <a:lvl4pPr marL="1600200" indent="-228600">
              <a:spcBef>
                <a:spcPct val="20000"/>
              </a:spcBef>
              <a:buChar char="–"/>
              <a:defRPr sz="2000"/>
            </a:lvl4pPr>
            <a:lvl5pPr marL="2057400" indent="-228600">
              <a:spcBef>
                <a:spcPct val="20000"/>
              </a:spcBef>
              <a:buChar char="»"/>
              <a:defRPr sz="2000"/>
            </a:lvl5pPr>
            <a:lvl6pPr marL="2514600" indent="-228600" eaLnBrk="0" fontAlgn="base" hangingPunct="0">
              <a:spcBef>
                <a:spcPct val="20000"/>
              </a:spcBef>
              <a:spcAft>
                <a:spcPct val="0"/>
              </a:spcAft>
              <a:buChar char="»"/>
              <a:defRPr sz="2000"/>
            </a:lvl6pPr>
            <a:lvl7pPr marL="2971800" indent="-228600" eaLnBrk="0" fontAlgn="base" hangingPunct="0">
              <a:spcBef>
                <a:spcPct val="20000"/>
              </a:spcBef>
              <a:spcAft>
                <a:spcPct val="0"/>
              </a:spcAft>
              <a:buChar char="»"/>
              <a:defRPr sz="2000"/>
            </a:lvl7pPr>
            <a:lvl8pPr marL="3429000" indent="-228600" eaLnBrk="0" fontAlgn="base" hangingPunct="0">
              <a:spcBef>
                <a:spcPct val="20000"/>
              </a:spcBef>
              <a:spcAft>
                <a:spcPct val="0"/>
              </a:spcAft>
              <a:buChar char="»"/>
              <a:defRPr sz="2000"/>
            </a:lvl8pPr>
            <a:lvl9pPr marL="3886200" indent="-228600" eaLnBrk="0" fontAlgn="base" hangingPunct="0">
              <a:spcBef>
                <a:spcPct val="20000"/>
              </a:spcBef>
              <a:spcAft>
                <a:spcPct val="0"/>
              </a:spcAft>
              <a:buChar char="»"/>
              <a:defRPr sz="2000"/>
            </a:lvl9pPr>
          </a:lstStyle>
          <a:p>
            <a:pPr algn="ctr">
              <a:spcBef>
                <a:spcPts val="0"/>
              </a:spcBef>
            </a:pPr>
            <a:r>
              <a:rPr lang="zh-CN" altLang="en-US" sz="1400" dirty="0"/>
              <a:t>带语义动作节点的语法树</a:t>
            </a:r>
            <a:endParaRPr lang="en-US" altLang="zh-CN" sz="1400" dirty="0"/>
          </a:p>
        </p:txBody>
      </p:sp>
      <p:sp>
        <p:nvSpPr>
          <p:cNvPr id="53" name="Line 7">
            <a:extLst>
              <a:ext uri="{FF2B5EF4-FFF2-40B4-BE49-F238E27FC236}">
                <a16:creationId xmlns:a16="http://schemas.microsoft.com/office/drawing/2014/main" id="{9143783C-1EEB-4B3D-A492-606BB0909E15}"/>
              </a:ext>
            </a:extLst>
          </p:cNvPr>
          <p:cNvSpPr>
            <a:spLocks noChangeShapeType="1"/>
          </p:cNvSpPr>
          <p:nvPr/>
        </p:nvSpPr>
        <p:spPr bwMode="auto">
          <a:xfrm>
            <a:off x="1318709" y="3051809"/>
            <a:ext cx="1" cy="44522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400"/>
          </a:p>
        </p:txBody>
      </p:sp>
      <p:sp>
        <p:nvSpPr>
          <p:cNvPr id="54" name="Line 7">
            <a:extLst>
              <a:ext uri="{FF2B5EF4-FFF2-40B4-BE49-F238E27FC236}">
                <a16:creationId xmlns:a16="http://schemas.microsoft.com/office/drawing/2014/main" id="{322AF07A-4611-48B1-B09A-CC6B2A42C720}"/>
              </a:ext>
            </a:extLst>
          </p:cNvPr>
          <p:cNvSpPr>
            <a:spLocks noChangeShapeType="1"/>
          </p:cNvSpPr>
          <p:nvPr/>
        </p:nvSpPr>
        <p:spPr bwMode="auto">
          <a:xfrm flipV="1">
            <a:off x="1947181" y="4739508"/>
            <a:ext cx="61654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400"/>
          </a:p>
        </p:txBody>
      </p:sp>
      <p:sp>
        <p:nvSpPr>
          <p:cNvPr id="55" name="Line 7">
            <a:extLst>
              <a:ext uri="{FF2B5EF4-FFF2-40B4-BE49-F238E27FC236}">
                <a16:creationId xmlns:a16="http://schemas.microsoft.com/office/drawing/2014/main" id="{7F32AA8F-CAE2-446A-8C35-3EAA138DCD8B}"/>
              </a:ext>
            </a:extLst>
          </p:cNvPr>
          <p:cNvSpPr>
            <a:spLocks noChangeShapeType="1"/>
          </p:cNvSpPr>
          <p:nvPr/>
        </p:nvSpPr>
        <p:spPr bwMode="auto">
          <a:xfrm>
            <a:off x="3946737" y="2706807"/>
            <a:ext cx="584258" cy="21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400" dirty="0"/>
          </a:p>
        </p:txBody>
      </p:sp>
      <p:sp>
        <p:nvSpPr>
          <p:cNvPr id="56" name="Rectangle 4">
            <a:extLst>
              <a:ext uri="{FF2B5EF4-FFF2-40B4-BE49-F238E27FC236}">
                <a16:creationId xmlns:a16="http://schemas.microsoft.com/office/drawing/2014/main" id="{B86AEAD4-B1E3-4350-98CD-5C731CEF7070}"/>
              </a:ext>
            </a:extLst>
          </p:cNvPr>
          <p:cNvSpPr>
            <a:spLocks noChangeArrowheads="1"/>
          </p:cNvSpPr>
          <p:nvPr/>
        </p:nvSpPr>
        <p:spPr bwMode="auto">
          <a:xfrm>
            <a:off x="7614571" y="4842429"/>
            <a:ext cx="544764" cy="21602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400" dirty="0"/>
              <a:t>soot</a:t>
            </a:r>
            <a:endParaRPr lang="zh-CN" altLang="en-US" sz="1400" dirty="0"/>
          </a:p>
        </p:txBody>
      </p:sp>
      <p:sp>
        <p:nvSpPr>
          <p:cNvPr id="62" name="Text Box 17">
            <a:extLst>
              <a:ext uri="{FF2B5EF4-FFF2-40B4-BE49-F238E27FC236}">
                <a16:creationId xmlns:a16="http://schemas.microsoft.com/office/drawing/2014/main" id="{1E4F9F74-738D-4E90-827E-B9E69DB7FFFF}"/>
              </a:ext>
            </a:extLst>
          </p:cNvPr>
          <p:cNvSpPr txBox="1">
            <a:spLocks noChangeArrowheads="1"/>
          </p:cNvSpPr>
          <p:nvPr/>
        </p:nvSpPr>
        <p:spPr bwMode="auto">
          <a:xfrm>
            <a:off x="8045053" y="4705980"/>
            <a:ext cx="12074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eaLnBrk="1" hangingPunct="1">
              <a:spcBef>
                <a:spcPct val="50000"/>
              </a:spcBef>
              <a:buFontTx/>
              <a:buNone/>
              <a:defRPr sz="2000"/>
            </a:lvl1pPr>
            <a:lvl2pPr marL="742950" indent="-285750">
              <a:spcBef>
                <a:spcPct val="20000"/>
              </a:spcBef>
              <a:buChar char="–"/>
              <a:defRPr sz="2800"/>
            </a:lvl2pPr>
            <a:lvl3pPr marL="1143000" indent="-228600">
              <a:spcBef>
                <a:spcPct val="20000"/>
              </a:spcBef>
              <a:buChar char="•"/>
            </a:lvl3pPr>
            <a:lvl4pPr marL="1600200" indent="-228600">
              <a:spcBef>
                <a:spcPct val="20000"/>
              </a:spcBef>
              <a:buChar char="–"/>
              <a:defRPr sz="2000"/>
            </a:lvl4pPr>
            <a:lvl5pPr marL="2057400" indent="-228600">
              <a:spcBef>
                <a:spcPct val="20000"/>
              </a:spcBef>
              <a:buChar char="»"/>
              <a:defRPr sz="2000"/>
            </a:lvl5pPr>
            <a:lvl6pPr marL="2514600" indent="-228600" eaLnBrk="0" fontAlgn="base" hangingPunct="0">
              <a:spcBef>
                <a:spcPct val="20000"/>
              </a:spcBef>
              <a:spcAft>
                <a:spcPct val="0"/>
              </a:spcAft>
              <a:buChar char="»"/>
              <a:defRPr sz="2000"/>
            </a:lvl6pPr>
            <a:lvl7pPr marL="2971800" indent="-228600" eaLnBrk="0" fontAlgn="base" hangingPunct="0">
              <a:spcBef>
                <a:spcPct val="20000"/>
              </a:spcBef>
              <a:spcAft>
                <a:spcPct val="0"/>
              </a:spcAft>
              <a:buChar char="»"/>
              <a:defRPr sz="2000"/>
            </a:lvl7pPr>
            <a:lvl8pPr marL="3429000" indent="-228600" eaLnBrk="0" fontAlgn="base" hangingPunct="0">
              <a:spcBef>
                <a:spcPct val="20000"/>
              </a:spcBef>
              <a:spcAft>
                <a:spcPct val="0"/>
              </a:spcAft>
              <a:buChar char="»"/>
              <a:defRPr sz="2000"/>
            </a:lvl8pPr>
            <a:lvl9pPr marL="3886200" indent="-228600" eaLnBrk="0" fontAlgn="base" hangingPunct="0">
              <a:spcBef>
                <a:spcPct val="20000"/>
              </a:spcBef>
              <a:spcAft>
                <a:spcPct val="0"/>
              </a:spcAft>
              <a:buChar char="»"/>
              <a:defRPr sz="2000"/>
            </a:lvl9pPr>
          </a:lstStyle>
          <a:p>
            <a:pPr algn="ctr">
              <a:spcBef>
                <a:spcPts val="0"/>
              </a:spcBef>
            </a:pPr>
            <a:r>
              <a:rPr lang="en-US" altLang="zh-CN" sz="1400" dirty="0"/>
              <a:t>Java</a:t>
            </a:r>
          </a:p>
          <a:p>
            <a:pPr algn="ctr">
              <a:spcBef>
                <a:spcPts val="0"/>
              </a:spcBef>
            </a:pPr>
            <a:r>
              <a:rPr lang="zh-CN" altLang="en-US" sz="1400" dirty="0"/>
              <a:t>字节码</a:t>
            </a:r>
            <a:endParaRPr lang="en-US" altLang="zh-CN" sz="1400" dirty="0"/>
          </a:p>
        </p:txBody>
      </p:sp>
      <p:sp>
        <p:nvSpPr>
          <p:cNvPr id="63" name="Line 7">
            <a:extLst>
              <a:ext uri="{FF2B5EF4-FFF2-40B4-BE49-F238E27FC236}">
                <a16:creationId xmlns:a16="http://schemas.microsoft.com/office/drawing/2014/main" id="{1D13E70A-22D1-4343-B79B-CCFC0E1C566C}"/>
              </a:ext>
            </a:extLst>
          </p:cNvPr>
          <p:cNvSpPr>
            <a:spLocks noChangeShapeType="1"/>
          </p:cNvSpPr>
          <p:nvPr/>
        </p:nvSpPr>
        <p:spPr bwMode="auto">
          <a:xfrm flipH="1">
            <a:off x="1318709" y="3954076"/>
            <a:ext cx="14385" cy="46569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400"/>
          </a:p>
        </p:txBody>
      </p:sp>
      <p:sp>
        <p:nvSpPr>
          <p:cNvPr id="64" name="Line 7">
            <a:extLst>
              <a:ext uri="{FF2B5EF4-FFF2-40B4-BE49-F238E27FC236}">
                <a16:creationId xmlns:a16="http://schemas.microsoft.com/office/drawing/2014/main" id="{F199B56C-A62D-4B33-9F38-FF40614F8088}"/>
              </a:ext>
            </a:extLst>
          </p:cNvPr>
          <p:cNvSpPr>
            <a:spLocks noChangeShapeType="1"/>
          </p:cNvSpPr>
          <p:nvPr/>
        </p:nvSpPr>
        <p:spPr bwMode="auto">
          <a:xfrm>
            <a:off x="3127753" y="3989216"/>
            <a:ext cx="0" cy="48084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400"/>
          </a:p>
        </p:txBody>
      </p:sp>
      <p:sp>
        <p:nvSpPr>
          <p:cNvPr id="3" name="文本框 2">
            <a:extLst>
              <a:ext uri="{FF2B5EF4-FFF2-40B4-BE49-F238E27FC236}">
                <a16:creationId xmlns:a16="http://schemas.microsoft.com/office/drawing/2014/main" id="{8B808543-FE8D-4596-AB99-C7F5AD204CAC}"/>
              </a:ext>
            </a:extLst>
          </p:cNvPr>
          <p:cNvSpPr txBox="1"/>
          <p:nvPr/>
        </p:nvSpPr>
        <p:spPr>
          <a:xfrm>
            <a:off x="6123539" y="4345191"/>
            <a:ext cx="1261467" cy="738664"/>
          </a:xfrm>
          <a:prstGeom prst="rect">
            <a:avLst/>
          </a:prstGeom>
          <a:noFill/>
        </p:spPr>
        <p:txBody>
          <a:bodyPr wrap="square" rtlCol="0">
            <a:spAutoFit/>
          </a:bodyPr>
          <a:lstStyle/>
          <a:p>
            <a:pPr algn="ctr">
              <a:spcBef>
                <a:spcPts val="0"/>
              </a:spcBef>
            </a:pPr>
            <a:r>
              <a:rPr lang="zh-CN" altLang="en-US" sz="1400" dirty="0"/>
              <a:t>中间代码</a:t>
            </a:r>
            <a:endParaRPr lang="en-US" altLang="zh-CN" sz="1400" dirty="0"/>
          </a:p>
          <a:p>
            <a:pPr algn="ctr">
              <a:spcBef>
                <a:spcPts val="0"/>
              </a:spcBef>
            </a:pPr>
            <a:r>
              <a:rPr lang="en-US" altLang="zh-CN" sz="1400" dirty="0"/>
              <a:t>LLVM IR</a:t>
            </a:r>
          </a:p>
          <a:p>
            <a:pPr algn="ctr">
              <a:spcBef>
                <a:spcPts val="0"/>
              </a:spcBef>
            </a:pPr>
            <a:r>
              <a:rPr lang="en-US" altLang="zh-CN" sz="1400" dirty="0" err="1"/>
              <a:t>Jimple</a:t>
            </a:r>
            <a:r>
              <a:rPr lang="en-US" altLang="zh-CN" sz="1400" dirty="0"/>
              <a:t> codes</a:t>
            </a:r>
            <a:endParaRPr lang="zh-CN" altLang="en-US" sz="1400" dirty="0"/>
          </a:p>
        </p:txBody>
      </p:sp>
      <p:sp>
        <p:nvSpPr>
          <p:cNvPr id="4" name="矩形 3">
            <a:extLst>
              <a:ext uri="{FF2B5EF4-FFF2-40B4-BE49-F238E27FC236}">
                <a16:creationId xmlns:a16="http://schemas.microsoft.com/office/drawing/2014/main" id="{48FF57BC-23E7-437A-B356-77A5FE53DBB6}"/>
              </a:ext>
            </a:extLst>
          </p:cNvPr>
          <p:cNvSpPr/>
          <p:nvPr/>
        </p:nvSpPr>
        <p:spPr bwMode="auto">
          <a:xfrm>
            <a:off x="755576" y="4455698"/>
            <a:ext cx="1191605" cy="567620"/>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1" hangingPunct="1"/>
            <a:r>
              <a:rPr lang="zh-CN" altLang="en-US" sz="1400" dirty="0"/>
              <a:t>可执行的词法分析程序</a:t>
            </a:r>
          </a:p>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1400" b="0" i="0" u="none" strike="noStrike" cap="none" normalizeH="0" baseline="0" dirty="0">
              <a:ln>
                <a:noFill/>
              </a:ln>
              <a:solidFill>
                <a:schemeClr val="tx1"/>
              </a:solidFill>
              <a:effectLst/>
            </a:endParaRPr>
          </a:p>
        </p:txBody>
      </p:sp>
      <p:sp>
        <p:nvSpPr>
          <p:cNvPr id="33" name="矩形 32">
            <a:extLst>
              <a:ext uri="{FF2B5EF4-FFF2-40B4-BE49-F238E27FC236}">
                <a16:creationId xmlns:a16="http://schemas.microsoft.com/office/drawing/2014/main" id="{736DA4F9-318A-4AEA-865D-DA57B27F1A4F}"/>
              </a:ext>
            </a:extLst>
          </p:cNvPr>
          <p:cNvSpPr/>
          <p:nvPr/>
        </p:nvSpPr>
        <p:spPr bwMode="auto">
          <a:xfrm>
            <a:off x="2555776" y="4470062"/>
            <a:ext cx="1159331" cy="543114"/>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1" hangingPunct="1"/>
            <a:r>
              <a:rPr lang="zh-CN" altLang="en-US" sz="1400" dirty="0"/>
              <a:t>可执行的语法分析程序</a:t>
            </a:r>
          </a:p>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1400" b="0" i="0" u="none" strike="noStrike" cap="none" normalizeH="0" baseline="0" dirty="0">
              <a:ln>
                <a:noFill/>
              </a:ln>
              <a:solidFill>
                <a:schemeClr val="tx1"/>
              </a:solidFill>
              <a:effectLst/>
            </a:endParaRPr>
          </a:p>
        </p:txBody>
      </p:sp>
      <p:sp>
        <p:nvSpPr>
          <p:cNvPr id="34" name="矩形 33">
            <a:extLst>
              <a:ext uri="{FF2B5EF4-FFF2-40B4-BE49-F238E27FC236}">
                <a16:creationId xmlns:a16="http://schemas.microsoft.com/office/drawing/2014/main" id="{16679294-6FCC-4827-89B8-A6C0A319EEFF}"/>
              </a:ext>
            </a:extLst>
          </p:cNvPr>
          <p:cNvSpPr/>
          <p:nvPr/>
        </p:nvSpPr>
        <p:spPr bwMode="auto">
          <a:xfrm>
            <a:off x="755575" y="2336103"/>
            <a:ext cx="1137601" cy="715705"/>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zh-CN" altLang="en-US" sz="1400" b="0" i="0" u="none" strike="noStrike" cap="none" normalizeH="0" baseline="0" dirty="0">
                <a:ln>
                  <a:noFill/>
                </a:ln>
                <a:solidFill>
                  <a:schemeClr val="tx1"/>
                </a:solidFill>
                <a:effectLst/>
                <a:latin typeface="Times New Roman" pitchFamily="18" charset="0"/>
                <a:ea typeface="宋体" pitchFamily="2" charset="-122"/>
              </a:rPr>
              <a:t>词法分析程序生成器（</a:t>
            </a:r>
            <a:r>
              <a:rPr kumimoji="1" lang="en-US" altLang="zh-CN" sz="1400" b="0" i="0" u="none" strike="noStrike" cap="none" normalizeH="0" baseline="0" dirty="0">
                <a:ln>
                  <a:noFill/>
                </a:ln>
                <a:solidFill>
                  <a:schemeClr val="tx1"/>
                </a:solidFill>
                <a:effectLst/>
                <a:latin typeface="Times New Roman" pitchFamily="18" charset="0"/>
                <a:ea typeface="宋体" pitchFamily="2" charset="-122"/>
              </a:rPr>
              <a:t>LEX</a:t>
            </a:r>
            <a:r>
              <a:rPr kumimoji="1" lang="zh-CN" altLang="en-US" sz="1400" b="0" i="0" u="none" strike="noStrike" cap="none" normalizeH="0" baseline="0" dirty="0">
                <a:ln>
                  <a:noFill/>
                </a:ln>
                <a:solidFill>
                  <a:schemeClr val="tx1"/>
                </a:solidFill>
                <a:effectLst/>
                <a:latin typeface="Times New Roman" pitchFamily="18" charset="0"/>
                <a:ea typeface="宋体" pitchFamily="2" charset="-122"/>
              </a:rPr>
              <a:t>）</a:t>
            </a:r>
          </a:p>
        </p:txBody>
      </p:sp>
      <p:sp>
        <p:nvSpPr>
          <p:cNvPr id="35" name="矩形 34">
            <a:extLst>
              <a:ext uri="{FF2B5EF4-FFF2-40B4-BE49-F238E27FC236}">
                <a16:creationId xmlns:a16="http://schemas.microsoft.com/office/drawing/2014/main" id="{4A36BB3B-A1C2-487D-8680-DE810EEEFF77}"/>
              </a:ext>
            </a:extLst>
          </p:cNvPr>
          <p:cNvSpPr/>
          <p:nvPr/>
        </p:nvSpPr>
        <p:spPr bwMode="auto">
          <a:xfrm>
            <a:off x="2524248" y="2336103"/>
            <a:ext cx="1190859" cy="732858"/>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zh-CN" altLang="en-US" sz="1400" b="0" i="0" u="none" strike="noStrike" cap="none" normalizeH="0" baseline="0" dirty="0">
                <a:ln>
                  <a:noFill/>
                </a:ln>
                <a:solidFill>
                  <a:schemeClr val="tx1"/>
                </a:solidFill>
                <a:effectLst/>
              </a:rPr>
              <a:t>语法分析程序生成器（</a:t>
            </a:r>
            <a:r>
              <a:rPr lang="en-US" altLang="zh-CN" sz="1400" dirty="0"/>
              <a:t>YACC</a:t>
            </a:r>
            <a:r>
              <a:rPr kumimoji="1" lang="zh-CN" altLang="en-US" sz="1400" b="0" i="0" u="none" strike="noStrike" cap="none" normalizeH="0" baseline="0" dirty="0">
                <a:ln>
                  <a:noFill/>
                </a:ln>
                <a:solidFill>
                  <a:schemeClr val="tx1"/>
                </a:solidFill>
                <a:effectLst/>
              </a:rPr>
              <a:t>）</a:t>
            </a:r>
          </a:p>
        </p:txBody>
      </p:sp>
      <p:sp>
        <p:nvSpPr>
          <p:cNvPr id="36" name="矩形 35">
            <a:extLst>
              <a:ext uri="{FF2B5EF4-FFF2-40B4-BE49-F238E27FC236}">
                <a16:creationId xmlns:a16="http://schemas.microsoft.com/office/drawing/2014/main" id="{A21A6230-473C-419B-BA72-16BD696288CD}"/>
              </a:ext>
            </a:extLst>
          </p:cNvPr>
          <p:cNvSpPr/>
          <p:nvPr/>
        </p:nvSpPr>
        <p:spPr bwMode="auto">
          <a:xfrm>
            <a:off x="4530994" y="2492896"/>
            <a:ext cx="1344922" cy="432048"/>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1" hangingPunct="1"/>
            <a:r>
              <a:rPr lang="zh-CN" altLang="en-US" sz="1400" dirty="0"/>
              <a:t>语义引擎</a:t>
            </a:r>
            <a:endParaRPr lang="en-US" altLang="zh-CN" sz="1400" dirty="0"/>
          </a:p>
          <a:p>
            <a:pPr eaLnBrk="1" hangingPunct="1"/>
            <a:r>
              <a:rPr lang="zh-CN" altLang="en-US" sz="1400" dirty="0"/>
              <a:t>（遍历、翻译）</a:t>
            </a:r>
          </a:p>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1400" b="0" i="0" u="none" strike="noStrike" cap="none" normalizeH="0" baseline="0" dirty="0">
              <a:ln>
                <a:noFill/>
              </a:ln>
              <a:solidFill>
                <a:schemeClr val="tx1"/>
              </a:solidFill>
              <a:effectLst/>
            </a:endParaRPr>
          </a:p>
        </p:txBody>
      </p:sp>
      <p:sp>
        <p:nvSpPr>
          <p:cNvPr id="37" name="Text Box 15">
            <a:extLst>
              <a:ext uri="{FF2B5EF4-FFF2-40B4-BE49-F238E27FC236}">
                <a16:creationId xmlns:a16="http://schemas.microsoft.com/office/drawing/2014/main" id="{90D54DCB-BAE4-4483-81FE-6045DA456E75}"/>
              </a:ext>
            </a:extLst>
          </p:cNvPr>
          <p:cNvSpPr txBox="1">
            <a:spLocks noChangeArrowheads="1"/>
          </p:cNvSpPr>
          <p:nvPr/>
        </p:nvSpPr>
        <p:spPr bwMode="auto">
          <a:xfrm>
            <a:off x="5516074" y="3054939"/>
            <a:ext cx="123819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eaLnBrk="1" hangingPunct="1">
              <a:spcBef>
                <a:spcPct val="50000"/>
              </a:spcBef>
              <a:buFontTx/>
              <a:buNone/>
              <a:defRPr sz="2000"/>
            </a:lvl1pPr>
            <a:lvl2pPr marL="742950" indent="-285750">
              <a:spcBef>
                <a:spcPct val="20000"/>
              </a:spcBef>
              <a:buChar char="–"/>
              <a:defRPr sz="2800"/>
            </a:lvl2pPr>
            <a:lvl3pPr marL="1143000" indent="-228600">
              <a:spcBef>
                <a:spcPct val="20000"/>
              </a:spcBef>
              <a:buChar char="•"/>
            </a:lvl3pPr>
            <a:lvl4pPr marL="1600200" indent="-228600">
              <a:spcBef>
                <a:spcPct val="20000"/>
              </a:spcBef>
              <a:buChar char="–"/>
              <a:defRPr sz="2000"/>
            </a:lvl4pPr>
            <a:lvl5pPr marL="2057400" indent="-228600">
              <a:spcBef>
                <a:spcPct val="20000"/>
              </a:spcBef>
              <a:buChar char="»"/>
              <a:defRPr sz="2000"/>
            </a:lvl5pPr>
            <a:lvl6pPr marL="2514600" indent="-228600" eaLnBrk="0" fontAlgn="base" hangingPunct="0">
              <a:spcBef>
                <a:spcPct val="20000"/>
              </a:spcBef>
              <a:spcAft>
                <a:spcPct val="0"/>
              </a:spcAft>
              <a:buChar char="»"/>
              <a:defRPr sz="2000"/>
            </a:lvl6pPr>
            <a:lvl7pPr marL="2971800" indent="-228600" eaLnBrk="0" fontAlgn="base" hangingPunct="0">
              <a:spcBef>
                <a:spcPct val="20000"/>
              </a:spcBef>
              <a:spcAft>
                <a:spcPct val="0"/>
              </a:spcAft>
              <a:buChar char="»"/>
              <a:defRPr sz="2000"/>
            </a:lvl7pPr>
            <a:lvl8pPr marL="3429000" indent="-228600" eaLnBrk="0" fontAlgn="base" hangingPunct="0">
              <a:spcBef>
                <a:spcPct val="20000"/>
              </a:spcBef>
              <a:spcAft>
                <a:spcPct val="0"/>
              </a:spcAft>
              <a:buChar char="»"/>
              <a:defRPr sz="2000"/>
            </a:lvl8pPr>
            <a:lvl9pPr marL="3886200" indent="-228600" eaLnBrk="0" fontAlgn="base" hangingPunct="0">
              <a:spcBef>
                <a:spcPct val="20000"/>
              </a:spcBef>
              <a:spcAft>
                <a:spcPct val="0"/>
              </a:spcAft>
              <a:buChar char="»"/>
              <a:defRPr sz="2000"/>
            </a:lvl9pPr>
          </a:lstStyle>
          <a:p>
            <a:r>
              <a:rPr lang="en-US" altLang="zh-CN" sz="1400" dirty="0" err="1"/>
              <a:t>yysematic.c</a:t>
            </a:r>
            <a:endParaRPr lang="en-US" altLang="zh-CN" sz="1400" dirty="0"/>
          </a:p>
        </p:txBody>
      </p:sp>
      <p:sp>
        <p:nvSpPr>
          <p:cNvPr id="38" name="Rectangle 5">
            <a:extLst>
              <a:ext uri="{FF2B5EF4-FFF2-40B4-BE49-F238E27FC236}">
                <a16:creationId xmlns:a16="http://schemas.microsoft.com/office/drawing/2014/main" id="{373BEE36-B96F-463C-967B-B443BBB9D03E}"/>
              </a:ext>
            </a:extLst>
          </p:cNvPr>
          <p:cNvSpPr>
            <a:spLocks noChangeArrowheads="1"/>
          </p:cNvSpPr>
          <p:nvPr/>
        </p:nvSpPr>
        <p:spPr bwMode="auto">
          <a:xfrm>
            <a:off x="4564924" y="3501008"/>
            <a:ext cx="1303220" cy="4806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400" dirty="0"/>
              <a:t>C</a:t>
            </a:r>
            <a:r>
              <a:rPr lang="zh-CN" altLang="en-US" sz="1400" dirty="0"/>
              <a:t>编译器</a:t>
            </a:r>
          </a:p>
        </p:txBody>
      </p:sp>
      <p:sp>
        <p:nvSpPr>
          <p:cNvPr id="39" name="矩形 38">
            <a:extLst>
              <a:ext uri="{FF2B5EF4-FFF2-40B4-BE49-F238E27FC236}">
                <a16:creationId xmlns:a16="http://schemas.microsoft.com/office/drawing/2014/main" id="{22BB4B0F-1CC3-4B42-BD81-761A6243E0AA}"/>
              </a:ext>
            </a:extLst>
          </p:cNvPr>
          <p:cNvSpPr/>
          <p:nvPr/>
        </p:nvSpPr>
        <p:spPr bwMode="auto">
          <a:xfrm>
            <a:off x="4572696" y="4440712"/>
            <a:ext cx="1303220" cy="658214"/>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1" hangingPunct="1"/>
            <a:r>
              <a:rPr lang="zh-CN" altLang="en-US" sz="1400" dirty="0"/>
              <a:t>可执行的中间代码生成程序</a:t>
            </a:r>
          </a:p>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1400" b="0" i="0" u="none" strike="noStrike" cap="none" normalizeH="0" baseline="0" dirty="0">
              <a:ln>
                <a:noFill/>
              </a:ln>
              <a:solidFill>
                <a:schemeClr val="tx1"/>
              </a:solidFill>
              <a:effectLst/>
            </a:endParaRPr>
          </a:p>
        </p:txBody>
      </p:sp>
      <p:sp>
        <p:nvSpPr>
          <p:cNvPr id="40" name="Rectangle 5">
            <a:extLst>
              <a:ext uri="{FF2B5EF4-FFF2-40B4-BE49-F238E27FC236}">
                <a16:creationId xmlns:a16="http://schemas.microsoft.com/office/drawing/2014/main" id="{0883B72C-9B41-48CC-AD7A-FBBB269B6355}"/>
              </a:ext>
            </a:extLst>
          </p:cNvPr>
          <p:cNvSpPr>
            <a:spLocks noChangeArrowheads="1"/>
          </p:cNvSpPr>
          <p:nvPr/>
        </p:nvSpPr>
        <p:spPr bwMode="auto">
          <a:xfrm>
            <a:off x="2555776" y="3501008"/>
            <a:ext cx="1137601" cy="44522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400" dirty="0"/>
              <a:t>C</a:t>
            </a:r>
            <a:r>
              <a:rPr lang="zh-CN" altLang="en-US" sz="1400" dirty="0"/>
              <a:t>编译器</a:t>
            </a:r>
          </a:p>
        </p:txBody>
      </p:sp>
      <p:sp>
        <p:nvSpPr>
          <p:cNvPr id="41" name="Line 7">
            <a:extLst>
              <a:ext uri="{FF2B5EF4-FFF2-40B4-BE49-F238E27FC236}">
                <a16:creationId xmlns:a16="http://schemas.microsoft.com/office/drawing/2014/main" id="{415389F0-6790-4252-825F-6DAC76EF202F}"/>
              </a:ext>
            </a:extLst>
          </p:cNvPr>
          <p:cNvSpPr>
            <a:spLocks noChangeShapeType="1"/>
          </p:cNvSpPr>
          <p:nvPr/>
        </p:nvSpPr>
        <p:spPr bwMode="auto">
          <a:xfrm flipH="1">
            <a:off x="3119677" y="3051807"/>
            <a:ext cx="8067" cy="39365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400"/>
          </a:p>
        </p:txBody>
      </p:sp>
      <p:sp>
        <p:nvSpPr>
          <p:cNvPr id="42" name="Line 7">
            <a:extLst>
              <a:ext uri="{FF2B5EF4-FFF2-40B4-BE49-F238E27FC236}">
                <a16:creationId xmlns:a16="http://schemas.microsoft.com/office/drawing/2014/main" id="{C34C1915-8D45-4A75-AAE9-39DAE2C87E86}"/>
              </a:ext>
            </a:extLst>
          </p:cNvPr>
          <p:cNvSpPr>
            <a:spLocks noChangeShapeType="1"/>
          </p:cNvSpPr>
          <p:nvPr/>
        </p:nvSpPr>
        <p:spPr bwMode="auto">
          <a:xfrm flipH="1">
            <a:off x="3086307" y="1947338"/>
            <a:ext cx="8067" cy="39365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400"/>
          </a:p>
        </p:txBody>
      </p:sp>
      <p:cxnSp>
        <p:nvCxnSpPr>
          <p:cNvPr id="7" name="直接连接符 6">
            <a:extLst>
              <a:ext uri="{FF2B5EF4-FFF2-40B4-BE49-F238E27FC236}">
                <a16:creationId xmlns:a16="http://schemas.microsoft.com/office/drawing/2014/main" id="{BA078BBD-9694-4703-A449-06A08B8EA5AB}"/>
              </a:ext>
            </a:extLst>
          </p:cNvPr>
          <p:cNvCxnSpPr>
            <a:stCxn id="33" idx="3"/>
          </p:cNvCxnSpPr>
          <p:nvPr/>
        </p:nvCxnSpPr>
        <p:spPr bwMode="auto">
          <a:xfrm flipV="1">
            <a:off x="3715107" y="4739508"/>
            <a:ext cx="232001" cy="2111"/>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0" name="直接连接符 9">
            <a:extLst>
              <a:ext uri="{FF2B5EF4-FFF2-40B4-BE49-F238E27FC236}">
                <a16:creationId xmlns:a16="http://schemas.microsoft.com/office/drawing/2014/main" id="{D3A96993-9A2C-4D70-99B2-C7BE306CF198}"/>
              </a:ext>
            </a:extLst>
          </p:cNvPr>
          <p:cNvCxnSpPr>
            <a:cxnSpLocks/>
            <a:endCxn id="55" idx="0"/>
          </p:cNvCxnSpPr>
          <p:nvPr/>
        </p:nvCxnSpPr>
        <p:spPr bwMode="auto">
          <a:xfrm flipV="1">
            <a:off x="3943631" y="2706807"/>
            <a:ext cx="3106" cy="2032701"/>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43" name="Line 7">
            <a:extLst>
              <a:ext uri="{FF2B5EF4-FFF2-40B4-BE49-F238E27FC236}">
                <a16:creationId xmlns:a16="http://schemas.microsoft.com/office/drawing/2014/main" id="{85240A2E-37C9-404C-B15D-08368829A838}"/>
              </a:ext>
            </a:extLst>
          </p:cNvPr>
          <p:cNvSpPr>
            <a:spLocks noChangeShapeType="1"/>
          </p:cNvSpPr>
          <p:nvPr/>
        </p:nvSpPr>
        <p:spPr bwMode="auto">
          <a:xfrm flipH="1">
            <a:off x="5148062" y="2964738"/>
            <a:ext cx="2" cy="53229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400"/>
          </a:p>
        </p:txBody>
      </p:sp>
      <p:sp>
        <p:nvSpPr>
          <p:cNvPr id="45" name="Line 7">
            <a:extLst>
              <a:ext uri="{FF2B5EF4-FFF2-40B4-BE49-F238E27FC236}">
                <a16:creationId xmlns:a16="http://schemas.microsoft.com/office/drawing/2014/main" id="{67762F02-7D52-4DA3-B64B-3F22E82E6E5D}"/>
              </a:ext>
            </a:extLst>
          </p:cNvPr>
          <p:cNvSpPr>
            <a:spLocks noChangeShapeType="1"/>
          </p:cNvSpPr>
          <p:nvPr/>
        </p:nvSpPr>
        <p:spPr bwMode="auto">
          <a:xfrm>
            <a:off x="5128280" y="3963491"/>
            <a:ext cx="19782" cy="47722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400"/>
          </a:p>
        </p:txBody>
      </p:sp>
      <p:sp>
        <p:nvSpPr>
          <p:cNvPr id="46" name="Line 7">
            <a:extLst>
              <a:ext uri="{FF2B5EF4-FFF2-40B4-BE49-F238E27FC236}">
                <a16:creationId xmlns:a16="http://schemas.microsoft.com/office/drawing/2014/main" id="{D685A7ED-1639-47FB-AA57-9E4464E70D26}"/>
              </a:ext>
            </a:extLst>
          </p:cNvPr>
          <p:cNvSpPr>
            <a:spLocks noChangeShapeType="1"/>
          </p:cNvSpPr>
          <p:nvPr/>
        </p:nvSpPr>
        <p:spPr bwMode="auto">
          <a:xfrm>
            <a:off x="5868144" y="4728340"/>
            <a:ext cx="389858" cy="1116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400"/>
          </a:p>
        </p:txBody>
      </p:sp>
      <p:sp>
        <p:nvSpPr>
          <p:cNvPr id="44" name="Line 7">
            <a:extLst>
              <a:ext uri="{FF2B5EF4-FFF2-40B4-BE49-F238E27FC236}">
                <a16:creationId xmlns:a16="http://schemas.microsoft.com/office/drawing/2014/main" id="{FFDC6F52-7434-410B-9CBD-F68408D122AA}"/>
              </a:ext>
            </a:extLst>
          </p:cNvPr>
          <p:cNvSpPr>
            <a:spLocks noChangeShapeType="1"/>
          </p:cNvSpPr>
          <p:nvPr/>
        </p:nvSpPr>
        <p:spPr bwMode="auto">
          <a:xfrm>
            <a:off x="7206478" y="4930000"/>
            <a:ext cx="389858" cy="1116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400"/>
          </a:p>
        </p:txBody>
      </p:sp>
      <p:sp>
        <p:nvSpPr>
          <p:cNvPr id="51" name="Line 7">
            <a:extLst>
              <a:ext uri="{FF2B5EF4-FFF2-40B4-BE49-F238E27FC236}">
                <a16:creationId xmlns:a16="http://schemas.microsoft.com/office/drawing/2014/main" id="{1B0468A6-0D03-467A-B103-B3001A3FC0CF}"/>
              </a:ext>
            </a:extLst>
          </p:cNvPr>
          <p:cNvSpPr>
            <a:spLocks noChangeShapeType="1"/>
          </p:cNvSpPr>
          <p:nvPr/>
        </p:nvSpPr>
        <p:spPr bwMode="auto">
          <a:xfrm>
            <a:off x="8224107" y="4949894"/>
            <a:ext cx="389858" cy="1116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400"/>
          </a:p>
        </p:txBody>
      </p:sp>
    </p:spTree>
    <p:extLst>
      <p:ext uri="{BB962C8B-B14F-4D97-AF65-F5344CB8AC3E}">
        <p14:creationId xmlns:p14="http://schemas.microsoft.com/office/powerpoint/2010/main" val="16112118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45B4D64F-DD05-42A1-8AD2-B04E226AD22C}"/>
              </a:ext>
            </a:extLst>
          </p:cNvPr>
          <p:cNvSpPr>
            <a:spLocks noGrp="1" noChangeArrowheads="1"/>
          </p:cNvSpPr>
          <p:nvPr>
            <p:ph type="title"/>
          </p:nvPr>
        </p:nvSpPr>
        <p:spPr/>
        <p:txBody>
          <a:bodyPr/>
          <a:lstStyle/>
          <a:p>
            <a:pPr eaLnBrk="1" hangingPunct="1"/>
            <a:r>
              <a:rPr lang="en-US" altLang="zh-CN"/>
              <a:t>Lex</a:t>
            </a:r>
            <a:r>
              <a:rPr lang="zh-CN" altLang="en-US"/>
              <a:t>部分主要工作</a:t>
            </a:r>
          </a:p>
        </p:txBody>
      </p:sp>
      <p:sp>
        <p:nvSpPr>
          <p:cNvPr id="15363" name="Rectangle 3">
            <a:extLst>
              <a:ext uri="{FF2B5EF4-FFF2-40B4-BE49-F238E27FC236}">
                <a16:creationId xmlns:a16="http://schemas.microsoft.com/office/drawing/2014/main" id="{A384F5D8-D53E-4871-A527-27B7DB03F940}"/>
              </a:ext>
            </a:extLst>
          </p:cNvPr>
          <p:cNvSpPr>
            <a:spLocks noGrp="1" noChangeArrowheads="1"/>
          </p:cNvSpPr>
          <p:nvPr>
            <p:ph type="body" idx="1"/>
          </p:nvPr>
        </p:nvSpPr>
        <p:spPr/>
        <p:txBody>
          <a:bodyPr/>
          <a:lstStyle/>
          <a:p>
            <a:pPr eaLnBrk="1" hangingPunct="1">
              <a:lnSpc>
                <a:spcPct val="90000"/>
              </a:lnSpc>
            </a:pPr>
            <a:r>
              <a:rPr lang="en-US" altLang="zh-CN" dirty="0" err="1"/>
              <a:t>SeuLex</a:t>
            </a:r>
            <a:r>
              <a:rPr lang="zh-CN" altLang="en-US" dirty="0"/>
              <a:t>的基本流程</a:t>
            </a:r>
            <a:endParaRPr lang="en-US" altLang="zh-CN" dirty="0"/>
          </a:p>
          <a:p>
            <a:pPr lvl="1" eaLnBrk="1" hangingPunct="1">
              <a:lnSpc>
                <a:spcPct val="90000"/>
              </a:lnSpc>
            </a:pPr>
            <a:r>
              <a:rPr lang="en-US" altLang="zh-CN" dirty="0"/>
              <a:t>Lex</a:t>
            </a:r>
            <a:r>
              <a:rPr lang="zh-CN" altLang="en-US" dirty="0"/>
              <a:t>输入文件的解析（</a:t>
            </a:r>
            <a:r>
              <a:rPr lang="en-US" altLang="zh-CN" dirty="0"/>
              <a:t>Lex RE =&gt; </a:t>
            </a:r>
            <a:r>
              <a:rPr lang="zh-CN" altLang="en-US" dirty="0"/>
              <a:t>常规</a:t>
            </a:r>
            <a:r>
              <a:rPr lang="en-US" altLang="zh-CN" dirty="0"/>
              <a:t>RE</a:t>
            </a:r>
            <a:r>
              <a:rPr lang="zh-CN" altLang="en-US" dirty="0"/>
              <a:t>）</a:t>
            </a:r>
          </a:p>
          <a:p>
            <a:pPr lvl="1" eaLnBrk="1" hangingPunct="1">
              <a:lnSpc>
                <a:spcPct val="90000"/>
              </a:lnSpc>
            </a:pPr>
            <a:r>
              <a:rPr lang="zh-CN" altLang="en-US" dirty="0"/>
              <a:t>常规</a:t>
            </a:r>
            <a:r>
              <a:rPr lang="en-US" altLang="zh-CN" dirty="0"/>
              <a:t>RE</a:t>
            </a:r>
            <a:r>
              <a:rPr lang="zh-CN" altLang="en-US" dirty="0"/>
              <a:t>的解析（转语法树或后缀表达）</a:t>
            </a:r>
          </a:p>
          <a:p>
            <a:pPr lvl="1" eaLnBrk="1" hangingPunct="1">
              <a:lnSpc>
                <a:spcPct val="90000"/>
              </a:lnSpc>
            </a:pPr>
            <a:r>
              <a:rPr lang="zh-CN" altLang="en-US" dirty="0"/>
              <a:t>将每个正规式转换到一个</a:t>
            </a:r>
            <a:r>
              <a:rPr lang="en-US" altLang="zh-CN" dirty="0"/>
              <a:t>NFA</a:t>
            </a:r>
          </a:p>
          <a:p>
            <a:pPr lvl="1" eaLnBrk="1" hangingPunct="1">
              <a:lnSpc>
                <a:spcPct val="90000"/>
              </a:lnSpc>
            </a:pPr>
            <a:r>
              <a:rPr lang="zh-CN" altLang="en-US" dirty="0"/>
              <a:t>将所有正规式对应的</a:t>
            </a:r>
            <a:r>
              <a:rPr lang="en-US" altLang="zh-CN" dirty="0"/>
              <a:t>NFA</a:t>
            </a:r>
            <a:r>
              <a:rPr lang="zh-CN" altLang="en-US" dirty="0"/>
              <a:t>合并为一个大的</a:t>
            </a:r>
            <a:r>
              <a:rPr lang="en-US" altLang="zh-CN" dirty="0"/>
              <a:t>NFA</a:t>
            </a:r>
            <a:endParaRPr lang="zh-CN" altLang="en-US" dirty="0"/>
          </a:p>
          <a:p>
            <a:pPr lvl="1" eaLnBrk="1" hangingPunct="1">
              <a:lnSpc>
                <a:spcPct val="90000"/>
              </a:lnSpc>
            </a:pPr>
            <a:r>
              <a:rPr lang="en-US" altLang="zh-CN" dirty="0"/>
              <a:t>NFA</a:t>
            </a:r>
            <a:r>
              <a:rPr lang="zh-CN" altLang="en-US" dirty="0"/>
              <a:t>的确定化</a:t>
            </a:r>
            <a:endParaRPr lang="en-US" altLang="zh-CN" dirty="0"/>
          </a:p>
          <a:p>
            <a:pPr lvl="1" eaLnBrk="1" hangingPunct="1">
              <a:lnSpc>
                <a:spcPct val="90000"/>
              </a:lnSpc>
            </a:pPr>
            <a:r>
              <a:rPr lang="en-US" altLang="zh-CN" dirty="0"/>
              <a:t>DFA</a:t>
            </a:r>
            <a:r>
              <a:rPr lang="zh-CN" altLang="en-US" dirty="0"/>
              <a:t>的最小化</a:t>
            </a:r>
          </a:p>
          <a:p>
            <a:pPr lvl="1" eaLnBrk="1" hangingPunct="1">
              <a:lnSpc>
                <a:spcPct val="90000"/>
              </a:lnSpc>
            </a:pPr>
            <a:r>
              <a:rPr lang="zh-CN" altLang="en-US" dirty="0"/>
              <a:t>由最小</a:t>
            </a:r>
            <a:r>
              <a:rPr lang="en-US" altLang="zh-CN" dirty="0"/>
              <a:t>DFA</a:t>
            </a:r>
            <a:r>
              <a:rPr lang="zh-CN" altLang="en-US" dirty="0"/>
              <a:t>生成词法分析程序</a:t>
            </a:r>
            <a:endParaRPr lang="en-US" altLang="zh-CN" dirty="0"/>
          </a:p>
          <a:p>
            <a:pPr lvl="1" eaLnBrk="1" hangingPunct="1">
              <a:lnSpc>
                <a:spcPct val="90000"/>
              </a:lnSpc>
            </a:pPr>
            <a:r>
              <a:rPr lang="zh-CN" altLang="en-US" dirty="0"/>
              <a:t>测试</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8C1C15A6-A2F2-40CF-9006-7496BB0A409A}"/>
              </a:ext>
            </a:extLst>
          </p:cNvPr>
          <p:cNvSpPr>
            <a:spLocks noGrp="1" noChangeArrowheads="1"/>
          </p:cNvSpPr>
          <p:nvPr>
            <p:ph type="title"/>
          </p:nvPr>
        </p:nvSpPr>
        <p:spPr/>
        <p:txBody>
          <a:bodyPr/>
          <a:lstStyle/>
          <a:p>
            <a:pPr eaLnBrk="1" hangingPunct="1"/>
            <a:r>
              <a:rPr lang="en-US" altLang="zh-CN" dirty="0"/>
              <a:t>Yacc</a:t>
            </a:r>
            <a:r>
              <a:rPr lang="zh-CN" altLang="en-US" dirty="0"/>
              <a:t>部分主要工作</a:t>
            </a:r>
          </a:p>
        </p:txBody>
      </p:sp>
      <p:sp>
        <p:nvSpPr>
          <p:cNvPr id="52227" name="Rectangle 3">
            <a:extLst>
              <a:ext uri="{FF2B5EF4-FFF2-40B4-BE49-F238E27FC236}">
                <a16:creationId xmlns:a16="http://schemas.microsoft.com/office/drawing/2014/main" id="{E5708462-A3DF-4EE0-A68E-531E444D988B}"/>
              </a:ext>
            </a:extLst>
          </p:cNvPr>
          <p:cNvSpPr>
            <a:spLocks noGrp="1" noChangeArrowheads="1"/>
          </p:cNvSpPr>
          <p:nvPr>
            <p:ph type="body" idx="1"/>
          </p:nvPr>
        </p:nvSpPr>
        <p:spPr/>
        <p:txBody>
          <a:bodyPr/>
          <a:lstStyle/>
          <a:p>
            <a:pPr eaLnBrk="1" hangingPunct="1">
              <a:lnSpc>
                <a:spcPct val="90000"/>
              </a:lnSpc>
            </a:pPr>
            <a:r>
              <a:rPr lang="en-US" altLang="zh-CN" dirty="0" err="1"/>
              <a:t>SeuYacc</a:t>
            </a:r>
            <a:endParaRPr lang="en-US" altLang="zh-CN" dirty="0"/>
          </a:p>
          <a:p>
            <a:pPr lvl="1" eaLnBrk="1" hangingPunct="1">
              <a:lnSpc>
                <a:spcPct val="90000"/>
              </a:lnSpc>
            </a:pPr>
            <a:r>
              <a:rPr lang="en-US" altLang="zh-CN" dirty="0"/>
              <a:t>Yacc</a:t>
            </a:r>
            <a:r>
              <a:rPr lang="zh-CN" altLang="en-US" dirty="0"/>
              <a:t>输入文件的解析</a:t>
            </a:r>
          </a:p>
          <a:p>
            <a:pPr lvl="1" eaLnBrk="1" hangingPunct="1">
              <a:lnSpc>
                <a:spcPct val="90000"/>
              </a:lnSpc>
            </a:pPr>
            <a:r>
              <a:rPr lang="zh-CN" altLang="en-US" dirty="0"/>
              <a:t>上下文无关文法到对应</a:t>
            </a:r>
            <a:r>
              <a:rPr lang="en-US" altLang="zh-CN" dirty="0"/>
              <a:t>LR(1)</a:t>
            </a:r>
            <a:r>
              <a:rPr lang="zh-CN" altLang="en-US" dirty="0"/>
              <a:t>文法的下推自动机的构造</a:t>
            </a:r>
            <a:endParaRPr lang="en-US" altLang="zh-CN" dirty="0"/>
          </a:p>
          <a:p>
            <a:pPr lvl="2" eaLnBrk="1" hangingPunct="1">
              <a:lnSpc>
                <a:spcPct val="90000"/>
              </a:lnSpc>
            </a:pPr>
            <a:r>
              <a:rPr lang="zh-CN" altLang="en-US" dirty="0"/>
              <a:t>求</a:t>
            </a:r>
            <a:r>
              <a:rPr lang="en-US" altLang="zh-CN" dirty="0"/>
              <a:t>First</a:t>
            </a:r>
            <a:r>
              <a:rPr lang="zh-CN" altLang="en-US" dirty="0"/>
              <a:t>集</a:t>
            </a:r>
            <a:endParaRPr lang="en-US" altLang="zh-CN" dirty="0"/>
          </a:p>
          <a:p>
            <a:pPr lvl="2" eaLnBrk="1" hangingPunct="1">
              <a:lnSpc>
                <a:spcPct val="90000"/>
              </a:lnSpc>
            </a:pPr>
            <a:r>
              <a:rPr lang="en-US" altLang="zh-CN" dirty="0"/>
              <a:t>item</a:t>
            </a:r>
            <a:r>
              <a:rPr lang="zh-CN" altLang="en-US" dirty="0"/>
              <a:t>的扩展及预测符的计算</a:t>
            </a:r>
            <a:endParaRPr lang="en-US" altLang="zh-CN" dirty="0"/>
          </a:p>
          <a:p>
            <a:pPr lvl="2" eaLnBrk="1" hangingPunct="1">
              <a:lnSpc>
                <a:spcPct val="90000"/>
              </a:lnSpc>
            </a:pPr>
            <a:r>
              <a:rPr lang="zh-CN" altLang="en-US" dirty="0"/>
              <a:t>变迁关系的构造。</a:t>
            </a:r>
          </a:p>
          <a:p>
            <a:pPr lvl="1" eaLnBrk="1" hangingPunct="1">
              <a:lnSpc>
                <a:spcPct val="90000"/>
              </a:lnSpc>
            </a:pPr>
            <a:r>
              <a:rPr lang="en-US" altLang="zh-CN" dirty="0"/>
              <a:t>LR(1)</a:t>
            </a:r>
            <a:r>
              <a:rPr lang="zh-CN" altLang="en-US" dirty="0"/>
              <a:t>文法的下推自动机到相应分析表的构造</a:t>
            </a:r>
          </a:p>
          <a:p>
            <a:pPr lvl="1" eaLnBrk="1" hangingPunct="1">
              <a:lnSpc>
                <a:spcPct val="90000"/>
              </a:lnSpc>
            </a:pPr>
            <a:r>
              <a:rPr lang="en-US" altLang="zh-CN" dirty="0"/>
              <a:t>LR(1)</a:t>
            </a:r>
            <a:r>
              <a:rPr lang="zh-CN" altLang="en-US" dirty="0"/>
              <a:t>总控程序的构造（查表程序）</a:t>
            </a:r>
          </a:p>
          <a:p>
            <a:pPr lvl="1" eaLnBrk="1" hangingPunct="1">
              <a:lnSpc>
                <a:spcPct val="90000"/>
              </a:lnSpc>
            </a:pPr>
            <a:r>
              <a:rPr lang="en-US" altLang="zh-CN" dirty="0">
                <a:solidFill>
                  <a:srgbClr val="FF0000"/>
                </a:solidFill>
              </a:rPr>
              <a:t>LR(1)</a:t>
            </a:r>
            <a:r>
              <a:rPr lang="zh-CN" altLang="en-US" dirty="0">
                <a:solidFill>
                  <a:srgbClr val="FF0000"/>
                </a:solidFill>
              </a:rPr>
              <a:t>到</a:t>
            </a:r>
            <a:r>
              <a:rPr lang="en-US" altLang="zh-CN" dirty="0">
                <a:solidFill>
                  <a:srgbClr val="FF0000"/>
                </a:solidFill>
              </a:rPr>
              <a:t>LALR(1)</a:t>
            </a:r>
            <a:r>
              <a:rPr lang="zh-CN" altLang="en-US" dirty="0">
                <a:solidFill>
                  <a:srgbClr val="FF0000"/>
                </a:solidFill>
              </a:rPr>
              <a:t>的转换</a:t>
            </a:r>
          </a:p>
        </p:txBody>
      </p:sp>
    </p:spTree>
    <p:extLst>
      <p:ext uri="{BB962C8B-B14F-4D97-AF65-F5344CB8AC3E}">
        <p14:creationId xmlns:p14="http://schemas.microsoft.com/office/powerpoint/2010/main" val="39111790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02B335-3E90-4B84-BA2C-88CBFEE47230}"/>
              </a:ext>
            </a:extLst>
          </p:cNvPr>
          <p:cNvSpPr>
            <a:spLocks noGrp="1"/>
          </p:cNvSpPr>
          <p:nvPr>
            <p:ph type="title"/>
          </p:nvPr>
        </p:nvSpPr>
        <p:spPr/>
        <p:txBody>
          <a:bodyPr/>
          <a:lstStyle/>
          <a:p>
            <a:r>
              <a:rPr lang="zh-CN" altLang="en-US" dirty="0"/>
              <a:t>中间代码生成</a:t>
            </a:r>
          </a:p>
        </p:txBody>
      </p:sp>
      <p:sp>
        <p:nvSpPr>
          <p:cNvPr id="3" name="内容占位符 2">
            <a:extLst>
              <a:ext uri="{FF2B5EF4-FFF2-40B4-BE49-F238E27FC236}">
                <a16:creationId xmlns:a16="http://schemas.microsoft.com/office/drawing/2014/main" id="{063D10D2-0874-4AA8-9B3C-2C10507D5D1D}"/>
              </a:ext>
            </a:extLst>
          </p:cNvPr>
          <p:cNvSpPr>
            <a:spLocks noGrp="1"/>
          </p:cNvSpPr>
          <p:nvPr>
            <p:ph idx="1"/>
          </p:nvPr>
        </p:nvSpPr>
        <p:spPr/>
        <p:txBody>
          <a:bodyPr/>
          <a:lstStyle/>
          <a:p>
            <a:r>
              <a:rPr lang="en-US" altLang="zh-CN" dirty="0"/>
              <a:t>Lex</a:t>
            </a:r>
            <a:r>
              <a:rPr lang="zh-CN" altLang="en-US" dirty="0"/>
              <a:t>、</a:t>
            </a:r>
            <a:r>
              <a:rPr lang="en-US" altLang="zh-CN" dirty="0"/>
              <a:t>Yacc</a:t>
            </a:r>
            <a:r>
              <a:rPr lang="zh-CN" altLang="en-US" dirty="0"/>
              <a:t>部分针对全集，中间代码部分针对子集（</a:t>
            </a:r>
            <a:r>
              <a:rPr lang="en-US" altLang="zh-CN" dirty="0"/>
              <a:t>Lex</a:t>
            </a:r>
            <a:r>
              <a:rPr lang="zh-CN" altLang="en-US" dirty="0"/>
              <a:t>和</a:t>
            </a:r>
            <a:r>
              <a:rPr lang="en-US" altLang="zh-CN" dirty="0"/>
              <a:t>Yacc</a:t>
            </a:r>
            <a:r>
              <a:rPr lang="zh-CN" altLang="en-US" dirty="0"/>
              <a:t>的输入文件再做一个子集版）</a:t>
            </a:r>
            <a:endParaRPr lang="en-US" altLang="zh-CN" dirty="0"/>
          </a:p>
          <a:p>
            <a:pPr lvl="0"/>
            <a:r>
              <a:rPr lang="zh-CN" altLang="en-US" dirty="0">
                <a:solidFill>
                  <a:srgbClr val="000000"/>
                </a:solidFill>
              </a:rPr>
              <a:t>语义分析的输入</a:t>
            </a:r>
            <a:endParaRPr lang="en-US" altLang="zh-CN" dirty="0">
              <a:solidFill>
                <a:srgbClr val="000000"/>
              </a:solidFill>
            </a:endParaRPr>
          </a:p>
          <a:p>
            <a:pPr lvl="1"/>
            <a:r>
              <a:rPr lang="zh-CN" altLang="en-US" dirty="0">
                <a:solidFill>
                  <a:srgbClr val="000000"/>
                </a:solidFill>
              </a:rPr>
              <a:t>句柄序列（相应的产生式序列），或</a:t>
            </a:r>
            <a:endParaRPr lang="en-US" altLang="zh-CN" dirty="0">
              <a:solidFill>
                <a:srgbClr val="000000"/>
              </a:solidFill>
            </a:endParaRPr>
          </a:p>
          <a:p>
            <a:pPr lvl="1"/>
            <a:r>
              <a:rPr lang="zh-CN" altLang="en-US" dirty="0">
                <a:solidFill>
                  <a:srgbClr val="000000"/>
                </a:solidFill>
              </a:rPr>
              <a:t>语法树</a:t>
            </a:r>
            <a:endParaRPr lang="en-US" altLang="zh-CN" dirty="0"/>
          </a:p>
          <a:p>
            <a:r>
              <a:rPr lang="zh-CN" altLang="en-US" dirty="0"/>
              <a:t>语义分析</a:t>
            </a:r>
            <a:endParaRPr lang="en-US" altLang="zh-CN" dirty="0"/>
          </a:p>
          <a:p>
            <a:pPr lvl="1"/>
            <a:r>
              <a:rPr lang="zh-CN" altLang="en-US" dirty="0"/>
              <a:t>生成语法树数据结构及可视化</a:t>
            </a:r>
            <a:endParaRPr lang="en-US" altLang="zh-CN" dirty="0"/>
          </a:p>
          <a:p>
            <a:pPr lvl="2"/>
            <a:r>
              <a:rPr lang="zh-CN" altLang="en-US" dirty="0"/>
              <a:t>将语义动作嵌入语法树</a:t>
            </a:r>
            <a:endParaRPr lang="en-US" altLang="zh-CN" dirty="0"/>
          </a:p>
          <a:p>
            <a:pPr lvl="1"/>
            <a:r>
              <a:rPr lang="zh-CN" altLang="en-US" dirty="0"/>
              <a:t>划分基本块（为生成</a:t>
            </a:r>
            <a:r>
              <a:rPr lang="en-US" altLang="zh-CN" dirty="0"/>
              <a:t>LLVM IR</a:t>
            </a:r>
            <a:r>
              <a:rPr lang="zh-CN" altLang="en-US" dirty="0"/>
              <a:t>服务）</a:t>
            </a:r>
            <a:endParaRPr lang="en-US" altLang="zh-CN" dirty="0"/>
          </a:p>
          <a:p>
            <a:pPr lvl="1"/>
            <a:r>
              <a:rPr lang="zh-CN" altLang="en-US" dirty="0"/>
              <a:t>生成中间代码</a:t>
            </a:r>
            <a:endParaRPr lang="en-US" altLang="zh-CN" dirty="0"/>
          </a:p>
          <a:p>
            <a:pPr lvl="2"/>
            <a:r>
              <a:rPr lang="zh-CN" altLang="en-US" dirty="0"/>
              <a:t>执行语义动作生成中间代码</a:t>
            </a:r>
          </a:p>
        </p:txBody>
      </p:sp>
    </p:spTree>
    <p:extLst>
      <p:ext uri="{BB962C8B-B14F-4D97-AF65-F5344CB8AC3E}">
        <p14:creationId xmlns:p14="http://schemas.microsoft.com/office/powerpoint/2010/main" val="42595395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2EDAE3-F45E-4477-B4A9-E6B0DB85EB9F}"/>
              </a:ext>
            </a:extLst>
          </p:cNvPr>
          <p:cNvSpPr>
            <a:spLocks noGrp="1"/>
          </p:cNvSpPr>
          <p:nvPr>
            <p:ph type="title"/>
          </p:nvPr>
        </p:nvSpPr>
        <p:spPr/>
        <p:txBody>
          <a:bodyPr/>
          <a:lstStyle/>
          <a:p>
            <a:r>
              <a:rPr lang="zh-CN" altLang="en-US" dirty="0"/>
              <a:t>中间代码生成</a:t>
            </a:r>
          </a:p>
        </p:txBody>
      </p:sp>
      <p:sp>
        <p:nvSpPr>
          <p:cNvPr id="3" name="内容占位符 2">
            <a:extLst>
              <a:ext uri="{FF2B5EF4-FFF2-40B4-BE49-F238E27FC236}">
                <a16:creationId xmlns:a16="http://schemas.microsoft.com/office/drawing/2014/main" id="{643E78E6-B024-414B-83A3-ECBB75984EE4}"/>
              </a:ext>
            </a:extLst>
          </p:cNvPr>
          <p:cNvSpPr>
            <a:spLocks noGrp="1"/>
          </p:cNvSpPr>
          <p:nvPr>
            <p:ph idx="1"/>
          </p:nvPr>
        </p:nvSpPr>
        <p:spPr/>
        <p:txBody>
          <a:bodyPr/>
          <a:lstStyle/>
          <a:p>
            <a:r>
              <a:rPr lang="zh-CN" altLang="en-US" dirty="0"/>
              <a:t>中间代码形式</a:t>
            </a:r>
            <a:endParaRPr lang="en-US" altLang="zh-CN" dirty="0"/>
          </a:p>
          <a:p>
            <a:pPr lvl="1"/>
            <a:r>
              <a:rPr lang="zh-CN" altLang="en-US" dirty="0"/>
              <a:t>按照书本生成三地址语句或四元式</a:t>
            </a:r>
            <a:endParaRPr lang="en-US" altLang="zh-CN" dirty="0"/>
          </a:p>
          <a:p>
            <a:pPr lvl="2"/>
            <a:r>
              <a:rPr lang="zh-CN" altLang="en-US" dirty="0"/>
              <a:t>三地址指令中没有变量声明部分，需要生成符号表</a:t>
            </a:r>
            <a:endParaRPr lang="en-US" altLang="zh-CN" dirty="0"/>
          </a:p>
          <a:p>
            <a:pPr lvl="1"/>
            <a:r>
              <a:rPr lang="en-US" altLang="zh-CN" dirty="0"/>
              <a:t>LLVM IR (</a:t>
            </a:r>
            <a:r>
              <a:rPr lang="en-US" altLang="zh-CN" dirty="0" err="1"/>
              <a:t>c++</a:t>
            </a:r>
            <a:r>
              <a:rPr lang="en-US" altLang="zh-CN" dirty="0"/>
              <a:t>, </a:t>
            </a:r>
            <a:r>
              <a:rPr lang="en-US" altLang="zh-CN" dirty="0" err="1"/>
              <a:t>linux</a:t>
            </a:r>
            <a:r>
              <a:rPr lang="en-US" altLang="zh-CN" dirty="0"/>
              <a:t>)</a:t>
            </a:r>
          </a:p>
          <a:p>
            <a:pPr lvl="2"/>
            <a:r>
              <a:rPr lang="zh-CN" altLang="en-US" dirty="0"/>
              <a:t>有变量声明</a:t>
            </a:r>
            <a:endParaRPr lang="en-US" altLang="zh-CN" dirty="0"/>
          </a:p>
          <a:p>
            <a:pPr lvl="1"/>
            <a:r>
              <a:rPr lang="en-US" altLang="zh-CN" dirty="0" err="1"/>
              <a:t>Jimple</a:t>
            </a:r>
            <a:r>
              <a:rPr lang="en-US" altLang="zh-CN" dirty="0"/>
              <a:t>(Java, windows)</a:t>
            </a:r>
          </a:p>
          <a:p>
            <a:pPr lvl="2"/>
            <a:r>
              <a:rPr lang="zh-CN" altLang="en-US" dirty="0"/>
              <a:t>有变量声明</a:t>
            </a:r>
            <a:endParaRPr lang="en-US" altLang="zh-CN" dirty="0"/>
          </a:p>
          <a:p>
            <a:pPr eaLnBrk="1" hangingPunct="1">
              <a:lnSpc>
                <a:spcPct val="90000"/>
              </a:lnSpc>
            </a:pPr>
            <a:r>
              <a:rPr lang="zh-CN" altLang="en-US" dirty="0"/>
              <a:t>对</a:t>
            </a:r>
            <a:r>
              <a:rPr lang="en-US" altLang="zh-CN" dirty="0"/>
              <a:t>C</a:t>
            </a:r>
            <a:r>
              <a:rPr lang="zh-CN" altLang="en-US" dirty="0"/>
              <a:t>语言的子集构造语义规则</a:t>
            </a:r>
            <a:endParaRPr lang="en-US" altLang="zh-CN" dirty="0"/>
          </a:p>
          <a:p>
            <a:pPr lvl="1" eaLnBrk="1" hangingPunct="1">
              <a:lnSpc>
                <a:spcPct val="90000"/>
              </a:lnSpc>
            </a:pPr>
            <a:r>
              <a:rPr lang="zh-CN" altLang="en-US" dirty="0"/>
              <a:t>构造带语义节点的语法树</a:t>
            </a:r>
            <a:endParaRPr lang="en-US" altLang="zh-CN" dirty="0"/>
          </a:p>
          <a:p>
            <a:pPr lvl="1" eaLnBrk="1" hangingPunct="1">
              <a:lnSpc>
                <a:spcPct val="90000"/>
              </a:lnSpc>
            </a:pPr>
            <a:r>
              <a:rPr lang="zh-CN" altLang="en-US" dirty="0"/>
              <a:t>构造符号表</a:t>
            </a:r>
            <a:endParaRPr lang="en-US" altLang="zh-CN" dirty="0"/>
          </a:p>
          <a:p>
            <a:pPr lvl="1" eaLnBrk="1" hangingPunct="1">
              <a:lnSpc>
                <a:spcPct val="90000"/>
              </a:lnSpc>
            </a:pPr>
            <a:r>
              <a:rPr lang="zh-CN" altLang="en-US" dirty="0"/>
              <a:t>生成三地址语句</a:t>
            </a:r>
            <a:endParaRPr lang="en-US" altLang="zh-CN" dirty="0"/>
          </a:p>
          <a:p>
            <a:pPr lvl="2" eaLnBrk="1" hangingPunct="1">
              <a:lnSpc>
                <a:spcPct val="90000"/>
              </a:lnSpc>
            </a:pPr>
            <a:r>
              <a:rPr lang="zh-CN" altLang="en-US" dirty="0"/>
              <a:t>声明和定义</a:t>
            </a:r>
            <a:endParaRPr lang="en-US" altLang="zh-CN" dirty="0"/>
          </a:p>
          <a:p>
            <a:pPr lvl="2" eaLnBrk="1" hangingPunct="1">
              <a:lnSpc>
                <a:spcPct val="90000"/>
              </a:lnSpc>
            </a:pPr>
            <a:r>
              <a:rPr lang="zh-CN" altLang="en-US" dirty="0"/>
              <a:t>语句</a:t>
            </a:r>
            <a:endParaRPr lang="en-US" altLang="zh-CN" dirty="0"/>
          </a:p>
          <a:p>
            <a:pPr lvl="3" eaLnBrk="1" hangingPunct="1">
              <a:lnSpc>
                <a:spcPct val="90000"/>
              </a:lnSpc>
            </a:pPr>
            <a:r>
              <a:rPr lang="zh-CN" altLang="en-US" dirty="0"/>
              <a:t>函数调用语句</a:t>
            </a:r>
            <a:endParaRPr lang="en-US" altLang="zh-CN" dirty="0"/>
          </a:p>
          <a:p>
            <a:pPr lvl="3" eaLnBrk="1" hangingPunct="1">
              <a:lnSpc>
                <a:spcPct val="90000"/>
              </a:lnSpc>
            </a:pPr>
            <a:r>
              <a:rPr lang="zh-CN" altLang="en-US" dirty="0"/>
              <a:t>其他语句</a:t>
            </a:r>
            <a:endParaRPr lang="en-US" altLang="zh-CN" dirty="0"/>
          </a:p>
        </p:txBody>
      </p:sp>
    </p:spTree>
    <p:extLst>
      <p:ext uri="{BB962C8B-B14F-4D97-AF65-F5344CB8AC3E}">
        <p14:creationId xmlns:p14="http://schemas.microsoft.com/office/powerpoint/2010/main" val="1429347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中间代码生成</a:t>
            </a:r>
          </a:p>
        </p:txBody>
      </p:sp>
      <p:sp>
        <p:nvSpPr>
          <p:cNvPr id="3" name="内容占位符 2"/>
          <p:cNvSpPr>
            <a:spLocks noGrp="1"/>
          </p:cNvSpPr>
          <p:nvPr>
            <p:ph idx="1"/>
          </p:nvPr>
        </p:nvSpPr>
        <p:spPr/>
        <p:txBody>
          <a:bodyPr/>
          <a:lstStyle/>
          <a:p>
            <a:r>
              <a:rPr lang="zh-CN" altLang="en-US" dirty="0"/>
              <a:t>将语义规则改写为</a:t>
            </a:r>
            <a:r>
              <a:rPr lang="en-US" altLang="zh-CN" dirty="0"/>
              <a:t>translation scheme</a:t>
            </a:r>
          </a:p>
          <a:p>
            <a:pPr lvl="1"/>
            <a:r>
              <a:rPr lang="zh-CN" altLang="en-US" dirty="0"/>
              <a:t>实现</a:t>
            </a:r>
            <a:r>
              <a:rPr lang="en-US" altLang="zh-CN" dirty="0"/>
              <a:t>Lex</a:t>
            </a:r>
            <a:r>
              <a:rPr lang="zh-CN" altLang="en-US" dirty="0"/>
              <a:t>的同学早期可以选择跳过语义动作节点</a:t>
            </a:r>
            <a:endParaRPr lang="en-US" altLang="zh-CN" dirty="0"/>
          </a:p>
          <a:p>
            <a:pPr lvl="2"/>
            <a:r>
              <a:rPr lang="zh-CN" altLang="en-US" dirty="0"/>
              <a:t>以｛｝或其他符号定界</a:t>
            </a:r>
            <a:endParaRPr lang="en-US" altLang="zh-CN" dirty="0">
              <a:solidFill>
                <a:srgbClr val="000000"/>
              </a:solidFill>
            </a:endParaRPr>
          </a:p>
          <a:p>
            <a:pPr lvl="0"/>
            <a:r>
              <a:rPr lang="zh-CN" altLang="en-US" dirty="0">
                <a:solidFill>
                  <a:srgbClr val="000000"/>
                </a:solidFill>
              </a:rPr>
              <a:t>设计标记语法树的数据结构</a:t>
            </a:r>
            <a:endParaRPr lang="en-US" altLang="zh-CN" dirty="0">
              <a:solidFill>
                <a:srgbClr val="000000"/>
              </a:solidFill>
            </a:endParaRPr>
          </a:p>
          <a:p>
            <a:pPr lvl="1"/>
            <a:r>
              <a:rPr lang="zh-CN" altLang="en-US" dirty="0">
                <a:solidFill>
                  <a:srgbClr val="000000"/>
                </a:solidFill>
              </a:rPr>
              <a:t>为语法节点增加语义信息域</a:t>
            </a:r>
            <a:endParaRPr lang="en-US" altLang="zh-CN" dirty="0">
              <a:solidFill>
                <a:srgbClr val="000000"/>
              </a:solidFill>
            </a:endParaRPr>
          </a:p>
          <a:p>
            <a:pPr lvl="0"/>
            <a:r>
              <a:rPr lang="zh-CN" altLang="en-US" dirty="0">
                <a:solidFill>
                  <a:srgbClr val="000000"/>
                </a:solidFill>
              </a:rPr>
              <a:t>首先生成带语义动作节点的语法树</a:t>
            </a:r>
            <a:endParaRPr lang="en-US" altLang="zh-CN" dirty="0">
              <a:solidFill>
                <a:srgbClr val="000000"/>
              </a:solidFill>
            </a:endParaRPr>
          </a:p>
          <a:p>
            <a:r>
              <a:rPr lang="zh-CN" altLang="en-US" dirty="0">
                <a:solidFill>
                  <a:srgbClr val="000000"/>
                </a:solidFill>
              </a:rPr>
              <a:t>先序遍历语法树执行语义动作。</a:t>
            </a:r>
            <a:endParaRPr lang="en-US" altLang="zh-CN" dirty="0">
              <a:solidFill>
                <a:srgbClr val="000000"/>
              </a:solidFill>
            </a:endParaRPr>
          </a:p>
          <a:p>
            <a:pPr lvl="1"/>
            <a:r>
              <a:rPr lang="zh-CN" altLang="en-US" dirty="0">
                <a:solidFill>
                  <a:srgbClr val="000000"/>
                </a:solidFill>
              </a:rPr>
              <a:t>生成相应的</a:t>
            </a:r>
            <a:r>
              <a:rPr lang="en-US" altLang="zh-CN" dirty="0">
                <a:solidFill>
                  <a:srgbClr val="000000"/>
                </a:solidFill>
              </a:rPr>
              <a:t>c</a:t>
            </a:r>
            <a:r>
              <a:rPr lang="zh-CN" altLang="en-US" dirty="0">
                <a:solidFill>
                  <a:srgbClr val="000000"/>
                </a:solidFill>
              </a:rPr>
              <a:t>程序</a:t>
            </a:r>
            <a:endParaRPr lang="en-US" altLang="zh-CN" dirty="0">
              <a:solidFill>
                <a:srgbClr val="000000"/>
              </a:solidFill>
            </a:endParaRPr>
          </a:p>
          <a:p>
            <a:pPr lvl="1"/>
            <a:r>
              <a:rPr lang="zh-CN" altLang="en-US" dirty="0">
                <a:solidFill>
                  <a:srgbClr val="000000"/>
                </a:solidFill>
              </a:rPr>
              <a:t>该程序的执行再生成中间代码</a:t>
            </a:r>
            <a:endParaRPr lang="en-US" altLang="zh-CN" dirty="0">
              <a:solidFill>
                <a:srgbClr val="000000"/>
              </a:solidFill>
            </a:endParaRPr>
          </a:p>
          <a:p>
            <a:pPr lvl="0"/>
            <a:endParaRPr lang="en-US" altLang="zh-CN" dirty="0">
              <a:solidFill>
                <a:srgbClr val="000000"/>
              </a:solidFill>
            </a:endParaRPr>
          </a:p>
          <a:p>
            <a:pPr lvl="0"/>
            <a:endParaRPr lang="zh-CN" altLang="en-US" dirty="0">
              <a:solidFill>
                <a:srgbClr val="000000"/>
              </a:solidFill>
            </a:endParaRPr>
          </a:p>
          <a:p>
            <a:endParaRPr lang="zh-CN" altLang="en-US" dirty="0"/>
          </a:p>
        </p:txBody>
      </p:sp>
    </p:spTree>
    <p:extLst>
      <p:ext uri="{BB962C8B-B14F-4D97-AF65-F5344CB8AC3E}">
        <p14:creationId xmlns:p14="http://schemas.microsoft.com/office/powerpoint/2010/main" val="27093089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7DE7CD-A551-7C49-8079-D8754BB16A98}"/>
              </a:ext>
            </a:extLst>
          </p:cNvPr>
          <p:cNvSpPr>
            <a:spLocks noGrp="1"/>
          </p:cNvSpPr>
          <p:nvPr>
            <p:ph type="title"/>
          </p:nvPr>
        </p:nvSpPr>
        <p:spPr/>
        <p:txBody>
          <a:bodyPr/>
          <a:lstStyle/>
          <a:p>
            <a:r>
              <a:rPr lang="zh-CN" altLang="en-US" dirty="0"/>
              <a:t>中间代码生成</a:t>
            </a:r>
          </a:p>
        </p:txBody>
      </p:sp>
      <p:sp>
        <p:nvSpPr>
          <p:cNvPr id="3" name="内容占位符 2">
            <a:extLst>
              <a:ext uri="{FF2B5EF4-FFF2-40B4-BE49-F238E27FC236}">
                <a16:creationId xmlns:a16="http://schemas.microsoft.com/office/drawing/2014/main" id="{81029F93-181F-19E9-6EBF-FB8A34986882}"/>
              </a:ext>
            </a:extLst>
          </p:cNvPr>
          <p:cNvSpPr>
            <a:spLocks noGrp="1"/>
          </p:cNvSpPr>
          <p:nvPr>
            <p:ph idx="1"/>
          </p:nvPr>
        </p:nvSpPr>
        <p:spPr/>
        <p:txBody>
          <a:bodyPr/>
          <a:lstStyle/>
          <a:p>
            <a:r>
              <a:rPr lang="zh-CN" altLang="en-US" dirty="0">
                <a:solidFill>
                  <a:srgbClr val="000000"/>
                </a:solidFill>
              </a:rPr>
              <a:t>区分语法分析阶段执行的动作和中间代码生成阶段执行的动作</a:t>
            </a:r>
            <a:endParaRPr lang="en-US" altLang="zh-CN" dirty="0">
              <a:solidFill>
                <a:srgbClr val="000000"/>
              </a:solidFill>
            </a:endParaRPr>
          </a:p>
          <a:p>
            <a:pPr lvl="1"/>
            <a:r>
              <a:rPr lang="zh-CN" altLang="en-US" dirty="0">
                <a:solidFill>
                  <a:srgbClr val="000000"/>
                </a:solidFill>
              </a:rPr>
              <a:t>编译时：构造语法树、构造符号表</a:t>
            </a:r>
            <a:endParaRPr lang="en-US" altLang="zh-CN" dirty="0">
              <a:solidFill>
                <a:srgbClr val="000000"/>
              </a:solidFill>
            </a:endParaRPr>
          </a:p>
          <a:p>
            <a:pPr lvl="1"/>
            <a:r>
              <a:rPr lang="zh-CN" altLang="en-US" dirty="0">
                <a:solidFill>
                  <a:srgbClr val="000000"/>
                </a:solidFill>
              </a:rPr>
              <a:t>运行时：实现动态语义：加减赋值等</a:t>
            </a:r>
            <a:endParaRPr lang="en-US" altLang="zh-CN" dirty="0">
              <a:solidFill>
                <a:srgbClr val="000000"/>
              </a:solidFill>
            </a:endParaRPr>
          </a:p>
          <a:p>
            <a:pPr lvl="0" eaLnBrk="1" hangingPunct="1">
              <a:lnSpc>
                <a:spcPct val="90000"/>
              </a:lnSpc>
            </a:pPr>
            <a:r>
              <a:rPr lang="zh-CN" altLang="en-US" dirty="0">
                <a:solidFill>
                  <a:srgbClr val="000000"/>
                </a:solidFill>
              </a:rPr>
              <a:t>按照开源编译工具的格式生成中间表示</a:t>
            </a:r>
            <a:endParaRPr lang="en-US" altLang="zh-CN" dirty="0">
              <a:solidFill>
                <a:srgbClr val="000000"/>
              </a:solidFill>
            </a:endParaRPr>
          </a:p>
          <a:p>
            <a:pPr lvl="1" eaLnBrk="1" hangingPunct="1">
              <a:lnSpc>
                <a:spcPct val="90000"/>
              </a:lnSpc>
            </a:pPr>
            <a:r>
              <a:rPr lang="en-US" altLang="zh-CN" dirty="0">
                <a:solidFill>
                  <a:srgbClr val="000000"/>
                </a:solidFill>
              </a:rPr>
              <a:t>LLVM IR</a:t>
            </a:r>
            <a:r>
              <a:rPr lang="zh-CN" altLang="en-US" dirty="0">
                <a:solidFill>
                  <a:srgbClr val="000000"/>
                </a:solidFill>
              </a:rPr>
              <a:t>（</a:t>
            </a:r>
            <a:r>
              <a:rPr lang="en-US" altLang="zh-CN" dirty="0">
                <a:solidFill>
                  <a:srgbClr val="000000"/>
                </a:solidFill>
              </a:rPr>
              <a:t>Linux C++</a:t>
            </a:r>
            <a:r>
              <a:rPr lang="zh-CN" altLang="en-US" dirty="0">
                <a:solidFill>
                  <a:srgbClr val="000000"/>
                </a:solidFill>
              </a:rPr>
              <a:t>）</a:t>
            </a:r>
            <a:endParaRPr lang="en-US" altLang="zh-CN" dirty="0">
              <a:solidFill>
                <a:srgbClr val="000000"/>
              </a:solidFill>
            </a:endParaRPr>
          </a:p>
          <a:p>
            <a:pPr lvl="1" eaLnBrk="1" hangingPunct="1">
              <a:lnSpc>
                <a:spcPct val="90000"/>
              </a:lnSpc>
            </a:pPr>
            <a:r>
              <a:rPr lang="en-US" altLang="zh-CN" dirty="0" err="1">
                <a:solidFill>
                  <a:srgbClr val="000000"/>
                </a:solidFill>
              </a:rPr>
              <a:t>Jimple</a:t>
            </a:r>
            <a:r>
              <a:rPr lang="zh-CN" altLang="en-US" dirty="0">
                <a:solidFill>
                  <a:srgbClr val="000000"/>
                </a:solidFill>
              </a:rPr>
              <a:t>（</a:t>
            </a:r>
            <a:r>
              <a:rPr lang="en-US" altLang="zh-CN" dirty="0">
                <a:solidFill>
                  <a:srgbClr val="000000"/>
                </a:solidFill>
              </a:rPr>
              <a:t>Java</a:t>
            </a:r>
            <a:r>
              <a:rPr lang="zh-CN" altLang="en-US" dirty="0">
                <a:solidFill>
                  <a:srgbClr val="000000"/>
                </a:solidFill>
              </a:rPr>
              <a:t>，经</a:t>
            </a:r>
            <a:r>
              <a:rPr lang="en-US" altLang="zh-CN" dirty="0">
                <a:solidFill>
                  <a:srgbClr val="000000"/>
                </a:solidFill>
              </a:rPr>
              <a:t>soot</a:t>
            </a:r>
            <a:r>
              <a:rPr lang="zh-CN" altLang="en-US" dirty="0">
                <a:solidFill>
                  <a:srgbClr val="000000"/>
                </a:solidFill>
              </a:rPr>
              <a:t>转换为</a:t>
            </a:r>
            <a:r>
              <a:rPr lang="en-US" altLang="zh-CN" dirty="0">
                <a:solidFill>
                  <a:srgbClr val="000000"/>
                </a:solidFill>
              </a:rPr>
              <a:t>Java</a:t>
            </a:r>
            <a:r>
              <a:rPr lang="zh-CN" altLang="en-US" dirty="0">
                <a:solidFill>
                  <a:srgbClr val="000000"/>
                </a:solidFill>
              </a:rPr>
              <a:t>字节码）</a:t>
            </a:r>
            <a:endParaRPr lang="en-US" altLang="zh-CN" dirty="0">
              <a:solidFill>
                <a:srgbClr val="000000"/>
              </a:solidFill>
            </a:endParaRPr>
          </a:p>
          <a:p>
            <a:pPr eaLnBrk="1" hangingPunct="1">
              <a:lnSpc>
                <a:spcPct val="90000"/>
              </a:lnSpc>
            </a:pPr>
            <a:r>
              <a:rPr lang="zh-CN" altLang="en-US" dirty="0"/>
              <a:t>有参考，先做一点点，然后逐步扩展</a:t>
            </a:r>
          </a:p>
          <a:p>
            <a:pPr lvl="1"/>
            <a:endParaRPr lang="en-US" altLang="zh-CN" dirty="0">
              <a:solidFill>
                <a:srgbClr val="000000"/>
              </a:solidFill>
            </a:endParaRPr>
          </a:p>
          <a:p>
            <a:endParaRPr lang="zh-CN" altLang="en-US" dirty="0"/>
          </a:p>
        </p:txBody>
      </p:sp>
    </p:spTree>
    <p:extLst>
      <p:ext uri="{BB962C8B-B14F-4D97-AF65-F5344CB8AC3E}">
        <p14:creationId xmlns:p14="http://schemas.microsoft.com/office/powerpoint/2010/main" val="33148671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0458DDD-49A5-4899-B1C1-536535006246}"/>
              </a:ext>
            </a:extLst>
          </p:cNvPr>
          <p:cNvSpPr>
            <a:spLocks noGrp="1"/>
          </p:cNvSpPr>
          <p:nvPr>
            <p:ph type="title"/>
          </p:nvPr>
        </p:nvSpPr>
        <p:spPr/>
        <p:txBody>
          <a:bodyPr/>
          <a:lstStyle/>
          <a:p>
            <a:r>
              <a:rPr lang="zh-CN" altLang="en-US" dirty="0"/>
              <a:t>分工建议和参考进度</a:t>
            </a:r>
          </a:p>
        </p:txBody>
      </p:sp>
      <p:sp>
        <p:nvSpPr>
          <p:cNvPr id="3" name="内容占位符 2">
            <a:extLst>
              <a:ext uri="{FF2B5EF4-FFF2-40B4-BE49-F238E27FC236}">
                <a16:creationId xmlns:a16="http://schemas.microsoft.com/office/drawing/2014/main" id="{53292C6A-B710-46D1-9930-CBE084A6795C}"/>
              </a:ext>
            </a:extLst>
          </p:cNvPr>
          <p:cNvSpPr>
            <a:spLocks noGrp="1"/>
          </p:cNvSpPr>
          <p:nvPr>
            <p:ph idx="1"/>
          </p:nvPr>
        </p:nvSpPr>
        <p:spPr/>
        <p:txBody>
          <a:bodyPr/>
          <a:lstStyle/>
          <a:p>
            <a:r>
              <a:rPr lang="en-US" altLang="zh-CN" dirty="0"/>
              <a:t>Lex</a:t>
            </a:r>
            <a:r>
              <a:rPr lang="zh-CN" altLang="en-US" dirty="0"/>
              <a:t>、</a:t>
            </a:r>
            <a:r>
              <a:rPr lang="en-US" altLang="zh-CN" dirty="0"/>
              <a:t>Yacc</a:t>
            </a:r>
            <a:r>
              <a:rPr lang="zh-CN" altLang="en-US" dirty="0"/>
              <a:t>、中间代码生成各一人</a:t>
            </a:r>
            <a:endParaRPr lang="en-US" altLang="zh-CN" dirty="0"/>
          </a:p>
          <a:p>
            <a:r>
              <a:rPr lang="zh-CN" altLang="en-US" dirty="0"/>
              <a:t>参考进度</a:t>
            </a:r>
            <a:endParaRPr lang="en-US" altLang="zh-CN" dirty="0"/>
          </a:p>
          <a:p>
            <a:pPr lvl="1"/>
            <a:r>
              <a:rPr lang="zh-CN" altLang="en-US" dirty="0"/>
              <a:t>第</a:t>
            </a:r>
            <a:r>
              <a:rPr lang="en-US" altLang="zh-CN" dirty="0"/>
              <a:t>1</a:t>
            </a:r>
            <a:r>
              <a:rPr lang="zh-CN" altLang="en-US" dirty="0"/>
              <a:t>周：</a:t>
            </a:r>
            <a:endParaRPr lang="en-US" altLang="zh-CN" dirty="0"/>
          </a:p>
          <a:p>
            <a:pPr lvl="2"/>
            <a:r>
              <a:rPr lang="zh-CN" altLang="en-US" dirty="0"/>
              <a:t>组队、分工</a:t>
            </a:r>
            <a:endParaRPr lang="en-US" altLang="zh-CN" dirty="0"/>
          </a:p>
          <a:p>
            <a:pPr lvl="2"/>
            <a:r>
              <a:rPr lang="zh-CN" altLang="en-US" dirty="0"/>
              <a:t>确定</a:t>
            </a:r>
            <a:r>
              <a:rPr lang="en-US" altLang="zh-CN" dirty="0"/>
              <a:t>Lex</a:t>
            </a:r>
            <a:r>
              <a:rPr lang="zh-CN" altLang="en-US" dirty="0"/>
              <a:t>输入文件</a:t>
            </a:r>
            <a:endParaRPr lang="en-US" altLang="zh-CN" dirty="0"/>
          </a:p>
          <a:p>
            <a:pPr lvl="2"/>
            <a:r>
              <a:rPr lang="zh-CN" altLang="en-US" dirty="0"/>
              <a:t>设计</a:t>
            </a:r>
            <a:r>
              <a:rPr lang="en-US" altLang="zh-CN" dirty="0"/>
              <a:t>Lex</a:t>
            </a:r>
            <a:r>
              <a:rPr lang="zh-CN" altLang="en-US" dirty="0"/>
              <a:t>输入文件解析的算法和数据结构，给出伪代码</a:t>
            </a:r>
            <a:endParaRPr lang="en-US" altLang="zh-CN" dirty="0"/>
          </a:p>
          <a:p>
            <a:pPr lvl="2"/>
            <a:r>
              <a:rPr lang="zh-CN" altLang="en-US" dirty="0"/>
              <a:t>给出</a:t>
            </a:r>
            <a:r>
              <a:rPr lang="en-US" altLang="zh-CN" dirty="0"/>
              <a:t>Lex</a:t>
            </a:r>
            <a:r>
              <a:rPr lang="zh-CN" altLang="en-US" dirty="0"/>
              <a:t>部分进度计划（每周实现哪些关键算法）</a:t>
            </a:r>
            <a:endParaRPr lang="en-US" altLang="zh-CN" dirty="0"/>
          </a:p>
          <a:p>
            <a:pPr lvl="2"/>
            <a:r>
              <a:rPr lang="zh-CN" altLang="en-US" dirty="0"/>
              <a:t>开发语言、平台的确定</a:t>
            </a:r>
            <a:endParaRPr lang="en-US" altLang="zh-CN" dirty="0"/>
          </a:p>
          <a:p>
            <a:pPr lvl="3"/>
            <a:r>
              <a:rPr lang="en-US" altLang="zh-CN" dirty="0" err="1"/>
              <a:t>Gitee</a:t>
            </a:r>
            <a:r>
              <a:rPr lang="zh-CN" altLang="en-US" dirty="0"/>
              <a:t>等联合开发平台的熟悉和选用</a:t>
            </a:r>
            <a:endParaRPr lang="en-US" altLang="zh-CN" dirty="0"/>
          </a:p>
          <a:p>
            <a:pPr lvl="3"/>
            <a:r>
              <a:rPr lang="en-US" altLang="zh-CN" dirty="0"/>
              <a:t>AI</a:t>
            </a:r>
            <a:r>
              <a:rPr lang="zh-CN" altLang="en-US" dirty="0"/>
              <a:t>辅助编程平台的选择和学习</a:t>
            </a:r>
            <a:endParaRPr lang="en-US" altLang="zh-CN" dirty="0"/>
          </a:p>
          <a:p>
            <a:pPr lvl="2"/>
            <a:endParaRPr lang="en-US" altLang="zh-CN" dirty="0"/>
          </a:p>
          <a:p>
            <a:pPr lvl="2"/>
            <a:endParaRPr lang="en-US" altLang="zh-CN" dirty="0"/>
          </a:p>
          <a:p>
            <a:pPr lvl="2"/>
            <a:endParaRPr lang="en-US" altLang="zh-CN" dirty="0"/>
          </a:p>
        </p:txBody>
      </p:sp>
    </p:spTree>
    <p:extLst>
      <p:ext uri="{BB962C8B-B14F-4D97-AF65-F5344CB8AC3E}">
        <p14:creationId xmlns:p14="http://schemas.microsoft.com/office/powerpoint/2010/main" val="36942816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6FF886-B078-860E-0448-9EB4E5ACDBB1}"/>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F924EED2-D830-57C1-1E8C-A598524D7DE7}"/>
              </a:ext>
            </a:extLst>
          </p:cNvPr>
          <p:cNvSpPr>
            <a:spLocks noGrp="1"/>
          </p:cNvSpPr>
          <p:nvPr>
            <p:ph idx="1"/>
          </p:nvPr>
        </p:nvSpPr>
        <p:spPr/>
        <p:txBody>
          <a:bodyPr/>
          <a:lstStyle/>
          <a:p>
            <a:r>
              <a:rPr lang="zh-CN" altLang="en-US" dirty="0"/>
              <a:t>学习</a:t>
            </a:r>
            <a:r>
              <a:rPr lang="en-US" altLang="zh-CN" dirty="0"/>
              <a:t>AI</a:t>
            </a:r>
            <a:r>
              <a:rPr lang="zh-CN" altLang="en-US" dirty="0"/>
              <a:t>辅助开发技术</a:t>
            </a:r>
            <a:endParaRPr lang="en-US" altLang="zh-CN" dirty="0"/>
          </a:p>
          <a:p>
            <a:pPr lvl="1"/>
            <a:r>
              <a:rPr lang="en-US" altLang="zh-CN" dirty="0"/>
              <a:t>Trae</a:t>
            </a:r>
            <a:r>
              <a:rPr lang="zh-CN" altLang="en-US" dirty="0"/>
              <a:t>等</a:t>
            </a:r>
            <a:r>
              <a:rPr lang="en-US" altLang="zh-CN" dirty="0"/>
              <a:t>AI</a:t>
            </a:r>
            <a:r>
              <a:rPr lang="zh-CN" altLang="en-US" dirty="0"/>
              <a:t>辅助编程平台的教程和开源资料</a:t>
            </a:r>
            <a:endParaRPr lang="en-US" altLang="zh-CN" dirty="0"/>
          </a:p>
          <a:p>
            <a:pPr lvl="1"/>
            <a:r>
              <a:rPr lang="zh-CN" altLang="en-US" dirty="0"/>
              <a:t>斯坦福大学的</a:t>
            </a:r>
            <a:r>
              <a:rPr lang="en-US" altLang="zh-CN" dirty="0"/>
              <a:t>AI</a:t>
            </a:r>
            <a:r>
              <a:rPr lang="zh-CN" altLang="en-US" dirty="0"/>
              <a:t>辅助编程课程：</a:t>
            </a:r>
            <a:r>
              <a:rPr lang="en-US" altLang="zh-CN" dirty="0">
                <a:hlinkClick r:id="rId2">
                  <a:extLst>
                    <a:ext uri="{A12FA001-AC4F-418D-AE19-62706E023703}">
                      <ahyp:hlinkClr xmlns:ahyp="http://schemas.microsoft.com/office/drawing/2018/hyperlinkcolor" val="tx"/>
                    </a:ext>
                  </a:extLst>
                </a:hlinkClick>
              </a:rPr>
              <a:t>https://themodernsoftware.dev</a:t>
            </a:r>
            <a:endParaRPr lang="en-US" altLang="zh-CN" dirty="0"/>
          </a:p>
          <a:p>
            <a:pPr lvl="1"/>
            <a:r>
              <a:rPr lang="en-US" altLang="zh-CN" b="1" i="0" dirty="0">
                <a:effectLst/>
                <a:latin typeface="PingFang SC"/>
              </a:rPr>
              <a:t>Claude</a:t>
            </a:r>
            <a:r>
              <a:rPr lang="zh-CN" altLang="en-US" b="1" i="0" dirty="0">
                <a:effectLst/>
                <a:latin typeface="PingFang SC"/>
              </a:rPr>
              <a:t>构建的</a:t>
            </a:r>
            <a:r>
              <a:rPr lang="en-US" altLang="zh-CN" b="1" i="0" dirty="0">
                <a:effectLst/>
                <a:latin typeface="PingFang SC"/>
              </a:rPr>
              <a:t>C</a:t>
            </a:r>
            <a:r>
              <a:rPr lang="zh-CN" altLang="en-US" b="1" i="0" dirty="0">
                <a:effectLst/>
                <a:latin typeface="PingFang SC"/>
              </a:rPr>
              <a:t>编译器：</a:t>
            </a:r>
            <a:r>
              <a:rPr lang="en-US" altLang="zh-CN" dirty="0">
                <a:hlinkClick r:id="rId3">
                  <a:extLst>
                    <a:ext uri="{A12FA001-AC4F-418D-AE19-62706E023703}">
                      <ahyp:hlinkClr xmlns:ahyp="http://schemas.microsoft.com/office/drawing/2018/hyperlinkcolor" val="tx"/>
                    </a:ext>
                  </a:extLst>
                </a:hlinkClick>
              </a:rPr>
              <a:t>https://mp.weixin.qq.com/s/NYKDLw_yVOJEvrobNLfGgg</a:t>
            </a:r>
            <a:endParaRPr lang="en-US" altLang="zh-CN" dirty="0"/>
          </a:p>
          <a:p>
            <a:pPr marL="457200" lvl="1" indent="0">
              <a:buNone/>
            </a:pPr>
            <a:r>
              <a:rPr lang="en-US" altLang="zh-CN" dirty="0"/>
              <a:t>   https://github.com/anthropics/claudes-c-compiler</a:t>
            </a:r>
          </a:p>
          <a:p>
            <a:endParaRPr lang="zh-CN" altLang="en-US" dirty="0"/>
          </a:p>
        </p:txBody>
      </p:sp>
    </p:spTree>
    <p:extLst>
      <p:ext uri="{BB962C8B-B14F-4D97-AF65-F5344CB8AC3E}">
        <p14:creationId xmlns:p14="http://schemas.microsoft.com/office/powerpoint/2010/main" val="27147451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EAB6C0-53E4-49B5-A977-6A865B66632E}"/>
              </a:ext>
            </a:extLst>
          </p:cNvPr>
          <p:cNvSpPr>
            <a:spLocks noGrp="1"/>
          </p:cNvSpPr>
          <p:nvPr>
            <p:ph type="title"/>
          </p:nvPr>
        </p:nvSpPr>
        <p:spPr/>
        <p:txBody>
          <a:bodyPr/>
          <a:lstStyle/>
          <a:p>
            <a:r>
              <a:rPr lang="zh-CN" altLang="en-US" dirty="0"/>
              <a:t>参考进度</a:t>
            </a:r>
          </a:p>
        </p:txBody>
      </p:sp>
      <p:sp>
        <p:nvSpPr>
          <p:cNvPr id="3" name="内容占位符 2">
            <a:extLst>
              <a:ext uri="{FF2B5EF4-FFF2-40B4-BE49-F238E27FC236}">
                <a16:creationId xmlns:a16="http://schemas.microsoft.com/office/drawing/2014/main" id="{47C95543-0540-4BA6-9D7A-354D27BC0320}"/>
              </a:ext>
            </a:extLst>
          </p:cNvPr>
          <p:cNvSpPr>
            <a:spLocks noGrp="1"/>
          </p:cNvSpPr>
          <p:nvPr>
            <p:ph idx="1"/>
          </p:nvPr>
        </p:nvSpPr>
        <p:spPr/>
        <p:txBody>
          <a:bodyPr/>
          <a:lstStyle/>
          <a:p>
            <a:pPr lvl="1"/>
            <a:r>
              <a:rPr lang="zh-CN" altLang="en-US" dirty="0"/>
              <a:t>第</a:t>
            </a:r>
            <a:r>
              <a:rPr lang="en-US" altLang="zh-CN" dirty="0"/>
              <a:t>2</a:t>
            </a:r>
            <a:r>
              <a:rPr lang="zh-CN" altLang="en-US" dirty="0"/>
              <a:t>周：</a:t>
            </a:r>
            <a:endParaRPr lang="en-US" altLang="zh-CN" dirty="0"/>
          </a:p>
          <a:p>
            <a:pPr lvl="2"/>
            <a:r>
              <a:rPr lang="zh-CN" altLang="en-US" dirty="0"/>
              <a:t>确定</a:t>
            </a:r>
            <a:r>
              <a:rPr lang="en-US" altLang="zh-CN" dirty="0" err="1"/>
              <a:t>Yacc</a:t>
            </a:r>
            <a:r>
              <a:rPr lang="zh-CN" altLang="en-US" dirty="0"/>
              <a:t>输入文件</a:t>
            </a:r>
            <a:endParaRPr lang="en-US" altLang="zh-CN" dirty="0"/>
          </a:p>
          <a:p>
            <a:pPr lvl="2"/>
            <a:r>
              <a:rPr lang="zh-CN" altLang="en-US" dirty="0"/>
              <a:t>设计</a:t>
            </a:r>
            <a:r>
              <a:rPr lang="en-US" altLang="zh-CN" dirty="0" err="1"/>
              <a:t>Yacc</a:t>
            </a:r>
            <a:r>
              <a:rPr lang="zh-CN" altLang="en-US" dirty="0"/>
              <a:t>输入文件解析的算法和数据结构，给出伪代码</a:t>
            </a:r>
            <a:endParaRPr lang="en-US" altLang="zh-CN" dirty="0"/>
          </a:p>
          <a:p>
            <a:pPr lvl="2"/>
            <a:r>
              <a:rPr lang="zh-CN" altLang="en-US" dirty="0"/>
              <a:t>确定各人的接口方式、确定主要环节的数据结构</a:t>
            </a:r>
            <a:endParaRPr lang="en-US" altLang="zh-CN" dirty="0"/>
          </a:p>
          <a:p>
            <a:pPr lvl="2"/>
            <a:r>
              <a:rPr lang="zh-CN" altLang="en-US" dirty="0"/>
              <a:t>初步给出输出语法树的语义规则</a:t>
            </a:r>
            <a:endParaRPr lang="en-US" altLang="zh-CN" dirty="0"/>
          </a:p>
          <a:p>
            <a:pPr lvl="2"/>
            <a:r>
              <a:rPr lang="zh-CN" altLang="en-US" dirty="0"/>
              <a:t>说明和定义部分的语义规则</a:t>
            </a:r>
            <a:endParaRPr lang="en-US" altLang="zh-CN" dirty="0"/>
          </a:p>
          <a:p>
            <a:pPr lvl="2"/>
            <a:r>
              <a:rPr lang="zh-CN" altLang="en-US" dirty="0"/>
              <a:t>符号表构造的语义规则 </a:t>
            </a:r>
            <a:endParaRPr lang="en-US" altLang="zh-CN" dirty="0"/>
          </a:p>
          <a:p>
            <a:pPr lvl="2"/>
            <a:r>
              <a:rPr lang="zh-CN" altLang="en-US" dirty="0"/>
              <a:t>确定语法分析部分的进度计划（每周实现哪些关键算法）</a:t>
            </a:r>
            <a:endParaRPr lang="en-US" altLang="zh-CN" dirty="0"/>
          </a:p>
          <a:p>
            <a:pPr lvl="1"/>
            <a:r>
              <a:rPr lang="zh-CN" altLang="en-US" dirty="0"/>
              <a:t>第</a:t>
            </a:r>
            <a:r>
              <a:rPr lang="en-US" altLang="zh-CN" dirty="0"/>
              <a:t>3</a:t>
            </a:r>
            <a:r>
              <a:rPr lang="zh-CN" altLang="en-US" dirty="0"/>
              <a:t>周：</a:t>
            </a:r>
            <a:endParaRPr lang="en-US" altLang="zh-CN" dirty="0"/>
          </a:p>
          <a:p>
            <a:pPr lvl="2"/>
            <a:r>
              <a:rPr lang="zh-CN" altLang="en-US" dirty="0"/>
              <a:t>初步设计程序架构、函数调用关系</a:t>
            </a:r>
            <a:endParaRPr lang="en-US" altLang="zh-CN" dirty="0"/>
          </a:p>
          <a:p>
            <a:pPr lvl="2"/>
            <a:r>
              <a:rPr lang="zh-CN" altLang="en-US" dirty="0"/>
              <a:t>语句部分的语义规则</a:t>
            </a:r>
            <a:endParaRPr lang="en-US" altLang="zh-CN" dirty="0"/>
          </a:p>
          <a:p>
            <a:pPr lvl="2"/>
            <a:r>
              <a:rPr lang="zh-CN" altLang="en-US" dirty="0"/>
              <a:t>语义规则向</a:t>
            </a:r>
            <a:r>
              <a:rPr lang="en-US" altLang="zh-CN" dirty="0"/>
              <a:t>translation scheme</a:t>
            </a:r>
            <a:r>
              <a:rPr lang="zh-CN" altLang="en-US" dirty="0"/>
              <a:t>的转换</a:t>
            </a:r>
            <a:endParaRPr lang="en-US" altLang="zh-CN" dirty="0"/>
          </a:p>
          <a:p>
            <a:pPr lvl="2"/>
            <a:endParaRPr lang="en-US" altLang="zh-CN" dirty="0"/>
          </a:p>
        </p:txBody>
      </p:sp>
    </p:spTree>
    <p:extLst>
      <p:ext uri="{BB962C8B-B14F-4D97-AF65-F5344CB8AC3E}">
        <p14:creationId xmlns:p14="http://schemas.microsoft.com/office/powerpoint/2010/main" val="7559101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参考进度</a:t>
            </a:r>
          </a:p>
        </p:txBody>
      </p:sp>
      <p:sp>
        <p:nvSpPr>
          <p:cNvPr id="3" name="内容占位符 2"/>
          <p:cNvSpPr>
            <a:spLocks noGrp="1"/>
          </p:cNvSpPr>
          <p:nvPr>
            <p:ph idx="1"/>
          </p:nvPr>
        </p:nvSpPr>
        <p:spPr/>
        <p:txBody>
          <a:bodyPr/>
          <a:lstStyle/>
          <a:p>
            <a:pPr lvl="1"/>
            <a:r>
              <a:rPr lang="zh-CN" altLang="en-US" dirty="0"/>
              <a:t>第</a:t>
            </a:r>
            <a:r>
              <a:rPr lang="en-US" altLang="zh-CN" dirty="0"/>
              <a:t>4</a:t>
            </a:r>
            <a:r>
              <a:rPr lang="zh-CN" altLang="en-US" dirty="0"/>
              <a:t>周：</a:t>
            </a:r>
            <a:endParaRPr lang="en-US" altLang="zh-CN" dirty="0"/>
          </a:p>
          <a:p>
            <a:pPr lvl="2"/>
            <a:r>
              <a:rPr lang="en-US" altLang="zh-CN" dirty="0"/>
              <a:t>Lex</a:t>
            </a:r>
            <a:r>
              <a:rPr lang="zh-CN" altLang="en-US" dirty="0"/>
              <a:t>、</a:t>
            </a:r>
            <a:r>
              <a:rPr lang="en-US" altLang="zh-CN" dirty="0" err="1"/>
              <a:t>Yacc</a:t>
            </a:r>
            <a:r>
              <a:rPr lang="zh-CN" altLang="en-US" dirty="0"/>
              <a:t>详细设计及详细设计文档、主要算法伪代码。</a:t>
            </a:r>
            <a:endParaRPr lang="en-US" altLang="zh-CN" dirty="0"/>
          </a:p>
          <a:p>
            <a:pPr lvl="2"/>
            <a:r>
              <a:rPr lang="zh-CN" altLang="en-US" dirty="0"/>
              <a:t>语义规则实现（用</a:t>
            </a:r>
            <a:r>
              <a:rPr lang="en-US" altLang="zh-CN" dirty="0"/>
              <a:t>C++</a:t>
            </a:r>
            <a:r>
              <a:rPr lang="zh-CN" altLang="en-US" dirty="0"/>
              <a:t>或</a:t>
            </a:r>
            <a:r>
              <a:rPr lang="en-US" altLang="zh-CN" dirty="0"/>
              <a:t>Java</a:t>
            </a:r>
            <a:r>
              <a:rPr lang="zh-CN" altLang="en-US" dirty="0"/>
              <a:t>）方案</a:t>
            </a:r>
            <a:endParaRPr lang="en-US" altLang="zh-CN" dirty="0"/>
          </a:p>
          <a:p>
            <a:pPr lvl="2"/>
            <a:r>
              <a:rPr lang="zh-CN" altLang="en-US" dirty="0"/>
              <a:t>语义部分的详细进度计划</a:t>
            </a:r>
            <a:endParaRPr lang="en-US" altLang="zh-CN" dirty="0"/>
          </a:p>
          <a:p>
            <a:pPr lvl="1"/>
            <a:r>
              <a:rPr lang="zh-CN" altLang="en-US" dirty="0"/>
              <a:t>第</a:t>
            </a:r>
            <a:r>
              <a:rPr lang="en-US" altLang="zh-CN" dirty="0"/>
              <a:t>5-9</a:t>
            </a:r>
            <a:r>
              <a:rPr lang="zh-CN" altLang="en-US" dirty="0"/>
              <a:t>周</a:t>
            </a:r>
            <a:endParaRPr lang="en-US" altLang="zh-CN" dirty="0"/>
          </a:p>
          <a:p>
            <a:pPr lvl="2"/>
            <a:r>
              <a:rPr lang="zh-CN" altLang="en-US" dirty="0"/>
              <a:t>具体实现</a:t>
            </a:r>
            <a:endParaRPr lang="en-US" altLang="zh-CN" dirty="0"/>
          </a:p>
          <a:p>
            <a:pPr lvl="2"/>
            <a:r>
              <a:rPr lang="zh-CN" altLang="en-US" dirty="0"/>
              <a:t>第</a:t>
            </a:r>
            <a:r>
              <a:rPr lang="en-US" altLang="zh-CN" dirty="0"/>
              <a:t>5</a:t>
            </a:r>
            <a:r>
              <a:rPr lang="zh-CN" altLang="en-US" dirty="0"/>
              <a:t>周末向助教老师提交详细设计方案作为中期检查。</a:t>
            </a:r>
            <a:endParaRPr lang="en-US" altLang="zh-CN" dirty="0"/>
          </a:p>
          <a:p>
            <a:pPr lvl="2"/>
            <a:r>
              <a:rPr lang="zh-CN" altLang="en-US" dirty="0"/>
              <a:t>第</a:t>
            </a:r>
            <a:r>
              <a:rPr lang="en-US" altLang="zh-CN" dirty="0"/>
              <a:t>5</a:t>
            </a:r>
            <a:r>
              <a:rPr lang="zh-CN" altLang="en-US" dirty="0"/>
              <a:t>周实现：</a:t>
            </a:r>
            <a:endParaRPr lang="en-US" altLang="zh-CN" dirty="0"/>
          </a:p>
          <a:p>
            <a:pPr lvl="3"/>
            <a:r>
              <a:rPr lang="en-US" altLang="zh-CN" dirty="0"/>
              <a:t>Lex</a:t>
            </a:r>
            <a:r>
              <a:rPr lang="zh-CN" altLang="en-US" dirty="0"/>
              <a:t>输入文件的解析（</a:t>
            </a:r>
            <a:r>
              <a:rPr lang="en-US" altLang="zh-CN" dirty="0"/>
              <a:t>Lex RE =&gt; </a:t>
            </a:r>
            <a:r>
              <a:rPr lang="zh-CN" altLang="en-US" dirty="0"/>
              <a:t>常规</a:t>
            </a:r>
            <a:r>
              <a:rPr lang="en-US" altLang="zh-CN" dirty="0"/>
              <a:t>RE</a:t>
            </a:r>
            <a:r>
              <a:rPr lang="zh-CN" altLang="en-US" dirty="0"/>
              <a:t>）</a:t>
            </a:r>
            <a:endParaRPr lang="en-US" altLang="zh-CN" dirty="0"/>
          </a:p>
          <a:p>
            <a:pPr lvl="3"/>
            <a:r>
              <a:rPr lang="en-US" altLang="zh-CN" dirty="0"/>
              <a:t>Yacc</a:t>
            </a:r>
          </a:p>
          <a:p>
            <a:pPr lvl="4"/>
            <a:r>
              <a:rPr lang="zh-CN" altLang="en-US" dirty="0"/>
              <a:t>输入文件的解析。</a:t>
            </a:r>
            <a:endParaRPr lang="en-US" altLang="zh-CN" dirty="0"/>
          </a:p>
          <a:p>
            <a:pPr lvl="4"/>
            <a:r>
              <a:rPr lang="zh-CN" altLang="en-US" dirty="0"/>
              <a:t>求非终结符的</a:t>
            </a:r>
            <a:r>
              <a:rPr lang="en-US" altLang="zh-CN" dirty="0"/>
              <a:t>First</a:t>
            </a:r>
            <a:r>
              <a:rPr lang="zh-CN" altLang="en-US" dirty="0"/>
              <a:t>集</a:t>
            </a:r>
            <a:endParaRPr lang="en-US" altLang="zh-CN" dirty="0"/>
          </a:p>
          <a:p>
            <a:pPr lvl="3"/>
            <a:r>
              <a:rPr lang="zh-CN" altLang="en-US" dirty="0"/>
              <a:t>中间代码生成</a:t>
            </a:r>
            <a:endParaRPr lang="en-US" altLang="zh-CN" dirty="0"/>
          </a:p>
          <a:p>
            <a:pPr lvl="4"/>
            <a:r>
              <a:rPr lang="zh-CN" altLang="en-US" dirty="0"/>
              <a:t>语义规则的读入</a:t>
            </a:r>
            <a:endParaRPr lang="en-US" altLang="zh-CN" dirty="0"/>
          </a:p>
          <a:p>
            <a:endParaRPr lang="zh-CN" altLang="en-US" dirty="0"/>
          </a:p>
        </p:txBody>
      </p:sp>
    </p:spTree>
    <p:extLst>
      <p:ext uri="{BB962C8B-B14F-4D97-AF65-F5344CB8AC3E}">
        <p14:creationId xmlns:p14="http://schemas.microsoft.com/office/powerpoint/2010/main" val="24893874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7609CF-BF62-4094-A318-5AADD5F93F62}"/>
              </a:ext>
            </a:extLst>
          </p:cNvPr>
          <p:cNvSpPr>
            <a:spLocks noGrp="1"/>
          </p:cNvSpPr>
          <p:nvPr>
            <p:ph type="title"/>
          </p:nvPr>
        </p:nvSpPr>
        <p:spPr/>
        <p:txBody>
          <a:bodyPr/>
          <a:lstStyle/>
          <a:p>
            <a:r>
              <a:rPr lang="zh-CN" altLang="en-US" dirty="0"/>
              <a:t>参考进度</a:t>
            </a:r>
          </a:p>
        </p:txBody>
      </p:sp>
      <p:sp>
        <p:nvSpPr>
          <p:cNvPr id="3" name="内容占位符 2">
            <a:extLst>
              <a:ext uri="{FF2B5EF4-FFF2-40B4-BE49-F238E27FC236}">
                <a16:creationId xmlns:a16="http://schemas.microsoft.com/office/drawing/2014/main" id="{B3BD228C-D110-49C2-AEAA-619E71A2483D}"/>
              </a:ext>
            </a:extLst>
          </p:cNvPr>
          <p:cNvSpPr>
            <a:spLocks noGrp="1"/>
          </p:cNvSpPr>
          <p:nvPr>
            <p:ph idx="1"/>
          </p:nvPr>
        </p:nvSpPr>
        <p:spPr/>
        <p:txBody>
          <a:bodyPr/>
          <a:lstStyle/>
          <a:p>
            <a:pPr lvl="2"/>
            <a:r>
              <a:rPr lang="zh-CN" altLang="en-US" dirty="0"/>
              <a:t>第</a:t>
            </a:r>
            <a:r>
              <a:rPr lang="en-US" altLang="zh-CN" dirty="0"/>
              <a:t>6</a:t>
            </a:r>
            <a:r>
              <a:rPr lang="zh-CN" altLang="en-US" dirty="0"/>
              <a:t>周实现</a:t>
            </a:r>
            <a:endParaRPr lang="en-US" altLang="zh-CN" dirty="0"/>
          </a:p>
          <a:p>
            <a:pPr lvl="3"/>
            <a:r>
              <a:rPr lang="en-US" altLang="zh-CN" dirty="0"/>
              <a:t>Lex</a:t>
            </a:r>
          </a:p>
          <a:p>
            <a:pPr lvl="4"/>
            <a:r>
              <a:rPr lang="zh-CN" altLang="en-US" dirty="0"/>
              <a:t>正规式的解析（转语法树或后缀表达）</a:t>
            </a:r>
          </a:p>
          <a:p>
            <a:pPr lvl="4"/>
            <a:r>
              <a:rPr lang="zh-CN" altLang="en-US" dirty="0"/>
              <a:t>将每个正规式转换到一个</a:t>
            </a:r>
            <a:r>
              <a:rPr lang="en-US" altLang="zh-CN" dirty="0"/>
              <a:t>NFA</a:t>
            </a:r>
            <a:r>
              <a:rPr lang="zh-CN" altLang="en-US" dirty="0"/>
              <a:t>，</a:t>
            </a:r>
            <a:r>
              <a:rPr lang="en-US" altLang="zh-CN" dirty="0"/>
              <a:t>NFA</a:t>
            </a:r>
            <a:r>
              <a:rPr lang="zh-CN" altLang="en-US" dirty="0"/>
              <a:t>的可视化</a:t>
            </a:r>
            <a:endParaRPr lang="en-US" altLang="zh-CN" dirty="0"/>
          </a:p>
          <a:p>
            <a:pPr lvl="4"/>
            <a:r>
              <a:rPr lang="zh-CN" altLang="en-US" dirty="0"/>
              <a:t>将所有正规式对应的</a:t>
            </a:r>
            <a:r>
              <a:rPr lang="en-US" altLang="zh-CN" dirty="0"/>
              <a:t>NFA</a:t>
            </a:r>
            <a:r>
              <a:rPr lang="zh-CN" altLang="en-US" dirty="0"/>
              <a:t>合并为一个大的</a:t>
            </a:r>
            <a:r>
              <a:rPr lang="en-US" altLang="zh-CN" dirty="0"/>
              <a:t>NFA</a:t>
            </a:r>
          </a:p>
          <a:p>
            <a:pPr lvl="3"/>
            <a:r>
              <a:rPr lang="en-US" altLang="zh-CN" dirty="0"/>
              <a:t>Yacc</a:t>
            </a:r>
          </a:p>
          <a:p>
            <a:pPr lvl="4"/>
            <a:r>
              <a:rPr lang="en-US" altLang="zh-CN" dirty="0"/>
              <a:t>Item</a:t>
            </a:r>
            <a:r>
              <a:rPr lang="zh-CN" altLang="en-US" dirty="0"/>
              <a:t>闭包的构造</a:t>
            </a:r>
            <a:endParaRPr lang="en-US" altLang="zh-CN" dirty="0"/>
          </a:p>
          <a:p>
            <a:pPr lvl="4"/>
            <a:r>
              <a:rPr lang="zh-CN" altLang="en-US" dirty="0"/>
              <a:t>预测符的计算</a:t>
            </a:r>
            <a:endParaRPr lang="en-US" altLang="zh-CN" dirty="0"/>
          </a:p>
          <a:p>
            <a:pPr lvl="3"/>
            <a:r>
              <a:rPr lang="zh-CN" altLang="en-US" dirty="0"/>
              <a:t>中间代码生成</a:t>
            </a:r>
            <a:endParaRPr lang="en-US" altLang="zh-CN" dirty="0"/>
          </a:p>
          <a:p>
            <a:pPr lvl="4"/>
            <a:r>
              <a:rPr lang="zh-CN" altLang="en-US" dirty="0"/>
              <a:t>带语义动作节点的语法树的生成</a:t>
            </a:r>
            <a:endParaRPr lang="en-US" altLang="zh-CN" dirty="0"/>
          </a:p>
          <a:p>
            <a:pPr lvl="4"/>
            <a:r>
              <a:rPr lang="zh-CN" altLang="en-US" dirty="0"/>
              <a:t>调试：手工构造一个语法树，确定规约顺序</a:t>
            </a:r>
            <a:endParaRPr lang="en-US" altLang="zh-CN" dirty="0"/>
          </a:p>
        </p:txBody>
      </p:sp>
    </p:spTree>
    <p:extLst>
      <p:ext uri="{BB962C8B-B14F-4D97-AF65-F5344CB8AC3E}">
        <p14:creationId xmlns:p14="http://schemas.microsoft.com/office/powerpoint/2010/main" val="37091475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0F5824-5832-4510-9E9F-87BC758CFBE1}"/>
              </a:ext>
            </a:extLst>
          </p:cNvPr>
          <p:cNvSpPr>
            <a:spLocks noGrp="1"/>
          </p:cNvSpPr>
          <p:nvPr>
            <p:ph type="title"/>
          </p:nvPr>
        </p:nvSpPr>
        <p:spPr/>
        <p:txBody>
          <a:bodyPr/>
          <a:lstStyle/>
          <a:p>
            <a:r>
              <a:rPr lang="zh-CN" altLang="en-US" dirty="0"/>
              <a:t>参考进度</a:t>
            </a:r>
          </a:p>
        </p:txBody>
      </p:sp>
      <p:sp>
        <p:nvSpPr>
          <p:cNvPr id="3" name="内容占位符 2">
            <a:extLst>
              <a:ext uri="{FF2B5EF4-FFF2-40B4-BE49-F238E27FC236}">
                <a16:creationId xmlns:a16="http://schemas.microsoft.com/office/drawing/2014/main" id="{9C886368-8974-4841-BA51-DF69BCD7076B}"/>
              </a:ext>
            </a:extLst>
          </p:cNvPr>
          <p:cNvSpPr>
            <a:spLocks noGrp="1"/>
          </p:cNvSpPr>
          <p:nvPr>
            <p:ph idx="1"/>
          </p:nvPr>
        </p:nvSpPr>
        <p:spPr/>
        <p:txBody>
          <a:bodyPr/>
          <a:lstStyle/>
          <a:p>
            <a:pPr lvl="2"/>
            <a:r>
              <a:rPr lang="zh-CN" altLang="en-US" dirty="0"/>
              <a:t>第</a:t>
            </a:r>
            <a:r>
              <a:rPr lang="en-US" altLang="zh-CN" dirty="0"/>
              <a:t>7</a:t>
            </a:r>
            <a:r>
              <a:rPr lang="zh-CN" altLang="en-US" dirty="0"/>
              <a:t>周实现</a:t>
            </a:r>
            <a:endParaRPr lang="en-US" altLang="zh-CN" dirty="0"/>
          </a:p>
          <a:p>
            <a:pPr lvl="3"/>
            <a:r>
              <a:rPr lang="en-US" altLang="zh-CN" dirty="0"/>
              <a:t>Lex</a:t>
            </a:r>
          </a:p>
          <a:p>
            <a:pPr lvl="4"/>
            <a:r>
              <a:rPr lang="en-US" altLang="zh-CN" dirty="0"/>
              <a:t>NFA</a:t>
            </a:r>
            <a:r>
              <a:rPr lang="zh-CN" altLang="en-US" dirty="0"/>
              <a:t>的确定化，</a:t>
            </a:r>
            <a:r>
              <a:rPr lang="en-US" altLang="zh-CN" dirty="0"/>
              <a:t>DFA</a:t>
            </a:r>
            <a:r>
              <a:rPr lang="zh-CN" altLang="en-US" dirty="0"/>
              <a:t>可视化</a:t>
            </a:r>
            <a:endParaRPr lang="en-US" altLang="zh-CN" dirty="0"/>
          </a:p>
          <a:p>
            <a:pPr lvl="3"/>
            <a:r>
              <a:rPr lang="en-US" altLang="zh-CN" dirty="0" err="1"/>
              <a:t>Yacc</a:t>
            </a:r>
            <a:endParaRPr lang="en-US" altLang="zh-CN" dirty="0"/>
          </a:p>
          <a:p>
            <a:pPr lvl="4"/>
            <a:r>
              <a:rPr lang="en-US" altLang="zh-CN" dirty="0"/>
              <a:t>LR</a:t>
            </a:r>
            <a:r>
              <a:rPr lang="zh-CN" altLang="en-US" dirty="0"/>
              <a:t>分析状态变迁的构造</a:t>
            </a:r>
            <a:endParaRPr lang="en-US" altLang="zh-CN" dirty="0"/>
          </a:p>
          <a:p>
            <a:pPr lvl="3"/>
            <a:r>
              <a:rPr lang="zh-CN" altLang="en-US" dirty="0"/>
              <a:t>中间代码生成</a:t>
            </a:r>
            <a:endParaRPr lang="en-US" altLang="zh-CN" dirty="0"/>
          </a:p>
          <a:p>
            <a:pPr lvl="4"/>
            <a:r>
              <a:rPr lang="zh-CN" altLang="en-US" dirty="0"/>
              <a:t>先序访问带语义动作的语法树，编译时语义动作的实现（</a:t>
            </a:r>
            <a:r>
              <a:rPr lang="en-US" altLang="zh-CN" dirty="0"/>
              <a:t>C++</a:t>
            </a:r>
            <a:r>
              <a:rPr lang="zh-CN" altLang="en-US" dirty="0"/>
              <a:t>或</a:t>
            </a:r>
            <a:r>
              <a:rPr lang="en-US" altLang="zh-CN" dirty="0"/>
              <a:t>Java</a:t>
            </a:r>
            <a:r>
              <a:rPr lang="zh-CN" altLang="en-US" dirty="0"/>
              <a:t>）</a:t>
            </a:r>
            <a:endParaRPr lang="en-US" altLang="zh-CN" dirty="0"/>
          </a:p>
          <a:p>
            <a:pPr lvl="2"/>
            <a:r>
              <a:rPr lang="zh-CN" altLang="en-US" dirty="0"/>
              <a:t>第</a:t>
            </a:r>
            <a:r>
              <a:rPr lang="en-US" altLang="zh-CN" dirty="0"/>
              <a:t>8</a:t>
            </a:r>
            <a:r>
              <a:rPr lang="zh-CN" altLang="en-US" dirty="0"/>
              <a:t>周实现</a:t>
            </a:r>
            <a:endParaRPr lang="en-US" altLang="zh-CN" dirty="0"/>
          </a:p>
          <a:p>
            <a:pPr lvl="3"/>
            <a:r>
              <a:rPr lang="en-US" altLang="zh-CN" dirty="0"/>
              <a:t>Lex</a:t>
            </a:r>
          </a:p>
          <a:p>
            <a:pPr lvl="4"/>
            <a:r>
              <a:rPr lang="en-US" altLang="zh-CN" dirty="0"/>
              <a:t>DFA</a:t>
            </a:r>
            <a:r>
              <a:rPr lang="zh-CN" altLang="en-US" dirty="0"/>
              <a:t>最小化</a:t>
            </a:r>
            <a:endParaRPr lang="en-US" altLang="zh-CN" dirty="0"/>
          </a:p>
          <a:p>
            <a:pPr lvl="4"/>
            <a:r>
              <a:rPr lang="zh-CN" altLang="en-US" dirty="0"/>
              <a:t>根据</a:t>
            </a:r>
            <a:r>
              <a:rPr lang="en-US" altLang="zh-CN" dirty="0"/>
              <a:t>DFA</a:t>
            </a:r>
            <a:r>
              <a:rPr lang="zh-CN" altLang="en-US" dirty="0"/>
              <a:t>进行此法分析</a:t>
            </a:r>
            <a:endParaRPr lang="en-US" altLang="zh-CN" dirty="0"/>
          </a:p>
          <a:p>
            <a:pPr lvl="3"/>
            <a:r>
              <a:rPr lang="en-US" altLang="zh-CN" dirty="0"/>
              <a:t>Yacc</a:t>
            </a:r>
          </a:p>
          <a:p>
            <a:pPr lvl="4"/>
            <a:r>
              <a:rPr lang="en-US" altLang="zh-CN" dirty="0"/>
              <a:t>LR</a:t>
            </a:r>
            <a:r>
              <a:rPr lang="zh-CN" altLang="en-US" dirty="0"/>
              <a:t>分析表的构造和总控程序的构造</a:t>
            </a:r>
            <a:endParaRPr lang="en-US" altLang="zh-CN" dirty="0"/>
          </a:p>
          <a:p>
            <a:pPr lvl="4"/>
            <a:r>
              <a:rPr lang="en-US" altLang="zh-CN" dirty="0"/>
              <a:t>LALR</a:t>
            </a:r>
            <a:r>
              <a:rPr lang="zh-CN" altLang="en-US" dirty="0"/>
              <a:t>分析的实现</a:t>
            </a:r>
            <a:endParaRPr lang="en-US" altLang="zh-CN" dirty="0"/>
          </a:p>
          <a:p>
            <a:pPr lvl="3"/>
            <a:r>
              <a:rPr lang="zh-CN" altLang="en-US" dirty="0"/>
              <a:t>中间代码生成</a:t>
            </a:r>
            <a:endParaRPr lang="en-US" altLang="zh-CN" dirty="0"/>
          </a:p>
          <a:p>
            <a:pPr lvl="4"/>
            <a:r>
              <a:rPr lang="zh-CN" altLang="en-US" dirty="0"/>
              <a:t>运行时语义动作的实现（</a:t>
            </a:r>
            <a:r>
              <a:rPr lang="en-US" altLang="zh-CN" dirty="0"/>
              <a:t>C++</a:t>
            </a:r>
            <a:r>
              <a:rPr lang="zh-CN" altLang="en-US" dirty="0"/>
              <a:t>或</a:t>
            </a:r>
            <a:r>
              <a:rPr lang="en-US" altLang="zh-CN" dirty="0"/>
              <a:t>Java</a:t>
            </a:r>
            <a:r>
              <a:rPr lang="zh-CN" altLang="en-US" dirty="0"/>
              <a:t>）</a:t>
            </a:r>
          </a:p>
        </p:txBody>
      </p:sp>
    </p:spTree>
    <p:extLst>
      <p:ext uri="{BB962C8B-B14F-4D97-AF65-F5344CB8AC3E}">
        <p14:creationId xmlns:p14="http://schemas.microsoft.com/office/powerpoint/2010/main" val="18995547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2FDB6D-AA6F-441E-1C30-BF512FE44FAF}"/>
              </a:ext>
            </a:extLst>
          </p:cNvPr>
          <p:cNvSpPr>
            <a:spLocks noGrp="1"/>
          </p:cNvSpPr>
          <p:nvPr>
            <p:ph type="title"/>
          </p:nvPr>
        </p:nvSpPr>
        <p:spPr/>
        <p:txBody>
          <a:bodyPr/>
          <a:lstStyle/>
          <a:p>
            <a:r>
              <a:rPr lang="zh-CN" altLang="en-US" dirty="0"/>
              <a:t>参考进度</a:t>
            </a:r>
          </a:p>
        </p:txBody>
      </p:sp>
      <p:sp>
        <p:nvSpPr>
          <p:cNvPr id="3" name="内容占位符 2">
            <a:extLst>
              <a:ext uri="{FF2B5EF4-FFF2-40B4-BE49-F238E27FC236}">
                <a16:creationId xmlns:a16="http://schemas.microsoft.com/office/drawing/2014/main" id="{0F5EDB26-4B9D-C7FE-9A78-2E92E393995E}"/>
              </a:ext>
            </a:extLst>
          </p:cNvPr>
          <p:cNvSpPr>
            <a:spLocks noGrp="1"/>
          </p:cNvSpPr>
          <p:nvPr>
            <p:ph idx="1"/>
          </p:nvPr>
        </p:nvSpPr>
        <p:spPr/>
        <p:txBody>
          <a:bodyPr/>
          <a:lstStyle/>
          <a:p>
            <a:pPr lvl="2"/>
            <a:r>
              <a:rPr lang="zh-CN" altLang="en-US" dirty="0"/>
              <a:t>第</a:t>
            </a:r>
            <a:r>
              <a:rPr lang="en-US" altLang="zh-CN" dirty="0"/>
              <a:t>9</a:t>
            </a:r>
            <a:r>
              <a:rPr lang="zh-CN" altLang="en-US" dirty="0"/>
              <a:t>周实现</a:t>
            </a:r>
            <a:endParaRPr lang="en-US" altLang="zh-CN" dirty="0"/>
          </a:p>
          <a:p>
            <a:pPr lvl="3"/>
            <a:r>
              <a:rPr lang="en-US" altLang="zh-CN" dirty="0"/>
              <a:t>Lex</a:t>
            </a:r>
            <a:r>
              <a:rPr lang="zh-CN" altLang="en-US" dirty="0"/>
              <a:t>、</a:t>
            </a:r>
            <a:r>
              <a:rPr lang="en-US" altLang="zh-CN" dirty="0" err="1"/>
              <a:t>Yacc</a:t>
            </a:r>
            <a:r>
              <a:rPr lang="zh-CN" altLang="en-US" dirty="0"/>
              <a:t>、中间代码生成联调、测试</a:t>
            </a:r>
            <a:endParaRPr lang="en-US" altLang="zh-CN" dirty="0"/>
          </a:p>
          <a:p>
            <a:pPr lvl="3"/>
            <a:r>
              <a:rPr lang="zh-CN" altLang="en-US" dirty="0"/>
              <a:t>测试、课程设计报告撰写、</a:t>
            </a:r>
            <a:r>
              <a:rPr lang="en-US" altLang="zh-CN" dirty="0"/>
              <a:t>ppt</a:t>
            </a:r>
            <a:r>
              <a:rPr lang="zh-CN" altLang="en-US" dirty="0"/>
              <a:t>准备。</a:t>
            </a:r>
            <a:endParaRPr lang="en-US" altLang="zh-CN" dirty="0"/>
          </a:p>
          <a:p>
            <a:pPr lvl="1"/>
            <a:r>
              <a:rPr lang="zh-CN" altLang="en-US" dirty="0"/>
              <a:t>第</a:t>
            </a:r>
            <a:r>
              <a:rPr lang="en-US" altLang="zh-CN" dirty="0"/>
              <a:t>10-12</a:t>
            </a:r>
            <a:r>
              <a:rPr lang="zh-CN" altLang="en-US" dirty="0"/>
              <a:t>周</a:t>
            </a:r>
            <a:endParaRPr lang="en-US" altLang="zh-CN" dirty="0"/>
          </a:p>
          <a:p>
            <a:pPr lvl="2"/>
            <a:r>
              <a:rPr lang="zh-CN" altLang="en-US" dirty="0"/>
              <a:t>验收答辩</a:t>
            </a:r>
            <a:endParaRPr lang="en-US" altLang="zh-CN" dirty="0"/>
          </a:p>
          <a:p>
            <a:pPr lvl="2"/>
            <a:endParaRPr lang="en-US" altLang="zh-CN" dirty="0"/>
          </a:p>
          <a:p>
            <a:endParaRPr lang="en-US" altLang="zh-CN" dirty="0"/>
          </a:p>
          <a:p>
            <a:endParaRPr lang="zh-CN" altLang="en-US" dirty="0"/>
          </a:p>
          <a:p>
            <a:endParaRPr lang="zh-CN" altLang="en-US" dirty="0"/>
          </a:p>
          <a:p>
            <a:endParaRPr lang="zh-CN" altLang="en-US" dirty="0"/>
          </a:p>
          <a:p>
            <a:endParaRPr lang="zh-CN" altLang="en-US" dirty="0"/>
          </a:p>
        </p:txBody>
      </p:sp>
    </p:spTree>
    <p:extLst>
      <p:ext uri="{BB962C8B-B14F-4D97-AF65-F5344CB8AC3E}">
        <p14:creationId xmlns:p14="http://schemas.microsoft.com/office/powerpoint/2010/main" val="41021736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a:extLst>
              <a:ext uri="{FF2B5EF4-FFF2-40B4-BE49-F238E27FC236}">
                <a16:creationId xmlns:a16="http://schemas.microsoft.com/office/drawing/2014/main" id="{5A07ADA8-2EB0-432E-A950-7809E06CF76C}"/>
              </a:ext>
            </a:extLst>
          </p:cNvPr>
          <p:cNvSpPr>
            <a:spLocks noGrp="1" noChangeArrowheads="1"/>
          </p:cNvSpPr>
          <p:nvPr>
            <p:ph type="title"/>
          </p:nvPr>
        </p:nvSpPr>
        <p:spPr/>
        <p:txBody>
          <a:bodyPr/>
          <a:lstStyle/>
          <a:p>
            <a:r>
              <a:rPr lang="zh-CN" altLang="en-US"/>
              <a:t>参考资料</a:t>
            </a:r>
          </a:p>
        </p:txBody>
      </p:sp>
      <p:sp>
        <p:nvSpPr>
          <p:cNvPr id="12291" name="内容占位符 2">
            <a:extLst>
              <a:ext uri="{FF2B5EF4-FFF2-40B4-BE49-F238E27FC236}">
                <a16:creationId xmlns:a16="http://schemas.microsoft.com/office/drawing/2014/main" id="{CCFEC8BC-AE03-4BB6-B81A-70FE92AA5E54}"/>
              </a:ext>
            </a:extLst>
          </p:cNvPr>
          <p:cNvSpPr>
            <a:spLocks noGrp="1" noChangeArrowheads="1"/>
          </p:cNvSpPr>
          <p:nvPr>
            <p:ph idx="1"/>
          </p:nvPr>
        </p:nvSpPr>
        <p:spPr/>
        <p:txBody>
          <a:bodyPr/>
          <a:lstStyle/>
          <a:p>
            <a:r>
              <a:rPr lang="en-US" altLang="zh-CN" dirty="0" err="1"/>
              <a:t>M.E.LeskandE.Schmidt</a:t>
            </a:r>
            <a:r>
              <a:rPr lang="en-US" altLang="zh-CN" dirty="0"/>
              <a:t>. Lex − A Lexical Analyzer Generator. </a:t>
            </a:r>
          </a:p>
          <a:p>
            <a:pPr lvl="1"/>
            <a:r>
              <a:rPr lang="en-US" altLang="zh-CN" dirty="0"/>
              <a:t> (</a:t>
            </a:r>
            <a:r>
              <a:rPr lang="zh-CN" altLang="en-US" dirty="0"/>
              <a:t>简洁</a:t>
            </a:r>
            <a:r>
              <a:rPr lang="en-US" altLang="zh-CN" dirty="0"/>
              <a:t>)</a:t>
            </a:r>
          </a:p>
          <a:p>
            <a:r>
              <a:rPr lang="en-US" altLang="zh-CN" dirty="0"/>
              <a:t>John R. Levine, Tony Mason.</a:t>
            </a:r>
            <a:r>
              <a:rPr lang="zh-CN" altLang="en-US" dirty="0"/>
              <a:t>著</a:t>
            </a:r>
            <a:r>
              <a:rPr lang="en-US" altLang="zh-CN" dirty="0"/>
              <a:t>. </a:t>
            </a:r>
            <a:r>
              <a:rPr lang="zh-CN" altLang="en-US" dirty="0"/>
              <a:t>杨作梅</a:t>
            </a:r>
            <a:r>
              <a:rPr lang="en-US" altLang="zh-CN" dirty="0"/>
              <a:t>, </a:t>
            </a:r>
            <a:r>
              <a:rPr lang="zh-CN" altLang="en-US" dirty="0"/>
              <a:t>张旭东等译</a:t>
            </a:r>
            <a:r>
              <a:rPr lang="en-US" altLang="zh-CN" dirty="0"/>
              <a:t>.Lex</a:t>
            </a:r>
            <a:r>
              <a:rPr lang="zh-CN" altLang="en-US" dirty="0"/>
              <a:t>与</a:t>
            </a:r>
            <a:r>
              <a:rPr lang="en-US" altLang="zh-CN" dirty="0"/>
              <a:t>Yacc. </a:t>
            </a:r>
            <a:r>
              <a:rPr lang="zh-CN" altLang="en-US" dirty="0"/>
              <a:t>机械工业出版社</a:t>
            </a:r>
            <a:r>
              <a:rPr lang="en-US" altLang="zh-CN" dirty="0"/>
              <a:t>. 2003. </a:t>
            </a:r>
          </a:p>
          <a:p>
            <a:pPr lvl="1"/>
            <a:r>
              <a:rPr lang="zh-CN" altLang="en-US" dirty="0"/>
              <a:t>（相关工具不易获取，细节含义难以确认）</a:t>
            </a:r>
            <a:endParaRPr lang="en-US" altLang="zh-CN" dirty="0"/>
          </a:p>
          <a:p>
            <a:r>
              <a:rPr lang="en-US" altLang="zh-CN" dirty="0"/>
              <a:t>John </a:t>
            </a:r>
            <a:r>
              <a:rPr lang="en-US" altLang="zh-CN" dirty="0" err="1"/>
              <a:t>levine</a:t>
            </a:r>
            <a:r>
              <a:rPr lang="zh-CN" altLang="en-US" dirty="0"/>
              <a:t>著</a:t>
            </a:r>
            <a:r>
              <a:rPr lang="en-US" altLang="zh-CN" dirty="0"/>
              <a:t>.</a:t>
            </a:r>
            <a:r>
              <a:rPr lang="zh-CN" altLang="en-US" dirty="0"/>
              <a:t>陆军译</a:t>
            </a:r>
            <a:r>
              <a:rPr lang="en-US" altLang="zh-CN" dirty="0"/>
              <a:t>.flex</a:t>
            </a:r>
            <a:r>
              <a:rPr lang="zh-CN" altLang="en-US" dirty="0"/>
              <a:t>与</a:t>
            </a:r>
            <a:r>
              <a:rPr lang="en-US" altLang="zh-CN" dirty="0"/>
              <a:t>bison.</a:t>
            </a:r>
            <a:r>
              <a:rPr lang="zh-CN" altLang="en-US" dirty="0"/>
              <a:t>东南大学出版社</a:t>
            </a:r>
            <a:r>
              <a:rPr lang="en-US" altLang="zh-CN" dirty="0"/>
              <a:t>.2011.</a:t>
            </a:r>
          </a:p>
          <a:p>
            <a:pPr lvl="1"/>
            <a:r>
              <a:rPr lang="zh-CN" altLang="en-US" dirty="0"/>
              <a:t>（相关工具易于获取，可以通过运行现有的解析器确认细节含义）</a:t>
            </a:r>
            <a:endParaRPr lang="en-US" altLang="zh-CN"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a:extLst>
              <a:ext uri="{FF2B5EF4-FFF2-40B4-BE49-F238E27FC236}">
                <a16:creationId xmlns:a16="http://schemas.microsoft.com/office/drawing/2014/main" id="{32F3C0E8-37A4-4AB6-90CE-A855EB42E84D}"/>
              </a:ext>
            </a:extLst>
          </p:cNvPr>
          <p:cNvSpPr>
            <a:spLocks noGrp="1" noChangeArrowheads="1"/>
          </p:cNvSpPr>
          <p:nvPr>
            <p:ph type="title"/>
          </p:nvPr>
        </p:nvSpPr>
        <p:spPr/>
        <p:txBody>
          <a:bodyPr/>
          <a:lstStyle/>
          <a:p>
            <a:r>
              <a:rPr lang="zh-CN" altLang="en-US" dirty="0"/>
              <a:t>参考资料</a:t>
            </a:r>
          </a:p>
        </p:txBody>
      </p:sp>
      <p:sp>
        <p:nvSpPr>
          <p:cNvPr id="13315" name="内容占位符 2">
            <a:extLst>
              <a:ext uri="{FF2B5EF4-FFF2-40B4-BE49-F238E27FC236}">
                <a16:creationId xmlns:a16="http://schemas.microsoft.com/office/drawing/2014/main" id="{70DEE9E5-4E08-4C6A-B149-8D8F88380B20}"/>
              </a:ext>
            </a:extLst>
          </p:cNvPr>
          <p:cNvSpPr>
            <a:spLocks noGrp="1" noChangeArrowheads="1"/>
          </p:cNvSpPr>
          <p:nvPr>
            <p:ph idx="1"/>
          </p:nvPr>
        </p:nvSpPr>
        <p:spPr/>
        <p:txBody>
          <a:bodyPr/>
          <a:lstStyle/>
          <a:p>
            <a:r>
              <a:rPr lang="zh-CN" altLang="en-US" dirty="0"/>
              <a:t>徐宝文</a:t>
            </a:r>
            <a:r>
              <a:rPr lang="en-US" altLang="zh-CN" dirty="0"/>
              <a:t>.</a:t>
            </a:r>
            <a:r>
              <a:rPr lang="zh-CN" altLang="en-US" dirty="0"/>
              <a:t>实用</a:t>
            </a:r>
            <a:r>
              <a:rPr lang="en-US" altLang="zh-CN" dirty="0"/>
              <a:t>C</a:t>
            </a:r>
            <a:r>
              <a:rPr lang="zh-CN" altLang="en-US" dirty="0"/>
              <a:t>语言详解</a:t>
            </a:r>
            <a:r>
              <a:rPr lang="en-US" altLang="zh-CN" dirty="0"/>
              <a:t>.1996.</a:t>
            </a:r>
          </a:p>
          <a:p>
            <a:r>
              <a:rPr lang="it-IT" altLang="zh-CN" dirty="0"/>
              <a:t>ISO C 1999 Definition. ISO/IEC 9899:1999</a:t>
            </a:r>
          </a:p>
          <a:p>
            <a:r>
              <a:rPr lang="en-US" altLang="zh-CN" dirty="0"/>
              <a:t>Rationale for International Standard— Programming Languages— C: </a:t>
            </a:r>
            <a:r>
              <a:rPr lang="en-US" altLang="zh-CN" dirty="0">
                <a:hlinkClick r:id="rId2"/>
              </a:rPr>
              <a:t>https://open-std.org/JTC1/SC22/WG14/www/C99RationaleV5.10.pdf</a:t>
            </a:r>
            <a:endParaRPr lang="en-US" altLang="zh-CN" dirty="0"/>
          </a:p>
          <a:p>
            <a:r>
              <a:rPr lang="zh-CN" altLang="en-US" dirty="0"/>
              <a:t>群文件中的其它资料</a:t>
            </a:r>
            <a:endParaRPr lang="en-US" altLang="zh-CN"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259F61-C29A-488F-81D8-1691C1AD5E13}"/>
              </a:ext>
            </a:extLst>
          </p:cNvPr>
          <p:cNvSpPr>
            <a:spLocks noGrp="1"/>
          </p:cNvSpPr>
          <p:nvPr>
            <p:ph type="title"/>
          </p:nvPr>
        </p:nvSpPr>
        <p:spPr/>
        <p:txBody>
          <a:bodyPr/>
          <a:lstStyle/>
          <a:p>
            <a:r>
              <a:rPr lang="zh-CN" altLang="en-US" dirty="0"/>
              <a:t>参考资料</a:t>
            </a:r>
          </a:p>
        </p:txBody>
      </p:sp>
      <p:sp>
        <p:nvSpPr>
          <p:cNvPr id="3" name="内容占位符 2">
            <a:extLst>
              <a:ext uri="{FF2B5EF4-FFF2-40B4-BE49-F238E27FC236}">
                <a16:creationId xmlns:a16="http://schemas.microsoft.com/office/drawing/2014/main" id="{DE928F81-68A3-4080-8E17-DD67B86DAC07}"/>
              </a:ext>
            </a:extLst>
          </p:cNvPr>
          <p:cNvSpPr>
            <a:spLocks noGrp="1"/>
          </p:cNvSpPr>
          <p:nvPr>
            <p:ph idx="1"/>
          </p:nvPr>
        </p:nvSpPr>
        <p:spPr/>
        <p:txBody>
          <a:bodyPr/>
          <a:lstStyle/>
          <a:p>
            <a:r>
              <a:rPr lang="en-US" altLang="zh-CN" dirty="0"/>
              <a:t>Flex</a:t>
            </a:r>
            <a:r>
              <a:rPr lang="zh-CN" altLang="en-US" dirty="0"/>
              <a:t>和</a:t>
            </a:r>
            <a:r>
              <a:rPr lang="en-US" altLang="zh-CN" dirty="0"/>
              <a:t>Bison</a:t>
            </a:r>
          </a:p>
          <a:p>
            <a:pPr lvl="1"/>
            <a:r>
              <a:rPr lang="en-US" altLang="zh-CN" dirty="0"/>
              <a:t>https://github.com/westes/flex</a:t>
            </a:r>
          </a:p>
          <a:p>
            <a:pPr lvl="1"/>
            <a:r>
              <a:rPr lang="en-US" altLang="zh-CN" dirty="0"/>
              <a:t>https://www.gnu.org/software/bison/</a:t>
            </a:r>
          </a:p>
          <a:p>
            <a:r>
              <a:rPr lang="en-US" altLang="zh-CN" dirty="0"/>
              <a:t>CSDN</a:t>
            </a:r>
            <a:r>
              <a:rPr lang="zh-CN" altLang="en-US" dirty="0"/>
              <a:t>上的相关帖子</a:t>
            </a:r>
            <a:endParaRPr lang="en-US" altLang="zh-CN" dirty="0"/>
          </a:p>
          <a:p>
            <a:pPr lvl="1"/>
            <a:r>
              <a:rPr lang="zh-CN" altLang="en-US" dirty="0"/>
              <a:t>基于</a:t>
            </a:r>
            <a:r>
              <a:rPr lang="en-US" altLang="zh-CN" dirty="0"/>
              <a:t>C</a:t>
            </a:r>
            <a:r>
              <a:rPr lang="zh-CN" altLang="en-US" dirty="0"/>
              <a:t>语言设计符号表</a:t>
            </a:r>
            <a:r>
              <a:rPr lang="en-US" altLang="zh-CN" dirty="0"/>
              <a:t>https://blog.csdn.net/newlw/article/details/126839728?ops_request_misc=&amp;request_id=&amp;biz_id=102&amp;utm_term=%E5%9B%9B%E5%85%83%E5%BC%8F%20cminus.y&amp;utm_medium=distribute.pc_search_result.none-task-blog-2~all~sobaiduweb~default-0-126839728.142^v99^pc_search_result_base4&amp;spm=1018.2226.3001.4449</a:t>
            </a:r>
          </a:p>
          <a:p>
            <a:endParaRPr lang="zh-CN" altLang="en-US" dirty="0"/>
          </a:p>
        </p:txBody>
      </p:sp>
    </p:spTree>
    <p:extLst>
      <p:ext uri="{BB962C8B-B14F-4D97-AF65-F5344CB8AC3E}">
        <p14:creationId xmlns:p14="http://schemas.microsoft.com/office/powerpoint/2010/main" val="22397210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参考资料</a:t>
            </a:r>
          </a:p>
        </p:txBody>
      </p:sp>
      <p:sp>
        <p:nvSpPr>
          <p:cNvPr id="3" name="内容占位符 2"/>
          <p:cNvSpPr>
            <a:spLocks noGrp="1"/>
          </p:cNvSpPr>
          <p:nvPr>
            <p:ph idx="1"/>
          </p:nvPr>
        </p:nvSpPr>
        <p:spPr/>
        <p:txBody>
          <a:bodyPr/>
          <a:lstStyle/>
          <a:p>
            <a:pPr lvl="1"/>
            <a:r>
              <a:rPr lang="zh-CN" altLang="en-US" dirty="0"/>
              <a:t>编译原理实验</a:t>
            </a:r>
            <a:r>
              <a:rPr lang="en-US" altLang="zh-CN" dirty="0"/>
              <a:t>https://blog.csdn.net/qq_45795586/article/details/122592648?ops_request_misc=%257B%2522request%255Fid%2522%253A%2522170927807716800227488798%2522%252C%2522scm%2522%253A%252220140713.130102334.pc%255Fall.%2522%257D&amp;request_id=170927807716800227488798&amp;biz_id=0&amp;utm_medium=distribute.pc_search_result.none-task-blog-2~all~first_rank_ecpm_v1~rank_v31_ecpm-1-122592648-null-null.142^v99^pc_search_result_base4&amp;utm_term=cminus.y%20%E5%9B%9B%E5%85%83%E5%BC%8F&amp;spm=1018.2226.3001.4449</a:t>
            </a:r>
            <a:endParaRPr lang="zh-CN" altLang="en-US" dirty="0"/>
          </a:p>
        </p:txBody>
      </p:sp>
    </p:spTree>
    <p:extLst>
      <p:ext uri="{BB962C8B-B14F-4D97-AF65-F5344CB8AC3E}">
        <p14:creationId xmlns:p14="http://schemas.microsoft.com/office/powerpoint/2010/main" val="28722004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参考资料</a:t>
            </a:r>
          </a:p>
        </p:txBody>
      </p:sp>
      <p:sp>
        <p:nvSpPr>
          <p:cNvPr id="3" name="内容占位符 2"/>
          <p:cNvSpPr>
            <a:spLocks noGrp="1"/>
          </p:cNvSpPr>
          <p:nvPr>
            <p:ph idx="1"/>
          </p:nvPr>
        </p:nvSpPr>
        <p:spPr/>
        <p:txBody>
          <a:bodyPr/>
          <a:lstStyle/>
          <a:p>
            <a:pPr lvl="0"/>
            <a:r>
              <a:rPr lang="it-IT" altLang="zh-CN" dirty="0">
                <a:solidFill>
                  <a:srgbClr val="000000"/>
                </a:solidFill>
              </a:rPr>
              <a:t>LLVM</a:t>
            </a:r>
            <a:r>
              <a:rPr lang="zh-CN" altLang="en-US" dirty="0">
                <a:solidFill>
                  <a:srgbClr val="000000"/>
                </a:solidFill>
              </a:rPr>
              <a:t>编译器实战教程</a:t>
            </a:r>
            <a:r>
              <a:rPr lang="en-US" altLang="zh-CN" dirty="0">
                <a:solidFill>
                  <a:srgbClr val="000000"/>
                </a:solidFill>
              </a:rPr>
              <a:t>.</a:t>
            </a:r>
            <a:r>
              <a:rPr lang="zh-CN" altLang="en-US" dirty="0">
                <a:solidFill>
                  <a:srgbClr val="000000"/>
                </a:solidFill>
              </a:rPr>
              <a:t>机械工业出版社</a:t>
            </a:r>
            <a:r>
              <a:rPr lang="en-US" altLang="zh-CN" dirty="0">
                <a:solidFill>
                  <a:srgbClr val="000000"/>
                </a:solidFill>
              </a:rPr>
              <a:t>.</a:t>
            </a:r>
            <a:r>
              <a:rPr lang="zh-CN" altLang="en-US" dirty="0">
                <a:solidFill>
                  <a:srgbClr val="000000"/>
                </a:solidFill>
                <a:hlinkClick r:id="rId2"/>
              </a:rPr>
              <a:t>第</a:t>
            </a:r>
            <a:r>
              <a:rPr lang="en-US" altLang="zh-CN" dirty="0">
                <a:solidFill>
                  <a:srgbClr val="000000"/>
                </a:solidFill>
                <a:hlinkClick r:id="rId2"/>
              </a:rPr>
              <a:t>1</a:t>
            </a:r>
            <a:r>
              <a:rPr lang="zh-CN" altLang="en-US" dirty="0">
                <a:solidFill>
                  <a:srgbClr val="000000"/>
                </a:solidFill>
                <a:hlinkClick r:id="rId2"/>
              </a:rPr>
              <a:t>章 编译和安装</a:t>
            </a:r>
            <a:r>
              <a:rPr lang="en-US" altLang="zh-CN" dirty="0">
                <a:solidFill>
                  <a:srgbClr val="000000"/>
                </a:solidFill>
                <a:hlinkClick r:id="rId2"/>
              </a:rPr>
              <a:t>LLVM — Getting Started with LLVM Core Libraries </a:t>
            </a:r>
            <a:r>
              <a:rPr lang="zh-CN" altLang="en-US" dirty="0">
                <a:solidFill>
                  <a:srgbClr val="000000"/>
                </a:solidFill>
                <a:hlinkClick r:id="rId2"/>
              </a:rPr>
              <a:t>文档 </a:t>
            </a:r>
            <a:r>
              <a:rPr lang="en-US" altLang="zh-CN" dirty="0">
                <a:solidFill>
                  <a:srgbClr val="000000"/>
                </a:solidFill>
                <a:hlinkClick r:id="rId2"/>
              </a:rPr>
              <a:t>(getting-started-with-llvm-core-libraries-zh-cn.readthedocs.io)</a:t>
            </a:r>
            <a:endParaRPr lang="zh-CN" altLang="en-US" dirty="0">
              <a:solidFill>
                <a:srgbClr val="000000"/>
              </a:solidFill>
            </a:endParaRPr>
          </a:p>
          <a:p>
            <a:pPr lvl="0"/>
            <a:r>
              <a:rPr lang="it-IT" altLang="zh-CN" dirty="0">
                <a:solidFill>
                  <a:srgbClr val="000000"/>
                </a:solidFill>
              </a:rPr>
              <a:t>Getting Started with LLVM Core Libraries</a:t>
            </a:r>
            <a:r>
              <a:rPr lang="zh-CN" altLang="en-US" dirty="0">
                <a:solidFill>
                  <a:srgbClr val="000000"/>
                </a:solidFill>
              </a:rPr>
              <a:t>：</a:t>
            </a:r>
            <a:r>
              <a:rPr lang="en-US" altLang="zh-CN" dirty="0">
                <a:solidFill>
                  <a:srgbClr val="000000"/>
                </a:solidFill>
                <a:hlinkClick r:id="rId3"/>
              </a:rPr>
              <a:t>https://faculty.sist.shanghaitech.edu.cn/faculty/songfu/course/spring2018/CS131/llvm.pdf</a:t>
            </a:r>
            <a:r>
              <a:rPr lang="en-US" altLang="zh-CN" dirty="0">
                <a:solidFill>
                  <a:srgbClr val="000000"/>
                </a:solidFill>
              </a:rPr>
              <a:t>.</a:t>
            </a:r>
          </a:p>
          <a:p>
            <a:r>
              <a:rPr lang="it-IT" altLang="zh-CN" dirty="0">
                <a:solidFill>
                  <a:srgbClr val="000000"/>
                </a:solidFill>
              </a:rPr>
              <a:t>Mayur Pandey Suyog Sarda </a:t>
            </a:r>
            <a:r>
              <a:rPr lang="zh-CN" altLang="en-US" dirty="0">
                <a:solidFill>
                  <a:srgbClr val="000000"/>
                </a:solidFill>
              </a:rPr>
              <a:t>著</a:t>
            </a:r>
            <a:r>
              <a:rPr lang="en-US" altLang="zh-CN" dirty="0">
                <a:solidFill>
                  <a:srgbClr val="000000"/>
                </a:solidFill>
              </a:rPr>
              <a:t>,</a:t>
            </a:r>
            <a:r>
              <a:rPr lang="zh-CN" altLang="en-US" dirty="0">
                <a:solidFill>
                  <a:srgbClr val="000000"/>
                </a:solidFill>
              </a:rPr>
              <a:t>王欢明译</a:t>
            </a:r>
            <a:r>
              <a:rPr lang="en-US" altLang="zh-CN" dirty="0">
                <a:solidFill>
                  <a:srgbClr val="000000"/>
                </a:solidFill>
              </a:rPr>
              <a:t>.</a:t>
            </a:r>
            <a:r>
              <a:rPr lang="it-IT" altLang="zh-CN" dirty="0">
                <a:solidFill>
                  <a:srgbClr val="000000"/>
                </a:solidFill>
              </a:rPr>
              <a:t> LLVM Cookbook</a:t>
            </a:r>
            <a:r>
              <a:rPr lang="zh-CN" altLang="en-US" dirty="0">
                <a:solidFill>
                  <a:srgbClr val="000000"/>
                </a:solidFill>
              </a:rPr>
              <a:t>中文版</a:t>
            </a:r>
            <a:r>
              <a:rPr lang="en-US" altLang="zh-CN" dirty="0">
                <a:solidFill>
                  <a:srgbClr val="000000"/>
                </a:solidFill>
              </a:rPr>
              <a:t>.</a:t>
            </a:r>
            <a:r>
              <a:rPr lang="zh-CN" altLang="en-US" dirty="0">
                <a:solidFill>
                  <a:srgbClr val="000000"/>
                </a:solidFill>
              </a:rPr>
              <a:t>北京：电子工业出版社，</a:t>
            </a:r>
            <a:r>
              <a:rPr lang="en-US" altLang="zh-CN" dirty="0">
                <a:solidFill>
                  <a:srgbClr val="000000"/>
                </a:solidFill>
              </a:rPr>
              <a:t>2016.6</a:t>
            </a:r>
            <a:endParaRPr lang="zh-CN" altLang="en-US" dirty="0">
              <a:solidFill>
                <a:srgbClr val="000000"/>
              </a:solidFill>
            </a:endParaRPr>
          </a:p>
          <a:p>
            <a:pPr lvl="0"/>
            <a:endParaRPr lang="it-IT" altLang="zh-CN" dirty="0">
              <a:solidFill>
                <a:srgbClr val="000000"/>
              </a:solidFill>
            </a:endParaRPr>
          </a:p>
          <a:p>
            <a:pPr lvl="0"/>
            <a:endParaRPr lang="en-US" altLang="zh-CN" dirty="0">
              <a:solidFill>
                <a:srgbClr val="000000"/>
              </a:solidFill>
            </a:endParaRPr>
          </a:p>
          <a:p>
            <a:endParaRPr lang="zh-CN" altLang="en-US" dirty="0"/>
          </a:p>
          <a:p>
            <a:endParaRPr lang="zh-CN" altLang="en-US" dirty="0"/>
          </a:p>
        </p:txBody>
      </p:sp>
    </p:spTree>
    <p:extLst>
      <p:ext uri="{BB962C8B-B14F-4D97-AF65-F5344CB8AC3E}">
        <p14:creationId xmlns:p14="http://schemas.microsoft.com/office/powerpoint/2010/main" val="11283028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标题 1">
            <a:extLst>
              <a:ext uri="{FF2B5EF4-FFF2-40B4-BE49-F238E27FC236}">
                <a16:creationId xmlns:a16="http://schemas.microsoft.com/office/drawing/2014/main" id="{82AC7245-BC71-4606-AF7C-63753F3F8F90}"/>
              </a:ext>
            </a:extLst>
          </p:cNvPr>
          <p:cNvSpPr>
            <a:spLocks noGrp="1" noChangeArrowheads="1"/>
          </p:cNvSpPr>
          <p:nvPr>
            <p:ph type="title"/>
          </p:nvPr>
        </p:nvSpPr>
        <p:spPr/>
        <p:txBody>
          <a:bodyPr/>
          <a:lstStyle/>
          <a:p>
            <a:r>
              <a:rPr lang="zh-CN" altLang="en-US" dirty="0"/>
              <a:t>参考资料</a:t>
            </a:r>
          </a:p>
        </p:txBody>
      </p:sp>
      <p:sp>
        <p:nvSpPr>
          <p:cNvPr id="81923" name="内容占位符 2">
            <a:extLst>
              <a:ext uri="{FF2B5EF4-FFF2-40B4-BE49-F238E27FC236}">
                <a16:creationId xmlns:a16="http://schemas.microsoft.com/office/drawing/2014/main" id="{9310BF57-59E4-4849-A955-53D70ACAA362}"/>
              </a:ext>
            </a:extLst>
          </p:cNvPr>
          <p:cNvSpPr>
            <a:spLocks noGrp="1" noChangeArrowheads="1"/>
          </p:cNvSpPr>
          <p:nvPr>
            <p:ph idx="1"/>
          </p:nvPr>
        </p:nvSpPr>
        <p:spPr/>
        <p:txBody>
          <a:bodyPr/>
          <a:lstStyle/>
          <a:p>
            <a:r>
              <a:rPr lang="en-US" altLang="zh-CN" sz="2400" dirty="0"/>
              <a:t>Raja Vallee-Rai. SOOT: A Java Bytecode Optimization Framework. (Thesis) McGill University.</a:t>
            </a:r>
          </a:p>
          <a:p>
            <a:pPr lvl="1"/>
            <a:r>
              <a:rPr lang="zh-CN" altLang="en-US" sz="2000" dirty="0"/>
              <a:t>第</a:t>
            </a:r>
            <a:r>
              <a:rPr lang="en-US" altLang="zh-CN" sz="2000" dirty="0"/>
              <a:t>5</a:t>
            </a:r>
            <a:r>
              <a:rPr lang="zh-CN" altLang="en-US" sz="2000" dirty="0"/>
              <a:t>章</a:t>
            </a:r>
            <a:r>
              <a:rPr lang="en-US" altLang="zh-CN" sz="2000" dirty="0"/>
              <a:t>(API)</a:t>
            </a:r>
            <a:endParaRPr lang="en-US" altLang="zh-CN" dirty="0"/>
          </a:p>
          <a:p>
            <a:r>
              <a:rPr lang="en-US" altLang="zh-CN" sz="2400" dirty="0"/>
              <a:t>Raja Vallee-Rai, Laurie J. Hendren. </a:t>
            </a:r>
            <a:r>
              <a:rPr lang="en-US" altLang="zh-CN" sz="2400" dirty="0" err="1"/>
              <a:t>Jimple</a:t>
            </a:r>
            <a:r>
              <a:rPr lang="en-US" altLang="zh-CN" sz="2400" dirty="0"/>
              <a:t>: Simplifying Java Bytecode for Analyses and Transformations.</a:t>
            </a:r>
          </a:p>
          <a:p>
            <a:pPr lvl="1"/>
            <a:r>
              <a:rPr lang="zh-CN" altLang="en-US" dirty="0"/>
              <a:t>内含部分</a:t>
            </a:r>
            <a:r>
              <a:rPr lang="en-US" altLang="zh-CN" dirty="0" err="1"/>
              <a:t>Jimple</a:t>
            </a:r>
            <a:r>
              <a:rPr lang="en-US" altLang="zh-CN" dirty="0"/>
              <a:t> grammar (page 6 and 7)</a:t>
            </a:r>
            <a:r>
              <a:rPr lang="zh-CN" altLang="en-US" dirty="0"/>
              <a:t>。</a:t>
            </a:r>
          </a:p>
          <a:p>
            <a:r>
              <a:rPr lang="en-US" altLang="zh-CN" sz="2400" dirty="0"/>
              <a:t>Raja Vallee-Rai. The </a:t>
            </a:r>
            <a:r>
              <a:rPr lang="en-US" altLang="zh-CN" sz="2400" dirty="0" err="1"/>
              <a:t>Jimple</a:t>
            </a:r>
            <a:r>
              <a:rPr lang="en-US" altLang="zh-CN" sz="2400" dirty="0"/>
              <a:t> Framework. Sable Technical Report No. 1. 1998</a:t>
            </a:r>
          </a:p>
          <a:p>
            <a:r>
              <a:rPr lang="en-US" altLang="zh-CN" sz="2400" dirty="0" err="1"/>
              <a:t>Jimple</a:t>
            </a:r>
            <a:r>
              <a:rPr lang="en-US" altLang="zh-CN" sz="2400" dirty="0"/>
              <a:t> grammar: http://releases.strategoxt.org/docs/syntax/jimple-front/stable/docs/html/languages/jimple/Main.sdf.html</a:t>
            </a:r>
            <a:endParaRPr lang="zh-CN" altLang="en-US" sz="2400" dirty="0"/>
          </a:p>
        </p:txBody>
      </p:sp>
    </p:spTree>
    <p:extLst>
      <p:ext uri="{BB962C8B-B14F-4D97-AF65-F5344CB8AC3E}">
        <p14:creationId xmlns:p14="http://schemas.microsoft.com/office/powerpoint/2010/main" val="25659603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068EA4-7918-4AF0-B43E-1FE61291F4BF}"/>
              </a:ext>
            </a:extLst>
          </p:cNvPr>
          <p:cNvSpPr>
            <a:spLocks noGrp="1"/>
          </p:cNvSpPr>
          <p:nvPr>
            <p:ph type="title"/>
          </p:nvPr>
        </p:nvSpPr>
        <p:spPr/>
        <p:txBody>
          <a:bodyPr/>
          <a:lstStyle/>
          <a:p>
            <a:r>
              <a:rPr lang="zh-CN" altLang="en-US" dirty="0"/>
              <a:t>参考资料</a:t>
            </a:r>
          </a:p>
        </p:txBody>
      </p:sp>
      <p:sp>
        <p:nvSpPr>
          <p:cNvPr id="3" name="内容占位符 2">
            <a:extLst>
              <a:ext uri="{FF2B5EF4-FFF2-40B4-BE49-F238E27FC236}">
                <a16:creationId xmlns:a16="http://schemas.microsoft.com/office/drawing/2014/main" id="{E9A7F520-DAC3-429C-87EE-A6169E4F8031}"/>
              </a:ext>
            </a:extLst>
          </p:cNvPr>
          <p:cNvSpPr>
            <a:spLocks noGrp="1"/>
          </p:cNvSpPr>
          <p:nvPr>
            <p:ph idx="1"/>
          </p:nvPr>
        </p:nvSpPr>
        <p:spPr/>
        <p:txBody>
          <a:bodyPr/>
          <a:lstStyle/>
          <a:p>
            <a:r>
              <a:rPr lang="en-US" altLang="zh-CN" dirty="0" err="1"/>
              <a:t>Jimple</a:t>
            </a:r>
            <a:r>
              <a:rPr lang="en-US" altLang="zh-CN" dirty="0"/>
              <a:t> Examples. </a:t>
            </a:r>
          </a:p>
          <a:p>
            <a:pPr marL="0" indent="0">
              <a:buNone/>
            </a:pPr>
            <a:r>
              <a:rPr lang="en-US" altLang="zh-CN" dirty="0"/>
              <a:t>    </a:t>
            </a:r>
            <a:r>
              <a:rPr lang="en-US" altLang="zh-CN" dirty="0">
                <a:hlinkClick r:id="rId2">
                  <a:extLst>
                    <a:ext uri="{A12FA001-AC4F-418D-AE19-62706E023703}">
                      <ahyp:hlinkClr xmlns:ahyp="http://schemas.microsoft.com/office/drawing/2018/hyperlinkcolor" val="tx"/>
                    </a:ext>
                  </a:extLst>
                </a:hlinkClick>
              </a:rPr>
              <a:t>https://soot-oss.github.io/SootUp/jimple/#jimple-grammar-structure</a:t>
            </a:r>
            <a:endParaRPr lang="en-US" altLang="zh-CN" dirty="0"/>
          </a:p>
          <a:p>
            <a:r>
              <a:rPr lang="en-US" altLang="zh-CN" dirty="0" err="1"/>
              <a:t>Jimple</a:t>
            </a:r>
            <a:r>
              <a:rPr lang="en-US" altLang="zh-CN" dirty="0"/>
              <a:t> API</a:t>
            </a:r>
          </a:p>
          <a:p>
            <a:pPr lvl="1"/>
            <a:r>
              <a:rPr lang="en-US" altLang="zh-CN" dirty="0">
                <a:hlinkClick r:id="rId3">
                  <a:extLst>
                    <a:ext uri="{A12FA001-AC4F-418D-AE19-62706E023703}">
                      <ahyp:hlinkClr xmlns:ahyp="http://schemas.microsoft.com/office/drawing/2018/hyperlinkcolor" val="tx"/>
                    </a:ext>
                  </a:extLst>
                </a:hlinkClick>
              </a:rPr>
              <a:t>https://javadoc.io/doc/ca.mcgill.sable/soot/latest/soot/jimple/Jimple.html</a:t>
            </a:r>
            <a:endParaRPr lang="en-US" altLang="zh-CN" dirty="0"/>
          </a:p>
          <a:p>
            <a:pPr lvl="1"/>
            <a:r>
              <a:rPr lang="en-US" altLang="zh-CN" dirty="0"/>
              <a:t>https://www.sable.mcgill.ca/soot/doc/soot/jimple/Jimple.html</a:t>
            </a:r>
          </a:p>
          <a:p>
            <a:r>
              <a:rPr lang="en-US" altLang="zh-CN" dirty="0"/>
              <a:t>Tutorials for soot.</a:t>
            </a:r>
          </a:p>
          <a:p>
            <a:pPr marL="0" indent="0">
              <a:buNone/>
            </a:pPr>
            <a:r>
              <a:rPr lang="en-US" altLang="zh-CN" dirty="0"/>
              <a:t> </a:t>
            </a:r>
            <a:r>
              <a:rPr lang="en-US" altLang="zh-CN" dirty="0">
                <a:hlinkClick r:id="rId4">
                  <a:extLst>
                    <a:ext uri="{A12FA001-AC4F-418D-AE19-62706E023703}">
                      <ahyp:hlinkClr xmlns:ahyp="http://schemas.microsoft.com/office/drawing/2018/hyperlinkcolor" val="tx"/>
                    </a:ext>
                  </a:extLst>
                </a:hlinkClick>
              </a:rPr>
              <a:t>https://github.com/soot-oss/soot/wiki/Tutorials</a:t>
            </a:r>
            <a:endParaRPr lang="en-US" altLang="zh-CN" dirty="0"/>
          </a:p>
          <a:p>
            <a:r>
              <a:rPr lang="zh-CN" altLang="en-US" sz="2400" dirty="0"/>
              <a:t>群文件“编译原理实验报告</a:t>
            </a:r>
            <a:r>
              <a:rPr lang="en-US" altLang="zh-CN" sz="2400" dirty="0"/>
              <a:t>(</a:t>
            </a:r>
            <a:r>
              <a:rPr lang="en-US" altLang="zh-CN" sz="2400" dirty="0" err="1"/>
              <a:t>Jimple</a:t>
            </a:r>
            <a:r>
              <a:rPr lang="en-US" altLang="zh-CN" sz="2400" dirty="0"/>
              <a:t>)</a:t>
            </a:r>
            <a:r>
              <a:rPr lang="zh-CN" altLang="en-US" sz="2400" dirty="0"/>
              <a:t>”</a:t>
            </a:r>
            <a:endParaRPr lang="en-US" altLang="zh-CN" sz="2400" dirty="0"/>
          </a:p>
          <a:p>
            <a:pPr lvl="1"/>
            <a:endParaRPr lang="zh-CN" altLang="en-US" dirty="0"/>
          </a:p>
        </p:txBody>
      </p:sp>
    </p:spTree>
    <p:extLst>
      <p:ext uri="{BB962C8B-B14F-4D97-AF65-F5344CB8AC3E}">
        <p14:creationId xmlns:p14="http://schemas.microsoft.com/office/powerpoint/2010/main" val="12160929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参考资料</a:t>
            </a:r>
          </a:p>
        </p:txBody>
      </p:sp>
      <p:sp>
        <p:nvSpPr>
          <p:cNvPr id="3" name="内容占位符 2"/>
          <p:cNvSpPr>
            <a:spLocks noGrp="1"/>
          </p:cNvSpPr>
          <p:nvPr>
            <p:ph idx="1"/>
          </p:nvPr>
        </p:nvSpPr>
        <p:spPr/>
        <p:txBody>
          <a:bodyPr/>
          <a:lstStyle/>
          <a:p>
            <a:pPr lvl="0"/>
            <a:r>
              <a:rPr lang="zh-CN" altLang="en-US" dirty="0">
                <a:solidFill>
                  <a:srgbClr val="000000"/>
                </a:solidFill>
              </a:rPr>
              <a:t>冯燕等著</a:t>
            </a:r>
            <a:r>
              <a:rPr lang="en-US" altLang="zh-CN" dirty="0">
                <a:solidFill>
                  <a:srgbClr val="000000"/>
                </a:solidFill>
              </a:rPr>
              <a:t>.</a:t>
            </a:r>
            <a:r>
              <a:rPr lang="zh-CN" altLang="en-US" dirty="0">
                <a:solidFill>
                  <a:srgbClr val="000000"/>
                </a:solidFill>
              </a:rPr>
              <a:t>编译原理课程设计</a:t>
            </a:r>
            <a:r>
              <a:rPr lang="en-US" altLang="zh-CN" dirty="0">
                <a:solidFill>
                  <a:srgbClr val="000000"/>
                </a:solidFill>
              </a:rPr>
              <a:t>. </a:t>
            </a:r>
            <a:r>
              <a:rPr lang="zh-CN" altLang="en-US" dirty="0">
                <a:solidFill>
                  <a:srgbClr val="000000"/>
                </a:solidFill>
              </a:rPr>
              <a:t>浙江大学出版社</a:t>
            </a:r>
            <a:r>
              <a:rPr lang="en-US" altLang="zh-CN" dirty="0">
                <a:solidFill>
                  <a:srgbClr val="000000"/>
                </a:solidFill>
              </a:rPr>
              <a:t>.2007.</a:t>
            </a:r>
          </a:p>
          <a:p>
            <a:pPr lvl="0"/>
            <a:r>
              <a:rPr lang="zh-CN" altLang="en-US" dirty="0">
                <a:solidFill>
                  <a:srgbClr val="000000"/>
                </a:solidFill>
              </a:rPr>
              <a:t>王雷</a:t>
            </a:r>
            <a:r>
              <a:rPr lang="en-US" altLang="zh-CN" dirty="0">
                <a:solidFill>
                  <a:srgbClr val="000000"/>
                </a:solidFill>
              </a:rPr>
              <a:t>,</a:t>
            </a:r>
            <a:r>
              <a:rPr lang="zh-CN" altLang="en-US" dirty="0">
                <a:solidFill>
                  <a:srgbClr val="000000"/>
                </a:solidFill>
              </a:rPr>
              <a:t>刘志成</a:t>
            </a:r>
            <a:r>
              <a:rPr lang="en-US" altLang="zh-CN" dirty="0">
                <a:solidFill>
                  <a:srgbClr val="000000"/>
                </a:solidFill>
              </a:rPr>
              <a:t>,</a:t>
            </a:r>
            <a:r>
              <a:rPr lang="zh-CN" altLang="en-US" dirty="0">
                <a:solidFill>
                  <a:srgbClr val="000000"/>
                </a:solidFill>
              </a:rPr>
              <a:t>周晶</a:t>
            </a:r>
            <a:r>
              <a:rPr lang="en-US" altLang="zh-CN" dirty="0">
                <a:solidFill>
                  <a:srgbClr val="000000"/>
                </a:solidFill>
              </a:rPr>
              <a:t>.</a:t>
            </a:r>
            <a:r>
              <a:rPr lang="zh-CN" altLang="en-US" dirty="0">
                <a:solidFill>
                  <a:srgbClr val="000000"/>
                </a:solidFill>
              </a:rPr>
              <a:t>编译原理课程设计</a:t>
            </a:r>
            <a:r>
              <a:rPr lang="en-US" altLang="zh-CN" dirty="0">
                <a:solidFill>
                  <a:srgbClr val="000000"/>
                </a:solidFill>
              </a:rPr>
              <a:t>.</a:t>
            </a:r>
            <a:r>
              <a:rPr lang="zh-CN" altLang="en-US" dirty="0">
                <a:solidFill>
                  <a:srgbClr val="000000"/>
                </a:solidFill>
              </a:rPr>
              <a:t>机械工业出版社</a:t>
            </a:r>
            <a:r>
              <a:rPr lang="en-US" altLang="zh-CN" dirty="0">
                <a:solidFill>
                  <a:srgbClr val="000000"/>
                </a:solidFill>
              </a:rPr>
              <a:t>.2005.</a:t>
            </a:r>
          </a:p>
        </p:txBody>
      </p:sp>
    </p:spTree>
    <p:extLst>
      <p:ext uri="{BB962C8B-B14F-4D97-AF65-F5344CB8AC3E}">
        <p14:creationId xmlns:p14="http://schemas.microsoft.com/office/powerpoint/2010/main" val="11399658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a:extLst>
              <a:ext uri="{FF2B5EF4-FFF2-40B4-BE49-F238E27FC236}">
                <a16:creationId xmlns:a16="http://schemas.microsoft.com/office/drawing/2014/main" id="{F4912090-6534-426E-A0EE-B1B02F4A44D4}"/>
              </a:ext>
            </a:extLst>
          </p:cNvPr>
          <p:cNvSpPr>
            <a:spLocks noGrp="1" noChangeArrowheads="1"/>
          </p:cNvSpPr>
          <p:nvPr>
            <p:ph type="title"/>
          </p:nvPr>
        </p:nvSpPr>
        <p:spPr/>
        <p:txBody>
          <a:bodyPr/>
          <a:lstStyle/>
          <a:p>
            <a:r>
              <a:rPr lang="zh-CN" altLang="en-US" dirty="0"/>
              <a:t>实验报告与答辩</a:t>
            </a:r>
          </a:p>
        </p:txBody>
      </p:sp>
      <p:sp>
        <p:nvSpPr>
          <p:cNvPr id="14339" name="内容占位符 2">
            <a:extLst>
              <a:ext uri="{FF2B5EF4-FFF2-40B4-BE49-F238E27FC236}">
                <a16:creationId xmlns:a16="http://schemas.microsoft.com/office/drawing/2014/main" id="{6BF955A2-CEDB-4195-B1C0-9278A49889F0}"/>
              </a:ext>
            </a:extLst>
          </p:cNvPr>
          <p:cNvSpPr>
            <a:spLocks noGrp="1" noChangeArrowheads="1"/>
          </p:cNvSpPr>
          <p:nvPr>
            <p:ph idx="1"/>
          </p:nvPr>
        </p:nvSpPr>
        <p:spPr/>
        <p:txBody>
          <a:bodyPr/>
          <a:lstStyle/>
          <a:p>
            <a:r>
              <a:rPr lang="zh-CN" altLang="en-US" dirty="0"/>
              <a:t>不超过</a:t>
            </a:r>
            <a:r>
              <a:rPr lang="en-US" altLang="zh-CN" dirty="0"/>
              <a:t>3</a:t>
            </a:r>
            <a:r>
              <a:rPr lang="zh-CN" altLang="en-US" dirty="0"/>
              <a:t>人一组</a:t>
            </a:r>
            <a:endParaRPr lang="en-US" altLang="zh-CN" dirty="0"/>
          </a:p>
          <a:p>
            <a:r>
              <a:rPr lang="zh-CN" altLang="en-US" dirty="0"/>
              <a:t>实验报告</a:t>
            </a:r>
            <a:endParaRPr lang="en-US" altLang="zh-CN" dirty="0"/>
          </a:p>
          <a:p>
            <a:pPr lvl="1"/>
            <a:r>
              <a:rPr lang="en-US" altLang="zh-CN" dirty="0"/>
              <a:t>Lex</a:t>
            </a:r>
            <a:r>
              <a:rPr lang="zh-CN" altLang="en-US" dirty="0"/>
              <a:t>、</a:t>
            </a:r>
            <a:r>
              <a:rPr lang="en-US" altLang="zh-CN" dirty="0" err="1"/>
              <a:t>Yacc</a:t>
            </a:r>
            <a:r>
              <a:rPr lang="zh-CN" altLang="en-US" dirty="0"/>
              <a:t>、中间代码生成分开写</a:t>
            </a:r>
            <a:endParaRPr lang="en-US" altLang="zh-CN" dirty="0"/>
          </a:p>
          <a:p>
            <a:pPr lvl="1"/>
            <a:r>
              <a:rPr lang="zh-CN" altLang="en-US" dirty="0"/>
              <a:t>详细、完整</a:t>
            </a:r>
            <a:endParaRPr lang="en-US" altLang="zh-CN" dirty="0"/>
          </a:p>
          <a:p>
            <a:pPr lvl="2"/>
            <a:r>
              <a:rPr lang="zh-CN" altLang="en-US" dirty="0"/>
              <a:t>目标语言描述（</a:t>
            </a:r>
            <a:r>
              <a:rPr lang="en-US" altLang="zh-CN" dirty="0"/>
              <a:t>Lex</a:t>
            </a:r>
            <a:r>
              <a:rPr lang="zh-CN" altLang="en-US" dirty="0"/>
              <a:t>和</a:t>
            </a:r>
            <a:r>
              <a:rPr lang="en-US" altLang="zh-CN" dirty="0"/>
              <a:t>Yacc</a:t>
            </a:r>
            <a:r>
              <a:rPr lang="zh-CN" altLang="en-US" dirty="0"/>
              <a:t>输入文件）</a:t>
            </a:r>
            <a:endParaRPr lang="en-US" altLang="zh-CN" dirty="0"/>
          </a:p>
          <a:p>
            <a:pPr lvl="2"/>
            <a:r>
              <a:rPr lang="zh-CN" altLang="en-US" dirty="0"/>
              <a:t>程序架构与接口</a:t>
            </a:r>
            <a:endParaRPr lang="en-US" altLang="zh-CN" dirty="0"/>
          </a:p>
          <a:p>
            <a:pPr lvl="3"/>
            <a:r>
              <a:rPr lang="zh-CN" altLang="en-US" dirty="0"/>
              <a:t>具体分工协作</a:t>
            </a:r>
            <a:endParaRPr lang="en-US" altLang="zh-CN" dirty="0"/>
          </a:p>
          <a:p>
            <a:pPr lvl="3"/>
            <a:r>
              <a:rPr lang="zh-CN" altLang="en-US" dirty="0"/>
              <a:t>实际工作流程和进度</a:t>
            </a:r>
            <a:endParaRPr lang="en-US" altLang="zh-CN" dirty="0"/>
          </a:p>
          <a:p>
            <a:pPr lvl="2"/>
            <a:r>
              <a:rPr lang="zh-CN" altLang="en-US" dirty="0"/>
              <a:t>数据结构</a:t>
            </a:r>
            <a:endParaRPr lang="en-US" altLang="zh-CN" dirty="0"/>
          </a:p>
          <a:p>
            <a:pPr lvl="3"/>
            <a:r>
              <a:rPr lang="zh-CN" altLang="en-US" dirty="0"/>
              <a:t>相关讨论、实际效果（性能分析）</a:t>
            </a:r>
            <a:endParaRPr lang="en-US" altLang="zh-CN" dirty="0"/>
          </a:p>
          <a:p>
            <a:pPr lvl="2"/>
            <a:r>
              <a:rPr lang="zh-CN" altLang="en-US" dirty="0"/>
              <a:t>主要算法的</a:t>
            </a:r>
            <a:r>
              <a:rPr lang="zh-CN" altLang="en-US" dirty="0">
                <a:solidFill>
                  <a:srgbClr val="FF0000"/>
                </a:solidFill>
              </a:rPr>
              <a:t>伪代码</a:t>
            </a:r>
            <a:endParaRPr lang="en-US" altLang="zh-CN" dirty="0">
              <a:solidFill>
                <a:srgbClr val="FF0000"/>
              </a:solidFill>
            </a:endParaRPr>
          </a:p>
          <a:p>
            <a:pPr lvl="3"/>
            <a:r>
              <a:rPr lang="zh-CN" altLang="en-US" dirty="0"/>
              <a:t>特别是书本上没有的部分</a:t>
            </a:r>
            <a:endParaRPr lang="en-US" altLang="zh-CN" dirty="0"/>
          </a:p>
          <a:p>
            <a:pPr lvl="2"/>
            <a:r>
              <a:rPr lang="zh-CN" altLang="en-US" dirty="0"/>
              <a:t>使用说明</a:t>
            </a:r>
            <a:endParaRPr lang="en-US" altLang="zh-CN" dirty="0"/>
          </a:p>
          <a:p>
            <a:pPr lvl="2"/>
            <a:r>
              <a:rPr lang="zh-CN" altLang="en-US" dirty="0"/>
              <a:t>测试报告</a:t>
            </a:r>
            <a:endParaRPr lang="en-US" altLang="zh-CN"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257914-402A-4480-BDA7-F80D0D3357F3}"/>
              </a:ext>
            </a:extLst>
          </p:cNvPr>
          <p:cNvSpPr>
            <a:spLocks noGrp="1"/>
          </p:cNvSpPr>
          <p:nvPr>
            <p:ph type="title"/>
          </p:nvPr>
        </p:nvSpPr>
        <p:spPr/>
        <p:txBody>
          <a:bodyPr/>
          <a:lstStyle/>
          <a:p>
            <a:r>
              <a:rPr lang="zh-CN" altLang="en-US" dirty="0"/>
              <a:t>实验报告与答辩</a:t>
            </a:r>
          </a:p>
        </p:txBody>
      </p:sp>
      <p:sp>
        <p:nvSpPr>
          <p:cNvPr id="3" name="内容占位符 2">
            <a:extLst>
              <a:ext uri="{FF2B5EF4-FFF2-40B4-BE49-F238E27FC236}">
                <a16:creationId xmlns:a16="http://schemas.microsoft.com/office/drawing/2014/main" id="{9336CBA0-8516-4F4F-A7BF-6A0C4B89DE96}"/>
              </a:ext>
            </a:extLst>
          </p:cNvPr>
          <p:cNvSpPr>
            <a:spLocks noGrp="1"/>
          </p:cNvSpPr>
          <p:nvPr>
            <p:ph idx="1"/>
          </p:nvPr>
        </p:nvSpPr>
        <p:spPr/>
        <p:txBody>
          <a:bodyPr/>
          <a:lstStyle/>
          <a:p>
            <a:pPr lvl="1"/>
            <a:r>
              <a:rPr lang="en-US" altLang="zh-CN" dirty="0"/>
              <a:t>AI</a:t>
            </a:r>
            <a:r>
              <a:rPr lang="zh-CN" altLang="en-US" dirty="0"/>
              <a:t>辅助的交互过程</a:t>
            </a:r>
            <a:endParaRPr lang="en-US" altLang="zh-CN" dirty="0"/>
          </a:p>
          <a:p>
            <a:pPr lvl="2"/>
            <a:r>
              <a:rPr lang="zh-CN" altLang="en-US" dirty="0"/>
              <a:t>提示过程</a:t>
            </a:r>
            <a:endParaRPr lang="en-US" altLang="zh-CN" dirty="0"/>
          </a:p>
          <a:p>
            <a:pPr lvl="2"/>
            <a:r>
              <a:rPr lang="zh-CN" altLang="en-US" dirty="0"/>
              <a:t>每一步的结果及对结果的验证、分析、手工调整</a:t>
            </a:r>
            <a:endParaRPr lang="en-US" altLang="zh-CN" dirty="0"/>
          </a:p>
          <a:p>
            <a:r>
              <a:rPr lang="zh-CN" altLang="en-US" dirty="0"/>
              <a:t>突出特色（重点突出，可辟专门章节详细介绍自己的特色部分）</a:t>
            </a:r>
            <a:endParaRPr lang="en-US" altLang="zh-CN" dirty="0"/>
          </a:p>
          <a:p>
            <a:endParaRPr lang="zh-CN" altLang="en-US" dirty="0"/>
          </a:p>
        </p:txBody>
      </p:sp>
    </p:spTree>
    <p:extLst>
      <p:ext uri="{BB962C8B-B14F-4D97-AF65-F5344CB8AC3E}">
        <p14:creationId xmlns:p14="http://schemas.microsoft.com/office/powerpoint/2010/main" val="6144853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7AD8E3-7AE7-4914-A571-214A5FDFB11A}"/>
              </a:ext>
            </a:extLst>
          </p:cNvPr>
          <p:cNvSpPr>
            <a:spLocks noGrp="1"/>
          </p:cNvSpPr>
          <p:nvPr>
            <p:ph type="title"/>
          </p:nvPr>
        </p:nvSpPr>
        <p:spPr/>
        <p:txBody>
          <a:bodyPr/>
          <a:lstStyle/>
          <a:p>
            <a:r>
              <a:rPr lang="zh-CN" altLang="en-US" dirty="0"/>
              <a:t>实验报告与答辩</a:t>
            </a:r>
          </a:p>
        </p:txBody>
      </p:sp>
      <p:sp>
        <p:nvSpPr>
          <p:cNvPr id="3" name="内容占位符 2">
            <a:extLst>
              <a:ext uri="{FF2B5EF4-FFF2-40B4-BE49-F238E27FC236}">
                <a16:creationId xmlns:a16="http://schemas.microsoft.com/office/drawing/2014/main" id="{706EEB76-A844-4317-94DB-90172F044D93}"/>
              </a:ext>
            </a:extLst>
          </p:cNvPr>
          <p:cNvSpPr>
            <a:spLocks noGrp="1"/>
          </p:cNvSpPr>
          <p:nvPr>
            <p:ph idx="1"/>
          </p:nvPr>
        </p:nvSpPr>
        <p:spPr/>
        <p:txBody>
          <a:bodyPr/>
          <a:lstStyle/>
          <a:p>
            <a:r>
              <a:rPr lang="zh-CN" altLang="en-US" dirty="0"/>
              <a:t>答辩</a:t>
            </a:r>
            <a:endParaRPr lang="en-US" altLang="zh-CN" dirty="0"/>
          </a:p>
          <a:p>
            <a:pPr lvl="1"/>
            <a:r>
              <a:rPr lang="zh-CN" altLang="en-US" dirty="0"/>
              <a:t>答辩前把实验报告发给教师</a:t>
            </a:r>
            <a:endParaRPr lang="en-US" altLang="zh-CN" dirty="0"/>
          </a:p>
          <a:p>
            <a:pPr lvl="1"/>
            <a:r>
              <a:rPr lang="zh-CN" altLang="en-US" dirty="0"/>
              <a:t>每个人报告自己的部分</a:t>
            </a:r>
            <a:endParaRPr lang="en-US" altLang="zh-CN" dirty="0"/>
          </a:p>
          <a:p>
            <a:pPr lvl="2"/>
            <a:r>
              <a:rPr lang="zh-CN" altLang="en-US" dirty="0"/>
              <a:t>外加组内互评作为参考</a:t>
            </a:r>
            <a:endParaRPr lang="en-US" altLang="zh-CN" dirty="0"/>
          </a:p>
          <a:p>
            <a:pPr lvl="3"/>
            <a:r>
              <a:rPr lang="zh-CN" altLang="en-US" dirty="0"/>
              <a:t>每个同学发邮件给我，为组内的每个人评分（含自己）</a:t>
            </a:r>
            <a:endParaRPr lang="en-US" altLang="zh-CN" dirty="0"/>
          </a:p>
          <a:p>
            <a:pPr lvl="1"/>
            <a:r>
              <a:rPr lang="zh-CN" altLang="en-US" dirty="0"/>
              <a:t>迅速、清晰地回答问题（每人约</a:t>
            </a:r>
            <a:r>
              <a:rPr lang="en-US" altLang="zh-CN" dirty="0"/>
              <a:t>7-8</a:t>
            </a:r>
            <a:r>
              <a:rPr lang="zh-CN" altLang="en-US" dirty="0"/>
              <a:t>分钟，含</a:t>
            </a:r>
            <a:r>
              <a:rPr lang="en-US" altLang="zh-CN" dirty="0"/>
              <a:t>lex</a:t>
            </a:r>
            <a:r>
              <a:rPr lang="zh-CN" altLang="en-US" dirty="0"/>
              <a:t>、</a:t>
            </a:r>
            <a:r>
              <a:rPr lang="en-US" altLang="zh-CN" dirty="0" err="1"/>
              <a:t>yacc</a:t>
            </a:r>
            <a:r>
              <a:rPr lang="zh-CN" altLang="en-US" dirty="0"/>
              <a:t>、中间代码生成）</a:t>
            </a:r>
            <a:endParaRPr lang="en-US" altLang="zh-CN" dirty="0"/>
          </a:p>
          <a:p>
            <a:pPr lvl="1"/>
            <a:r>
              <a:rPr lang="zh-CN" altLang="en-US" dirty="0"/>
              <a:t>要求概念清晰、代码熟悉</a:t>
            </a:r>
          </a:p>
          <a:p>
            <a:endParaRPr lang="zh-CN" altLang="en-US" dirty="0"/>
          </a:p>
        </p:txBody>
      </p:sp>
    </p:spTree>
    <p:extLst>
      <p:ext uri="{BB962C8B-B14F-4D97-AF65-F5344CB8AC3E}">
        <p14:creationId xmlns:p14="http://schemas.microsoft.com/office/powerpoint/2010/main" val="24628680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a:extLst>
              <a:ext uri="{FF2B5EF4-FFF2-40B4-BE49-F238E27FC236}">
                <a16:creationId xmlns:a16="http://schemas.microsoft.com/office/drawing/2014/main" id="{53563D64-A1FA-4304-B74D-1203ED46675B}"/>
              </a:ext>
            </a:extLst>
          </p:cNvPr>
          <p:cNvSpPr>
            <a:spLocks noGrp="1" noChangeArrowheads="1"/>
          </p:cNvSpPr>
          <p:nvPr>
            <p:ph type="title"/>
          </p:nvPr>
        </p:nvSpPr>
        <p:spPr/>
        <p:txBody>
          <a:bodyPr/>
          <a:lstStyle/>
          <a:p>
            <a:r>
              <a:rPr lang="zh-CN" altLang="en-US" dirty="0"/>
              <a:t>理论课内容</a:t>
            </a:r>
          </a:p>
        </p:txBody>
      </p:sp>
      <p:sp>
        <p:nvSpPr>
          <p:cNvPr id="16387" name="内容占位符 2">
            <a:extLst>
              <a:ext uri="{FF2B5EF4-FFF2-40B4-BE49-F238E27FC236}">
                <a16:creationId xmlns:a16="http://schemas.microsoft.com/office/drawing/2014/main" id="{6FC28FF7-D82D-4AD5-97BD-DEBC90F079BA}"/>
              </a:ext>
            </a:extLst>
          </p:cNvPr>
          <p:cNvSpPr>
            <a:spLocks noGrp="1" noChangeArrowheads="1"/>
          </p:cNvSpPr>
          <p:nvPr>
            <p:ph idx="1"/>
          </p:nvPr>
        </p:nvSpPr>
        <p:spPr/>
        <p:txBody>
          <a:bodyPr/>
          <a:lstStyle/>
          <a:p>
            <a:r>
              <a:rPr lang="en-US" altLang="zh-CN" dirty="0">
                <a:hlinkClick r:id="rId2" action="ppaction://hlinksldjump"/>
              </a:rPr>
              <a:t>Lex</a:t>
            </a:r>
            <a:r>
              <a:rPr lang="zh-CN" altLang="en-US" dirty="0"/>
              <a:t>的输入格式（扩展的</a:t>
            </a:r>
            <a:r>
              <a:rPr lang="en-US" altLang="zh-CN" dirty="0"/>
              <a:t>RE</a:t>
            </a:r>
            <a:r>
              <a:rPr lang="zh-CN" altLang="en-US" dirty="0"/>
              <a:t>）解读</a:t>
            </a:r>
            <a:endParaRPr lang="en-US" altLang="zh-CN" dirty="0"/>
          </a:p>
          <a:p>
            <a:pPr lvl="1"/>
            <a:r>
              <a:rPr lang="en-US" altLang="zh-CN" dirty="0"/>
              <a:t>c99.l </a:t>
            </a:r>
          </a:p>
          <a:p>
            <a:r>
              <a:rPr lang="en-US" altLang="zh-CN" dirty="0">
                <a:hlinkClick r:id="rId3" action="ppaction://hlinksldjump"/>
              </a:rPr>
              <a:t>Yacc</a:t>
            </a:r>
            <a:r>
              <a:rPr lang="zh-CN" altLang="en-US" dirty="0"/>
              <a:t>的输入格式解读</a:t>
            </a:r>
            <a:endParaRPr lang="en-US" altLang="zh-CN" dirty="0"/>
          </a:p>
          <a:p>
            <a:pPr lvl="1"/>
            <a:r>
              <a:rPr lang="en-US" altLang="zh-CN" dirty="0"/>
              <a:t>C99.y</a:t>
            </a:r>
          </a:p>
          <a:p>
            <a:r>
              <a:rPr lang="en-US" altLang="zh-CN" dirty="0"/>
              <a:t>LALR</a:t>
            </a:r>
            <a:r>
              <a:rPr lang="zh-CN" altLang="en-US" dirty="0"/>
              <a:t>分析</a:t>
            </a:r>
            <a:endParaRPr lang="en-US" altLang="zh-CN" dirty="0"/>
          </a:p>
          <a:p>
            <a:r>
              <a:rPr lang="zh-CN" altLang="en-US" dirty="0"/>
              <a:t>词法分析和语法分析的数据结构及程序架构</a:t>
            </a:r>
            <a:endParaRPr lang="en-US" altLang="zh-CN" dirty="0"/>
          </a:p>
          <a:p>
            <a:r>
              <a:rPr lang="zh-CN" altLang="en-US" dirty="0"/>
              <a:t>简单优先分析法和算符优先分析法</a:t>
            </a:r>
            <a:endParaRPr lang="en-US" altLang="zh-CN" dirty="0"/>
          </a:p>
          <a:p>
            <a:r>
              <a:rPr lang="zh-CN" altLang="en-US" dirty="0"/>
              <a:t>符号表的结构</a:t>
            </a:r>
            <a:endParaRPr lang="en-US" altLang="zh-CN" dirty="0"/>
          </a:p>
          <a:p>
            <a:r>
              <a:rPr lang="zh-CN" altLang="en-US" dirty="0"/>
              <a:t>声明语句的处理</a:t>
            </a:r>
            <a:endParaRPr lang="en-US" altLang="zh-CN" dirty="0"/>
          </a:p>
          <a:p>
            <a:r>
              <a:rPr lang="en-US" altLang="zh-CN" dirty="0" err="1"/>
              <a:t>Jimple</a:t>
            </a:r>
            <a:r>
              <a:rPr lang="zh-CN" altLang="en-US" dirty="0"/>
              <a:t>语言</a:t>
            </a:r>
            <a:endParaRPr lang="en-US" altLang="zh-CN" dirty="0"/>
          </a:p>
          <a:p>
            <a:r>
              <a:rPr lang="zh-CN" altLang="en-US" dirty="0"/>
              <a:t>报告撰写（示例）</a:t>
            </a:r>
            <a:endParaRPr lang="en-US" altLang="zh-CN" dirty="0"/>
          </a:p>
          <a:p>
            <a:endParaRPr lang="zh-CN"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9E5FF4-CBF4-4226-8D6A-35600DD77A24}"/>
              </a:ext>
            </a:extLst>
          </p:cNvPr>
          <p:cNvSpPr>
            <a:spLocks noGrp="1"/>
          </p:cNvSpPr>
          <p:nvPr>
            <p:ph type="title"/>
          </p:nvPr>
        </p:nvSpPr>
        <p:spPr/>
        <p:txBody>
          <a:bodyPr/>
          <a:lstStyle/>
          <a:p>
            <a:r>
              <a:rPr lang="zh-CN" altLang="en-US" dirty="0"/>
              <a:t>期末提交内容</a:t>
            </a:r>
          </a:p>
        </p:txBody>
      </p:sp>
      <p:sp>
        <p:nvSpPr>
          <p:cNvPr id="3" name="内容占位符 2">
            <a:extLst>
              <a:ext uri="{FF2B5EF4-FFF2-40B4-BE49-F238E27FC236}">
                <a16:creationId xmlns:a16="http://schemas.microsoft.com/office/drawing/2014/main" id="{99E18F9F-092C-4055-8094-6E2DD5F6E14A}"/>
              </a:ext>
            </a:extLst>
          </p:cNvPr>
          <p:cNvSpPr>
            <a:spLocks noGrp="1"/>
          </p:cNvSpPr>
          <p:nvPr>
            <p:ph idx="1"/>
          </p:nvPr>
        </p:nvSpPr>
        <p:spPr/>
        <p:txBody>
          <a:bodyPr/>
          <a:lstStyle/>
          <a:p>
            <a:r>
              <a:rPr lang="zh-CN" altLang="en-US" dirty="0"/>
              <a:t>全部电子文档提交给课代表</a:t>
            </a:r>
            <a:endParaRPr lang="en-US" altLang="zh-CN" dirty="0"/>
          </a:p>
          <a:p>
            <a:r>
              <a:rPr lang="zh-CN" altLang="en-US" dirty="0"/>
              <a:t>以全组同学学号</a:t>
            </a:r>
            <a:r>
              <a:rPr lang="en-US" altLang="zh-CN" dirty="0"/>
              <a:t>+</a:t>
            </a:r>
            <a:r>
              <a:rPr lang="zh-CN" altLang="en-US" dirty="0"/>
              <a:t>姓名命名文件夹</a:t>
            </a:r>
            <a:endParaRPr lang="en-US" altLang="zh-CN" dirty="0"/>
          </a:p>
          <a:p>
            <a:r>
              <a:rPr lang="zh-CN" altLang="en-US" dirty="0"/>
              <a:t>内容（文件夹）：</a:t>
            </a:r>
            <a:endParaRPr lang="en-US" altLang="zh-CN" dirty="0"/>
          </a:p>
          <a:p>
            <a:pPr lvl="1"/>
            <a:r>
              <a:rPr lang="en-US" altLang="zh-CN" dirty="0"/>
              <a:t>Lex</a:t>
            </a:r>
            <a:r>
              <a:rPr lang="zh-CN" altLang="en-US" dirty="0"/>
              <a:t>和</a:t>
            </a:r>
            <a:r>
              <a:rPr lang="en-US" altLang="zh-CN" dirty="0"/>
              <a:t>Yacc</a:t>
            </a:r>
            <a:r>
              <a:rPr lang="zh-CN" altLang="en-US" dirty="0"/>
              <a:t>的输入文件（含语义规则和</a:t>
            </a:r>
            <a:r>
              <a:rPr lang="en-US" altLang="zh-CN" dirty="0"/>
              <a:t>translation scheme</a:t>
            </a:r>
            <a:r>
              <a:rPr lang="zh-CN" altLang="en-US" dirty="0"/>
              <a:t>）</a:t>
            </a:r>
            <a:endParaRPr lang="en-US" altLang="zh-CN" dirty="0"/>
          </a:p>
          <a:p>
            <a:pPr lvl="1"/>
            <a:r>
              <a:rPr lang="zh-CN" altLang="en-US" dirty="0"/>
              <a:t>词法、语法分析程序生成器的源程序</a:t>
            </a:r>
            <a:endParaRPr lang="en-US" altLang="zh-CN" dirty="0"/>
          </a:p>
          <a:p>
            <a:pPr lvl="1"/>
            <a:r>
              <a:rPr lang="zh-CN" altLang="en-US" dirty="0"/>
              <a:t>中间代码生成模块的源程序</a:t>
            </a:r>
            <a:endParaRPr lang="en-US" altLang="zh-CN" dirty="0"/>
          </a:p>
          <a:p>
            <a:pPr lvl="1"/>
            <a:r>
              <a:rPr lang="zh-CN" altLang="en-US" dirty="0"/>
              <a:t>生成的词法、语法分析程序源程序</a:t>
            </a:r>
            <a:endParaRPr lang="en-US" altLang="zh-CN" dirty="0"/>
          </a:p>
          <a:p>
            <a:pPr lvl="1"/>
            <a:r>
              <a:rPr lang="zh-CN" altLang="en-US" dirty="0"/>
              <a:t>词法分析、语法分析的测试用例和测试结果</a:t>
            </a:r>
            <a:endParaRPr lang="en-US" altLang="zh-CN" dirty="0"/>
          </a:p>
          <a:p>
            <a:pPr lvl="1"/>
            <a:r>
              <a:rPr lang="zh-CN" altLang="en-US" dirty="0"/>
              <a:t>生成的中间代码</a:t>
            </a:r>
            <a:endParaRPr lang="en-US" altLang="zh-CN" dirty="0"/>
          </a:p>
          <a:p>
            <a:pPr lvl="1"/>
            <a:r>
              <a:rPr lang="zh-CN" altLang="en-US" dirty="0"/>
              <a:t>实验报告及</a:t>
            </a:r>
            <a:r>
              <a:rPr lang="en-US" altLang="zh-CN" dirty="0"/>
              <a:t>ppt</a:t>
            </a:r>
            <a:endParaRPr lang="zh-CN" altLang="en-US" dirty="0"/>
          </a:p>
        </p:txBody>
      </p:sp>
    </p:spTree>
    <p:extLst>
      <p:ext uri="{BB962C8B-B14F-4D97-AF65-F5344CB8AC3E}">
        <p14:creationId xmlns:p14="http://schemas.microsoft.com/office/powerpoint/2010/main" val="20371882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a:extLst>
              <a:ext uri="{FF2B5EF4-FFF2-40B4-BE49-F238E27FC236}">
                <a16:creationId xmlns:a16="http://schemas.microsoft.com/office/drawing/2014/main" id="{01D3AD37-F98D-4C5F-920C-411DDE00F52C}"/>
              </a:ext>
            </a:extLst>
          </p:cNvPr>
          <p:cNvSpPr>
            <a:spLocks noGrp="1" noChangeArrowheads="1"/>
          </p:cNvSpPr>
          <p:nvPr>
            <p:ph type="title"/>
          </p:nvPr>
        </p:nvSpPr>
        <p:spPr/>
        <p:txBody>
          <a:bodyPr/>
          <a:lstStyle/>
          <a:p>
            <a:r>
              <a:rPr lang="en-US" altLang="zh-CN"/>
              <a:t>Lex</a:t>
            </a:r>
            <a:endParaRPr lang="zh-CN" altLang="en-US"/>
          </a:p>
        </p:txBody>
      </p:sp>
      <p:sp>
        <p:nvSpPr>
          <p:cNvPr id="17411" name="内容占位符 2">
            <a:extLst>
              <a:ext uri="{FF2B5EF4-FFF2-40B4-BE49-F238E27FC236}">
                <a16:creationId xmlns:a16="http://schemas.microsoft.com/office/drawing/2014/main" id="{28740847-8503-494E-8FF0-42E0234A5478}"/>
              </a:ext>
            </a:extLst>
          </p:cNvPr>
          <p:cNvSpPr>
            <a:spLocks noGrp="1" noChangeArrowheads="1"/>
          </p:cNvSpPr>
          <p:nvPr>
            <p:ph idx="1"/>
          </p:nvPr>
        </p:nvSpPr>
        <p:spPr/>
        <p:txBody>
          <a:bodyPr/>
          <a:lstStyle/>
          <a:p>
            <a:r>
              <a:rPr lang="en-US" altLang="zh-CN" dirty="0"/>
              <a:t>Lex</a:t>
            </a:r>
            <a:r>
              <a:rPr lang="zh-CN" altLang="en-US" dirty="0"/>
              <a:t>输入文件（</a:t>
            </a:r>
            <a:r>
              <a:rPr lang="en-US" altLang="zh-CN" dirty="0"/>
              <a:t>Lex source</a:t>
            </a:r>
            <a:r>
              <a:rPr lang="zh-CN" altLang="en-US" dirty="0"/>
              <a:t>）的基本格式：</a:t>
            </a:r>
            <a:endParaRPr lang="en-US" altLang="zh-CN" dirty="0"/>
          </a:p>
          <a:p>
            <a:pPr marL="0" indent="0">
              <a:buNone/>
            </a:pPr>
            <a:br>
              <a:rPr lang="en-US" altLang="zh-CN" dirty="0"/>
            </a:br>
            <a:r>
              <a:rPr lang="en-US" altLang="zh-CN" dirty="0"/>
              <a:t>{definitions}</a:t>
            </a:r>
            <a:br>
              <a:rPr lang="en-US" altLang="zh-CN" dirty="0"/>
            </a:br>
            <a:r>
              <a:rPr lang="en-US" altLang="zh-CN" dirty="0"/>
              <a:t>%%</a:t>
            </a:r>
            <a:br>
              <a:rPr lang="en-US" altLang="zh-CN" dirty="0"/>
            </a:br>
            <a:r>
              <a:rPr lang="en-US" altLang="zh-CN" dirty="0"/>
              <a:t>{rules}</a:t>
            </a:r>
            <a:br>
              <a:rPr lang="en-US" altLang="zh-CN" dirty="0"/>
            </a:br>
            <a:r>
              <a:rPr lang="en-US" altLang="zh-CN" dirty="0"/>
              <a:t>%%</a:t>
            </a:r>
            <a:br>
              <a:rPr lang="en-US" altLang="zh-CN" dirty="0"/>
            </a:br>
            <a:r>
              <a:rPr lang="en-US" altLang="zh-CN" dirty="0"/>
              <a:t>{user subroutines} </a:t>
            </a:r>
            <a:br>
              <a:rPr lang="en-US" altLang="zh-CN" dirty="0"/>
            </a:br>
            <a:endParaRPr lang="zh-CN"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a:extLst>
              <a:ext uri="{FF2B5EF4-FFF2-40B4-BE49-F238E27FC236}">
                <a16:creationId xmlns:a16="http://schemas.microsoft.com/office/drawing/2014/main" id="{98B0C2BD-BC91-4A3B-A991-E09D3ADCD12E}"/>
              </a:ext>
            </a:extLst>
          </p:cNvPr>
          <p:cNvSpPr>
            <a:spLocks noGrp="1" noChangeArrowheads="1"/>
          </p:cNvSpPr>
          <p:nvPr>
            <p:ph type="title"/>
          </p:nvPr>
        </p:nvSpPr>
        <p:spPr/>
        <p:txBody>
          <a:bodyPr/>
          <a:lstStyle/>
          <a:p>
            <a:r>
              <a:rPr lang="en-US" altLang="zh-CN" dirty="0"/>
              <a:t>Lex</a:t>
            </a:r>
            <a:r>
              <a:rPr lang="zh-CN" altLang="en-US" dirty="0"/>
              <a:t>输入文件中的</a:t>
            </a:r>
            <a:r>
              <a:rPr lang="en-US" altLang="zh-CN" dirty="0"/>
              <a:t>Definitions</a:t>
            </a:r>
            <a:endParaRPr lang="zh-CN" altLang="en-US" dirty="0"/>
          </a:p>
        </p:txBody>
      </p:sp>
      <p:sp>
        <p:nvSpPr>
          <p:cNvPr id="18435" name="内容占位符 2">
            <a:extLst>
              <a:ext uri="{FF2B5EF4-FFF2-40B4-BE49-F238E27FC236}">
                <a16:creationId xmlns:a16="http://schemas.microsoft.com/office/drawing/2014/main" id="{6EBF11B6-6423-42E6-9BD0-07A9CF9F6AB1}"/>
              </a:ext>
            </a:extLst>
          </p:cNvPr>
          <p:cNvSpPr>
            <a:spLocks noGrp="1" noChangeArrowheads="1"/>
          </p:cNvSpPr>
          <p:nvPr>
            <p:ph idx="1"/>
          </p:nvPr>
        </p:nvSpPr>
        <p:spPr>
          <a:xfrm>
            <a:off x="685800" y="1268760"/>
            <a:ext cx="7772400" cy="5400328"/>
          </a:xfrm>
        </p:spPr>
        <p:txBody>
          <a:bodyPr/>
          <a:lstStyle/>
          <a:p>
            <a:r>
              <a:rPr lang="zh-CN" altLang="en-US" dirty="0"/>
              <a:t>包含在</a:t>
            </a:r>
            <a:r>
              <a:rPr lang="en-US" altLang="zh-CN" dirty="0"/>
              <a:t>%{ </a:t>
            </a:r>
            <a:r>
              <a:rPr lang="zh-CN" altLang="en-US" dirty="0"/>
              <a:t>和</a:t>
            </a:r>
            <a:r>
              <a:rPr lang="en-US" altLang="zh-CN" dirty="0"/>
              <a:t>%}</a:t>
            </a:r>
            <a:r>
              <a:rPr lang="zh-CN" altLang="en-US" dirty="0"/>
              <a:t>之间的行中的内容都被复制出去。</a:t>
            </a:r>
            <a:endParaRPr lang="en-US" altLang="zh-CN" dirty="0"/>
          </a:p>
          <a:p>
            <a:pPr lvl="1"/>
            <a:r>
              <a:rPr lang="zh-CN" altLang="en-US" dirty="0"/>
              <a:t>见</a:t>
            </a:r>
            <a:r>
              <a:rPr lang="en-US" altLang="zh-CN" dirty="0"/>
              <a:t>c99.l</a:t>
            </a:r>
            <a:r>
              <a:rPr lang="zh-CN" altLang="en-US" dirty="0"/>
              <a:t>。</a:t>
            </a:r>
            <a:endParaRPr lang="en-US" altLang="zh-CN" dirty="0"/>
          </a:p>
          <a:p>
            <a:r>
              <a:rPr lang="zh-CN" altLang="en-US" dirty="0"/>
              <a:t>用于</a:t>
            </a:r>
            <a:r>
              <a:rPr lang="en-US" altLang="zh-CN" dirty="0"/>
              <a:t>Lex</a:t>
            </a:r>
            <a:r>
              <a:rPr lang="zh-CN" altLang="en-US" dirty="0"/>
              <a:t>的</a:t>
            </a:r>
            <a:r>
              <a:rPr lang="en-US" altLang="zh-CN" dirty="0"/>
              <a:t>regular definitions</a:t>
            </a:r>
            <a:r>
              <a:rPr lang="zh-CN" altLang="en-US" dirty="0"/>
              <a:t>在第一个</a:t>
            </a:r>
            <a:r>
              <a:rPr lang="en-US" altLang="zh-CN" dirty="0"/>
              <a:t>%%</a:t>
            </a:r>
            <a:r>
              <a:rPr lang="zh-CN" altLang="en-US" dirty="0"/>
              <a:t>分隔符之前给出。</a:t>
            </a:r>
            <a:endParaRPr lang="en-US" altLang="zh-CN" dirty="0"/>
          </a:p>
          <a:p>
            <a:pPr lvl="1"/>
            <a:r>
              <a:rPr lang="zh-CN" altLang="en-US" dirty="0"/>
              <a:t>从第</a:t>
            </a:r>
            <a:r>
              <a:rPr lang="en-US" altLang="zh-CN" dirty="0"/>
              <a:t>1</a:t>
            </a:r>
            <a:r>
              <a:rPr lang="zh-CN" altLang="en-US" dirty="0"/>
              <a:t>列开始。</a:t>
            </a:r>
            <a:endParaRPr lang="en-US" altLang="zh-CN" dirty="0"/>
          </a:p>
          <a:p>
            <a:pPr lvl="2"/>
            <a:r>
              <a:rPr lang="zh-CN" altLang="en-US" dirty="0"/>
              <a:t>每行的格式如下：</a:t>
            </a:r>
            <a:endParaRPr lang="en-US" altLang="zh-CN" dirty="0"/>
          </a:p>
          <a:p>
            <a:pPr marL="914400" lvl="2" indent="0">
              <a:buNone/>
            </a:pPr>
            <a:r>
              <a:rPr lang="en-US" altLang="zh-CN" dirty="0"/>
              <a:t>                              name translation </a:t>
            </a:r>
          </a:p>
          <a:p>
            <a:pPr lvl="1"/>
            <a:r>
              <a:rPr lang="zh-CN" altLang="en-US" dirty="0"/>
              <a:t>见</a:t>
            </a:r>
            <a:r>
              <a:rPr lang="en-US" altLang="zh-CN" dirty="0"/>
              <a:t>c99.l</a:t>
            </a:r>
          </a:p>
          <a:p>
            <a:pPr lvl="2"/>
            <a:r>
              <a:rPr lang="en-US" altLang="zh-CN" dirty="0"/>
              <a:t>Regular definition, </a:t>
            </a:r>
            <a:r>
              <a:rPr lang="zh-CN" altLang="en-US" dirty="0"/>
              <a:t>没有</a:t>
            </a:r>
            <a:r>
              <a:rPr lang="en-US" altLang="zh-CN" dirty="0"/>
              <a:t>action</a:t>
            </a:r>
          </a:p>
          <a:p>
            <a:pPr lvl="2"/>
            <a:r>
              <a:rPr lang="zh-CN" altLang="en-US" dirty="0"/>
              <a:t>对所有的</a:t>
            </a:r>
            <a:r>
              <a:rPr lang="en-US" altLang="zh-CN" dirty="0"/>
              <a:t>rules</a:t>
            </a:r>
            <a:r>
              <a:rPr lang="zh-CN" altLang="en-US" dirty="0"/>
              <a:t>可见。</a:t>
            </a:r>
            <a:r>
              <a:rPr lang="en-US" altLang="zh-CN" dirty="0"/>
              <a:t> </a:t>
            </a:r>
            <a:br>
              <a:rPr lang="en-US" altLang="zh-CN" dirty="0"/>
            </a:br>
            <a:br>
              <a:rPr lang="en-US" altLang="zh-CN" dirty="0"/>
            </a:br>
            <a:br>
              <a:rPr lang="en-US" altLang="zh-CN" dirty="0"/>
            </a:br>
            <a:br>
              <a:rPr lang="en-US" altLang="zh-CN" dirty="0"/>
            </a:br>
            <a:endParaRPr lang="zh-CN"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a:extLst>
              <a:ext uri="{FF2B5EF4-FFF2-40B4-BE49-F238E27FC236}">
                <a16:creationId xmlns:a16="http://schemas.microsoft.com/office/drawing/2014/main" id="{D237969A-0951-4CA7-89C6-658DE4C48406}"/>
              </a:ext>
            </a:extLst>
          </p:cNvPr>
          <p:cNvSpPr>
            <a:spLocks noGrp="1" noChangeArrowheads="1"/>
          </p:cNvSpPr>
          <p:nvPr>
            <p:ph type="title"/>
          </p:nvPr>
        </p:nvSpPr>
        <p:spPr/>
        <p:txBody>
          <a:bodyPr/>
          <a:lstStyle/>
          <a:p>
            <a:r>
              <a:rPr lang="en-US" altLang="zh-CN" dirty="0"/>
              <a:t>Lex</a:t>
            </a:r>
            <a:r>
              <a:rPr lang="zh-CN" altLang="en-US" dirty="0"/>
              <a:t>输入文件中的</a:t>
            </a:r>
            <a:r>
              <a:rPr lang="en-US" altLang="zh-CN" dirty="0"/>
              <a:t>Regular Expressions </a:t>
            </a:r>
            <a:endParaRPr lang="zh-CN" altLang="en-US" dirty="0"/>
          </a:p>
        </p:txBody>
      </p:sp>
      <p:sp>
        <p:nvSpPr>
          <p:cNvPr id="19459" name="内容占位符 2">
            <a:extLst>
              <a:ext uri="{FF2B5EF4-FFF2-40B4-BE49-F238E27FC236}">
                <a16:creationId xmlns:a16="http://schemas.microsoft.com/office/drawing/2014/main" id="{EFA13E7F-524A-4378-9AF2-A4B9C9070377}"/>
              </a:ext>
            </a:extLst>
          </p:cNvPr>
          <p:cNvSpPr>
            <a:spLocks noGrp="1" noChangeArrowheads="1"/>
          </p:cNvSpPr>
          <p:nvPr>
            <p:ph idx="1"/>
          </p:nvPr>
        </p:nvSpPr>
        <p:spPr>
          <a:xfrm>
            <a:off x="685800" y="1052736"/>
            <a:ext cx="7772400" cy="5544914"/>
          </a:xfrm>
        </p:spPr>
        <p:txBody>
          <a:bodyPr/>
          <a:lstStyle/>
          <a:p>
            <a:r>
              <a:rPr lang="zh-CN" altLang="en-US" dirty="0"/>
              <a:t>字母表（</a:t>
            </a:r>
            <a:r>
              <a:rPr lang="en-US" altLang="zh-CN" dirty="0"/>
              <a:t>Alphabet</a:t>
            </a:r>
            <a:r>
              <a:rPr lang="zh-CN" altLang="en-US" dirty="0"/>
              <a:t>）</a:t>
            </a:r>
            <a:endParaRPr lang="en-US" altLang="zh-CN" dirty="0"/>
          </a:p>
          <a:p>
            <a:pPr lvl="1"/>
            <a:r>
              <a:rPr lang="zh-CN" altLang="en-US" dirty="0"/>
              <a:t>目标语言的字符集（</a:t>
            </a:r>
            <a:r>
              <a:rPr lang="en-US" altLang="zh-CN" dirty="0"/>
              <a:t> text characters </a:t>
            </a:r>
            <a:r>
              <a:rPr lang="zh-CN" altLang="en-US" dirty="0"/>
              <a:t>）</a:t>
            </a:r>
            <a:endParaRPr lang="en-US" altLang="zh-CN" dirty="0"/>
          </a:p>
          <a:p>
            <a:pPr lvl="1"/>
            <a:r>
              <a:rPr lang="en-US" altLang="zh-CN" dirty="0"/>
              <a:t>Lex</a:t>
            </a:r>
            <a:r>
              <a:rPr lang="zh-CN" altLang="en-US" dirty="0"/>
              <a:t>中扩展的正规式的</a:t>
            </a:r>
            <a:r>
              <a:rPr lang="en-US" altLang="zh-CN" dirty="0"/>
              <a:t>operator</a:t>
            </a:r>
            <a:r>
              <a:rPr lang="zh-CN" altLang="en-US" dirty="0"/>
              <a:t>（</a:t>
            </a:r>
            <a:r>
              <a:rPr lang="en-US" altLang="zh-CN" dirty="0"/>
              <a:t>operator characters , or meta language symbol</a:t>
            </a:r>
            <a:r>
              <a:rPr lang="zh-CN" altLang="en-US" dirty="0"/>
              <a:t>）</a:t>
            </a:r>
            <a:endParaRPr lang="en-US" altLang="zh-CN" dirty="0"/>
          </a:p>
          <a:p>
            <a:r>
              <a:rPr lang="en-US" altLang="zh-CN" dirty="0"/>
              <a:t>Lex</a:t>
            </a:r>
            <a:r>
              <a:rPr lang="zh-CN" altLang="en-US" dirty="0"/>
              <a:t>中的操作符（</a:t>
            </a:r>
            <a:r>
              <a:rPr lang="en-US" altLang="zh-CN" i="1" dirty="0"/>
              <a:t> </a:t>
            </a:r>
            <a:r>
              <a:rPr lang="en-US" altLang="zh-CN" dirty="0"/>
              <a:t>Operators</a:t>
            </a:r>
            <a:r>
              <a:rPr lang="zh-CN" altLang="en-US" dirty="0"/>
              <a:t>）</a:t>
            </a:r>
            <a:endParaRPr lang="en-US" altLang="zh-CN" i="1" dirty="0"/>
          </a:p>
          <a:p>
            <a:pPr lvl="1"/>
            <a:r>
              <a:rPr lang="en-US" altLang="zh-CN" dirty="0"/>
              <a:t>" \ [ ] ˆ - ? . </a:t>
            </a:r>
            <a:r>
              <a:rPr lang="zh-CN" altLang="en-US" dirty="0"/>
              <a:t>∗ </a:t>
            </a:r>
            <a:r>
              <a:rPr lang="en-US" altLang="zh-CN" dirty="0"/>
              <a:t>+ | ( ) $ / { } % &lt; &gt;</a:t>
            </a:r>
            <a:r>
              <a:rPr lang="zh-CN" altLang="en-US" dirty="0"/>
              <a:t> </a:t>
            </a:r>
            <a:endParaRPr lang="en-US" altLang="zh-CN" dirty="0"/>
          </a:p>
          <a:p>
            <a:pPr lvl="1"/>
            <a:r>
              <a:rPr lang="zh-CN" altLang="en-US" dirty="0"/>
              <a:t>如果这些符号要被用作目标语言的符号，需要通过转义（</a:t>
            </a:r>
            <a:r>
              <a:rPr lang="en-US" altLang="zh-CN" dirty="0"/>
              <a:t> an escape should be used</a:t>
            </a:r>
            <a:r>
              <a:rPr lang="zh-CN" altLang="en-US" dirty="0"/>
              <a:t>） 。</a:t>
            </a:r>
            <a:br>
              <a:rPr lang="zh-CN" altLang="en-US" dirty="0"/>
            </a:br>
            <a:endParaRPr lang="zh-CN"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a:extLst>
              <a:ext uri="{FF2B5EF4-FFF2-40B4-BE49-F238E27FC236}">
                <a16:creationId xmlns:a16="http://schemas.microsoft.com/office/drawing/2014/main" id="{B2CE826A-BAC7-41EA-B5A7-F6BFB8558D05}"/>
              </a:ext>
            </a:extLst>
          </p:cNvPr>
          <p:cNvSpPr>
            <a:spLocks noGrp="1" noChangeArrowheads="1"/>
          </p:cNvSpPr>
          <p:nvPr>
            <p:ph type="title"/>
          </p:nvPr>
        </p:nvSpPr>
        <p:spPr>
          <a:xfrm>
            <a:off x="685800" y="332656"/>
            <a:ext cx="8278688" cy="587152"/>
          </a:xfrm>
        </p:spPr>
        <p:txBody>
          <a:bodyPr/>
          <a:lstStyle/>
          <a:p>
            <a:r>
              <a:rPr lang="zh-CN" altLang="en-US" dirty="0"/>
              <a:t>被</a:t>
            </a:r>
            <a:r>
              <a:rPr lang="en-US" altLang="zh-CN" dirty="0"/>
              <a:t>Regular</a:t>
            </a:r>
            <a:r>
              <a:rPr lang="en-US" altLang="zh-CN" i="1" dirty="0"/>
              <a:t> </a:t>
            </a:r>
            <a:r>
              <a:rPr lang="en-US" altLang="zh-CN" dirty="0"/>
              <a:t>Definitions</a:t>
            </a:r>
            <a:r>
              <a:rPr lang="zh-CN" altLang="en-US" dirty="0"/>
              <a:t>定义的名字</a:t>
            </a:r>
            <a:r>
              <a:rPr lang="en-US" altLang="zh-CN" dirty="0"/>
              <a:t>: {}</a:t>
            </a:r>
            <a:endParaRPr lang="zh-CN" altLang="en-US" dirty="0"/>
          </a:p>
        </p:txBody>
      </p:sp>
      <p:sp>
        <p:nvSpPr>
          <p:cNvPr id="20483" name="内容占位符 2">
            <a:extLst>
              <a:ext uri="{FF2B5EF4-FFF2-40B4-BE49-F238E27FC236}">
                <a16:creationId xmlns:a16="http://schemas.microsoft.com/office/drawing/2014/main" id="{6828BE85-6946-4198-8186-A382FBF0C460}"/>
              </a:ext>
            </a:extLst>
          </p:cNvPr>
          <p:cNvSpPr>
            <a:spLocks noGrp="1" noChangeArrowheads="1"/>
          </p:cNvSpPr>
          <p:nvPr>
            <p:ph idx="1"/>
          </p:nvPr>
        </p:nvSpPr>
        <p:spPr/>
        <p:txBody>
          <a:bodyPr/>
          <a:lstStyle/>
          <a:p>
            <a:r>
              <a:rPr lang="en-US" altLang="zh-CN" dirty="0"/>
              <a:t>{digit}</a:t>
            </a:r>
            <a:r>
              <a:rPr lang="zh-CN" altLang="en-US" dirty="0"/>
              <a:t>代表在</a:t>
            </a:r>
            <a:r>
              <a:rPr lang="en-US" altLang="zh-CN" dirty="0"/>
              <a:t>regular definition</a:t>
            </a:r>
            <a:r>
              <a:rPr lang="zh-CN" altLang="en-US" dirty="0"/>
              <a:t>中已经被定义的名字（</a:t>
            </a:r>
            <a:r>
              <a:rPr lang="en-US" altLang="zh-CN" dirty="0"/>
              <a:t>name</a:t>
            </a:r>
            <a:r>
              <a:rPr lang="zh-CN" altLang="en-US" dirty="0"/>
              <a:t>）</a:t>
            </a:r>
            <a:r>
              <a:rPr lang="en-US" altLang="zh-CN" dirty="0"/>
              <a:t>digit</a:t>
            </a:r>
            <a:r>
              <a:rPr lang="en-US" altLang="zh-CN" i="1" dirty="0"/>
              <a:t>.</a:t>
            </a:r>
          </a:p>
          <a:p>
            <a:pPr lvl="1"/>
            <a:r>
              <a:rPr lang="zh-CN" altLang="en-US" dirty="0"/>
              <a:t>见</a:t>
            </a:r>
            <a:r>
              <a:rPr lang="en-US" altLang="zh-CN" dirty="0"/>
              <a:t>c99.l</a:t>
            </a:r>
            <a:r>
              <a:rPr lang="zh-CN" altLang="en-US" dirty="0"/>
              <a:t>。</a:t>
            </a:r>
            <a:br>
              <a:rPr lang="en-US" altLang="zh-CN" dirty="0"/>
            </a:br>
            <a:endParaRPr lang="zh-CN"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a:extLst>
              <a:ext uri="{FF2B5EF4-FFF2-40B4-BE49-F238E27FC236}">
                <a16:creationId xmlns:a16="http://schemas.microsoft.com/office/drawing/2014/main" id="{096FA35B-9B84-412E-A098-8D05AE9E8738}"/>
              </a:ext>
            </a:extLst>
          </p:cNvPr>
          <p:cNvSpPr>
            <a:spLocks noGrp="1" noChangeArrowheads="1"/>
          </p:cNvSpPr>
          <p:nvPr>
            <p:ph type="title"/>
          </p:nvPr>
        </p:nvSpPr>
        <p:spPr/>
        <p:txBody>
          <a:bodyPr/>
          <a:lstStyle/>
          <a:p>
            <a:r>
              <a:rPr lang="zh-CN" altLang="en-US" dirty="0"/>
              <a:t>几个普通的</a:t>
            </a:r>
            <a:r>
              <a:rPr lang="en-US" altLang="zh-CN" dirty="0"/>
              <a:t>C</a:t>
            </a:r>
            <a:r>
              <a:rPr lang="zh-CN" altLang="en-US" dirty="0"/>
              <a:t>转义</a:t>
            </a:r>
          </a:p>
        </p:txBody>
      </p:sp>
      <p:sp>
        <p:nvSpPr>
          <p:cNvPr id="22531" name="内容占位符 2">
            <a:extLst>
              <a:ext uri="{FF2B5EF4-FFF2-40B4-BE49-F238E27FC236}">
                <a16:creationId xmlns:a16="http://schemas.microsoft.com/office/drawing/2014/main" id="{DF331E9C-A1DD-45C7-A031-1026F8B3C436}"/>
              </a:ext>
            </a:extLst>
          </p:cNvPr>
          <p:cNvSpPr>
            <a:spLocks noGrp="1" noChangeArrowheads="1"/>
          </p:cNvSpPr>
          <p:nvPr>
            <p:ph idx="1"/>
          </p:nvPr>
        </p:nvSpPr>
        <p:spPr/>
        <p:txBody>
          <a:bodyPr/>
          <a:lstStyle/>
          <a:p>
            <a:r>
              <a:rPr lang="en-US" altLang="zh-CN" dirty="0"/>
              <a:t>\n</a:t>
            </a:r>
            <a:r>
              <a:rPr lang="zh-CN" altLang="en-US" dirty="0"/>
              <a:t>：换行（</a:t>
            </a:r>
            <a:r>
              <a:rPr lang="en-US" altLang="zh-CN" dirty="0"/>
              <a:t>newline</a:t>
            </a:r>
            <a:r>
              <a:rPr lang="zh-CN" altLang="en-US" dirty="0"/>
              <a:t>）；</a:t>
            </a:r>
            <a:r>
              <a:rPr lang="en-US" altLang="zh-CN" dirty="0"/>
              <a:t> </a:t>
            </a:r>
          </a:p>
          <a:p>
            <a:r>
              <a:rPr lang="en-US" altLang="zh-CN" dirty="0"/>
              <a:t>\t</a:t>
            </a:r>
            <a:r>
              <a:rPr lang="zh-CN" altLang="en-US" dirty="0"/>
              <a:t>：</a:t>
            </a:r>
            <a:r>
              <a:rPr lang="en-US" altLang="zh-CN" dirty="0"/>
              <a:t>tab, </a:t>
            </a:r>
          </a:p>
          <a:p>
            <a:r>
              <a:rPr lang="en-US" altLang="zh-CN" dirty="0"/>
              <a:t>\b</a:t>
            </a:r>
            <a:r>
              <a:rPr lang="zh-CN" altLang="en-US" dirty="0"/>
              <a:t>：</a:t>
            </a:r>
            <a:r>
              <a:rPr lang="en-US" altLang="zh-CN" dirty="0"/>
              <a:t>backspace. </a:t>
            </a:r>
          </a:p>
          <a:p>
            <a:r>
              <a:rPr lang="en-US" altLang="zh-CN" dirty="0"/>
              <a:t>\\</a:t>
            </a:r>
            <a:r>
              <a:rPr lang="zh-CN" altLang="en-US" dirty="0"/>
              <a:t>：代表</a:t>
            </a:r>
            <a:r>
              <a:rPr lang="en-US" altLang="zh-CN" dirty="0"/>
              <a:t>\</a:t>
            </a:r>
            <a:r>
              <a:rPr lang="zh-CN" altLang="en-US" dirty="0"/>
              <a:t>本身。</a:t>
            </a:r>
            <a:r>
              <a:rPr lang="en-US" altLang="zh-CN" dirty="0"/>
              <a:t> </a:t>
            </a:r>
          </a:p>
          <a:p>
            <a:endParaRPr lang="en-US" altLang="zh-CN" dirty="0"/>
          </a:p>
          <a:p>
            <a:r>
              <a:rPr lang="en-US" altLang="zh-CN" dirty="0"/>
              <a:t>C</a:t>
            </a:r>
            <a:r>
              <a:rPr lang="zh-CN" altLang="en-US" dirty="0"/>
              <a:t>语言的转义和</a:t>
            </a:r>
            <a:r>
              <a:rPr lang="en-US" altLang="zh-CN" dirty="0"/>
              <a:t>Lex</a:t>
            </a:r>
            <a:r>
              <a:rPr lang="zh-CN" altLang="en-US" dirty="0"/>
              <a:t>中的转义可能不完全相同</a:t>
            </a:r>
            <a:br>
              <a:rPr lang="en-US" altLang="zh-CN" dirty="0"/>
            </a:br>
            <a:endParaRPr lang="zh-CN" alt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a:extLst>
              <a:ext uri="{FF2B5EF4-FFF2-40B4-BE49-F238E27FC236}">
                <a16:creationId xmlns:a16="http://schemas.microsoft.com/office/drawing/2014/main" id="{2099C07B-8027-483B-80DA-B8709137BACC}"/>
              </a:ext>
            </a:extLst>
          </p:cNvPr>
          <p:cNvSpPr>
            <a:spLocks noGrp="1" noChangeArrowheads="1"/>
          </p:cNvSpPr>
          <p:nvPr>
            <p:ph type="title"/>
          </p:nvPr>
        </p:nvSpPr>
        <p:spPr/>
        <p:txBody>
          <a:bodyPr/>
          <a:lstStyle/>
          <a:p>
            <a:r>
              <a:rPr lang="zh-CN" altLang="en-US" dirty="0"/>
              <a:t>操作符：</a:t>
            </a:r>
            <a:r>
              <a:rPr lang="en-US" altLang="zh-CN" dirty="0"/>
              <a:t>[ ]</a:t>
            </a:r>
            <a:endParaRPr lang="zh-CN" altLang="en-US" dirty="0"/>
          </a:p>
        </p:txBody>
      </p:sp>
      <p:sp>
        <p:nvSpPr>
          <p:cNvPr id="23555" name="内容占位符 2">
            <a:extLst>
              <a:ext uri="{FF2B5EF4-FFF2-40B4-BE49-F238E27FC236}">
                <a16:creationId xmlns:a16="http://schemas.microsoft.com/office/drawing/2014/main" id="{FECAF9FA-35D2-4271-9E10-604798A4F3FF}"/>
              </a:ext>
            </a:extLst>
          </p:cNvPr>
          <p:cNvSpPr>
            <a:spLocks noGrp="1" noChangeArrowheads="1"/>
          </p:cNvSpPr>
          <p:nvPr>
            <p:ph idx="1"/>
          </p:nvPr>
        </p:nvSpPr>
        <p:spPr/>
        <p:txBody>
          <a:bodyPr/>
          <a:lstStyle/>
          <a:p>
            <a:r>
              <a:rPr lang="zh-CN" altLang="en-US" dirty="0"/>
              <a:t>外延式定义符号集合（</a:t>
            </a:r>
            <a:r>
              <a:rPr lang="en-US" altLang="zh-CN" i="1" dirty="0"/>
              <a:t>character classes</a:t>
            </a:r>
            <a:r>
              <a:rPr lang="zh-CN" altLang="en-US" dirty="0"/>
              <a:t>）</a:t>
            </a:r>
            <a:endParaRPr lang="en-US" altLang="zh-CN" dirty="0"/>
          </a:p>
          <a:p>
            <a:pPr lvl="1"/>
            <a:r>
              <a:rPr lang="en-US" altLang="zh-CN" dirty="0"/>
              <a:t>[</a:t>
            </a:r>
            <a:r>
              <a:rPr lang="en-US" altLang="zh-CN" dirty="0" err="1"/>
              <a:t>abc</a:t>
            </a:r>
            <a:r>
              <a:rPr lang="en-US" altLang="zh-CN" dirty="0"/>
              <a:t>]</a:t>
            </a:r>
            <a:r>
              <a:rPr lang="zh-CN" altLang="en-US" dirty="0"/>
              <a:t>等价于集合</a:t>
            </a:r>
            <a:r>
              <a:rPr lang="en-US" altLang="zh-CN" dirty="0"/>
              <a:t>{a  b c}</a:t>
            </a:r>
            <a:r>
              <a:rPr lang="zh-CN" altLang="en-US" dirty="0"/>
              <a:t>。</a:t>
            </a:r>
            <a:r>
              <a:rPr lang="en-US" altLang="zh-CN" dirty="0"/>
              <a:t>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a:extLst>
              <a:ext uri="{FF2B5EF4-FFF2-40B4-BE49-F238E27FC236}">
                <a16:creationId xmlns:a16="http://schemas.microsoft.com/office/drawing/2014/main" id="{6657B510-D54B-45B0-B928-621290E0B112}"/>
              </a:ext>
            </a:extLst>
          </p:cNvPr>
          <p:cNvSpPr>
            <a:spLocks noGrp="1" noChangeArrowheads="1"/>
          </p:cNvSpPr>
          <p:nvPr>
            <p:ph type="title"/>
          </p:nvPr>
        </p:nvSpPr>
        <p:spPr/>
        <p:txBody>
          <a:bodyPr/>
          <a:lstStyle/>
          <a:p>
            <a:r>
              <a:rPr lang="en-US" altLang="zh-CN" dirty="0"/>
              <a:t> ‘[’, ‘]’</a:t>
            </a:r>
            <a:r>
              <a:rPr lang="zh-CN" altLang="en-US" dirty="0"/>
              <a:t>中的</a:t>
            </a:r>
            <a:r>
              <a:rPr lang="en-US" altLang="zh-CN" dirty="0"/>
              <a:t>‘-’</a:t>
            </a:r>
            <a:endParaRPr lang="zh-CN" altLang="en-US" dirty="0"/>
          </a:p>
        </p:txBody>
      </p:sp>
      <p:sp>
        <p:nvSpPr>
          <p:cNvPr id="24579" name="内容占位符 2">
            <a:extLst>
              <a:ext uri="{FF2B5EF4-FFF2-40B4-BE49-F238E27FC236}">
                <a16:creationId xmlns:a16="http://schemas.microsoft.com/office/drawing/2014/main" id="{285F1965-3095-41B2-BAD8-AF03229B92ED}"/>
              </a:ext>
            </a:extLst>
          </p:cNvPr>
          <p:cNvSpPr>
            <a:spLocks noGrp="1" noChangeArrowheads="1"/>
          </p:cNvSpPr>
          <p:nvPr>
            <p:ph idx="1"/>
          </p:nvPr>
        </p:nvSpPr>
        <p:spPr/>
        <p:txBody>
          <a:bodyPr/>
          <a:lstStyle/>
          <a:p>
            <a:r>
              <a:rPr lang="zh-CN" altLang="en-US" dirty="0"/>
              <a:t>用边界定义集合</a:t>
            </a:r>
            <a:endParaRPr lang="en-US" altLang="zh-CN" dirty="0"/>
          </a:p>
          <a:p>
            <a:pPr lvl="1"/>
            <a:r>
              <a:rPr lang="en-US" altLang="zh-CN" dirty="0"/>
              <a:t>-</a:t>
            </a:r>
            <a:r>
              <a:rPr lang="zh-CN" altLang="en-US" dirty="0"/>
              <a:t>左右的符号表示边界（</a:t>
            </a:r>
            <a:r>
              <a:rPr lang="en-US" altLang="zh-CN" dirty="0">
                <a:solidFill>
                  <a:srgbClr val="FF0000"/>
                </a:solidFill>
              </a:rPr>
              <a:t> </a:t>
            </a:r>
            <a:r>
              <a:rPr lang="en-US" altLang="zh-CN" dirty="0"/>
              <a:t>ranges</a:t>
            </a:r>
            <a:r>
              <a:rPr lang="en-US" altLang="zh-CN" dirty="0">
                <a:solidFill>
                  <a:srgbClr val="FF0000"/>
                </a:solidFill>
              </a:rPr>
              <a:t> </a:t>
            </a:r>
            <a:r>
              <a:rPr lang="zh-CN" altLang="en-US" dirty="0"/>
              <a:t>）。</a:t>
            </a:r>
            <a:r>
              <a:rPr lang="en-US" altLang="zh-CN" dirty="0"/>
              <a:t> </a:t>
            </a:r>
          </a:p>
          <a:p>
            <a:pPr lvl="2"/>
            <a:r>
              <a:rPr lang="en-US" altLang="zh-CN" dirty="0"/>
              <a:t>alpha			[A-Za-z]</a:t>
            </a:r>
          </a:p>
          <a:p>
            <a:pPr lvl="2"/>
            <a:r>
              <a:rPr lang="en-US" altLang="zh-CN" dirty="0"/>
              <a:t>digit			[0-9]</a:t>
            </a:r>
          </a:p>
          <a:p>
            <a:pPr lvl="2"/>
            <a:r>
              <a:rPr lang="en-US" altLang="zh-CN" dirty="0"/>
              <a:t>-</a:t>
            </a:r>
            <a:r>
              <a:rPr lang="zh-CN" altLang="en-US" dirty="0"/>
              <a:t>左右的符号表示</a:t>
            </a:r>
            <a:r>
              <a:rPr lang="en-US" altLang="zh-CN" dirty="0"/>
              <a:t>range</a:t>
            </a:r>
            <a:r>
              <a:rPr lang="zh-CN" altLang="en-US" dirty="0"/>
              <a:t>的边界</a:t>
            </a:r>
            <a:endParaRPr lang="en-US" altLang="zh-CN" dirty="0"/>
          </a:p>
          <a:p>
            <a:r>
              <a:rPr lang="zh-CN" altLang="en-US" dirty="0"/>
              <a:t>如果希望在字符类中包含字符‘</a:t>
            </a:r>
            <a:r>
              <a:rPr lang="en-US" altLang="zh-CN" dirty="0"/>
              <a:t>-</a:t>
            </a:r>
            <a:r>
              <a:rPr lang="zh-CN" altLang="en-US" dirty="0"/>
              <a:t>’（仅表示它自己） ，则它应该是第一个或最后一个（没有边界）；</a:t>
            </a:r>
            <a:endParaRPr lang="en-US" altLang="zh-CN" dirty="0"/>
          </a:p>
          <a:p>
            <a:pPr lvl="1"/>
            <a:r>
              <a:rPr lang="en-US" altLang="zh-CN" dirty="0"/>
              <a:t>[-+0-9]</a:t>
            </a:r>
            <a:r>
              <a:rPr lang="zh-CN" altLang="en-US" dirty="0"/>
              <a:t>表示‘</a:t>
            </a:r>
            <a:r>
              <a:rPr lang="en-US" altLang="zh-CN" dirty="0"/>
              <a:t>-</a:t>
            </a:r>
            <a:r>
              <a:rPr lang="zh-CN" altLang="en-US" dirty="0"/>
              <a:t>’、‘</a:t>
            </a:r>
            <a:r>
              <a:rPr lang="en-US" altLang="zh-CN" dirty="0"/>
              <a:t>+</a:t>
            </a:r>
            <a:r>
              <a:rPr lang="zh-CN" altLang="en-US" dirty="0"/>
              <a:t>’和个位十进制数字。</a:t>
            </a:r>
            <a:endParaRPr lang="en-US" altLang="zh-CN"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a:extLst>
              <a:ext uri="{FF2B5EF4-FFF2-40B4-BE49-F238E27FC236}">
                <a16:creationId xmlns:a16="http://schemas.microsoft.com/office/drawing/2014/main" id="{F362588D-E624-4B3E-A49E-A36C80717728}"/>
              </a:ext>
            </a:extLst>
          </p:cNvPr>
          <p:cNvSpPr>
            <a:spLocks noGrp="1" noChangeArrowheads="1"/>
          </p:cNvSpPr>
          <p:nvPr>
            <p:ph type="title"/>
          </p:nvPr>
        </p:nvSpPr>
        <p:spPr/>
        <p:txBody>
          <a:bodyPr/>
          <a:lstStyle/>
          <a:p>
            <a:r>
              <a:rPr lang="en-US" altLang="zh-CN" dirty="0"/>
              <a:t>‘[’ ‘]’</a:t>
            </a:r>
            <a:r>
              <a:rPr lang="zh-CN" altLang="en-US" dirty="0"/>
              <a:t>中的</a:t>
            </a:r>
            <a:r>
              <a:rPr lang="en-US" altLang="zh-CN" dirty="0"/>
              <a:t>‘ˆ’ </a:t>
            </a:r>
            <a:endParaRPr lang="zh-CN" altLang="en-US" dirty="0"/>
          </a:p>
        </p:txBody>
      </p:sp>
      <p:sp>
        <p:nvSpPr>
          <p:cNvPr id="25603" name="内容占位符 2">
            <a:extLst>
              <a:ext uri="{FF2B5EF4-FFF2-40B4-BE49-F238E27FC236}">
                <a16:creationId xmlns:a16="http://schemas.microsoft.com/office/drawing/2014/main" id="{4ED64833-9DE0-4749-8D8F-3DA4A325D923}"/>
              </a:ext>
            </a:extLst>
          </p:cNvPr>
          <p:cNvSpPr>
            <a:spLocks noGrp="1" noChangeArrowheads="1"/>
          </p:cNvSpPr>
          <p:nvPr>
            <p:ph idx="1"/>
          </p:nvPr>
        </p:nvSpPr>
        <p:spPr/>
        <p:txBody>
          <a:bodyPr/>
          <a:lstStyle/>
          <a:p>
            <a:r>
              <a:rPr lang="zh-CN" altLang="en-US" dirty="0"/>
              <a:t>用补集定义集合</a:t>
            </a:r>
            <a:endParaRPr lang="en-US" altLang="zh-CN" dirty="0"/>
          </a:p>
          <a:p>
            <a:pPr lvl="1"/>
            <a:r>
              <a:rPr lang="zh-CN" altLang="en-US" dirty="0"/>
              <a:t>‘</a:t>
            </a:r>
            <a:r>
              <a:rPr lang="en-US" altLang="zh-CN" dirty="0"/>
              <a:t>ˆ</a:t>
            </a:r>
            <a:r>
              <a:rPr lang="zh-CN" altLang="en-US" dirty="0"/>
              <a:t>’与‘ </a:t>
            </a:r>
            <a:r>
              <a:rPr lang="en-US" altLang="zh-CN" dirty="0"/>
              <a:t>[</a:t>
            </a:r>
            <a:r>
              <a:rPr lang="zh-CN" altLang="en-US" dirty="0"/>
              <a:t>’‘</a:t>
            </a:r>
            <a:r>
              <a:rPr lang="en-US" altLang="zh-CN" dirty="0"/>
              <a:t>]</a:t>
            </a:r>
            <a:r>
              <a:rPr lang="zh-CN" altLang="en-US" dirty="0"/>
              <a:t> ’对组合应用</a:t>
            </a:r>
            <a:endParaRPr lang="en-US" altLang="zh-CN" dirty="0"/>
          </a:p>
          <a:p>
            <a:pPr lvl="1"/>
            <a:r>
              <a:rPr lang="zh-CN" altLang="en-US" dirty="0"/>
              <a:t>‘</a:t>
            </a:r>
            <a:r>
              <a:rPr lang="en-US" altLang="zh-CN" dirty="0"/>
              <a:t>ˆ</a:t>
            </a:r>
            <a:r>
              <a:rPr lang="zh-CN" altLang="en-US" dirty="0"/>
              <a:t>’</a:t>
            </a:r>
            <a:r>
              <a:rPr lang="en-US" altLang="zh-CN" dirty="0"/>
              <a:t> </a:t>
            </a:r>
            <a:r>
              <a:rPr lang="zh-CN" altLang="en-US" dirty="0"/>
              <a:t>必须位于‘ </a:t>
            </a:r>
            <a:r>
              <a:rPr lang="en-US" altLang="zh-CN" dirty="0"/>
              <a:t>[</a:t>
            </a:r>
            <a:r>
              <a:rPr lang="zh-CN" altLang="en-US" dirty="0"/>
              <a:t>’‘</a:t>
            </a:r>
            <a:r>
              <a:rPr lang="en-US" altLang="zh-CN" dirty="0"/>
              <a:t>]</a:t>
            </a:r>
            <a:r>
              <a:rPr lang="zh-CN" altLang="en-US" dirty="0"/>
              <a:t> ’对中的首位</a:t>
            </a:r>
            <a:r>
              <a:rPr lang="en-US" altLang="zh-CN" dirty="0"/>
              <a:t>; </a:t>
            </a:r>
          </a:p>
          <a:p>
            <a:pPr lvl="1"/>
            <a:r>
              <a:rPr lang="zh-CN" altLang="en-US" dirty="0"/>
              <a:t>表示补集。</a:t>
            </a:r>
            <a:endParaRPr lang="en-US" altLang="zh-CN" dirty="0"/>
          </a:p>
          <a:p>
            <a:pPr lvl="1"/>
            <a:r>
              <a:rPr lang="en-US" altLang="zh-CN" dirty="0"/>
              <a:t>[ˆ</a:t>
            </a:r>
            <a:r>
              <a:rPr lang="en-US" altLang="zh-CN" dirty="0" err="1"/>
              <a:t>abc</a:t>
            </a:r>
            <a:r>
              <a:rPr lang="en-US" altLang="zh-CN" dirty="0"/>
              <a:t>]</a:t>
            </a:r>
            <a:r>
              <a:rPr lang="zh-CN" altLang="en-US" dirty="0"/>
              <a:t>匹配除了</a:t>
            </a:r>
            <a:r>
              <a:rPr lang="en-US" altLang="zh-CN" i="1" dirty="0"/>
              <a:t>a</a:t>
            </a:r>
            <a:r>
              <a:rPr lang="zh-CN" altLang="en-US" i="1" dirty="0"/>
              <a:t>、</a:t>
            </a:r>
            <a:r>
              <a:rPr lang="en-US" altLang="zh-CN" i="1" dirty="0"/>
              <a:t>b</a:t>
            </a:r>
            <a:r>
              <a:rPr lang="zh-CN" altLang="en-US" i="1" dirty="0"/>
              <a:t>、</a:t>
            </a:r>
            <a:r>
              <a:rPr lang="en-US" altLang="zh-CN" i="1" dirty="0"/>
              <a:t>c</a:t>
            </a:r>
            <a:r>
              <a:rPr lang="zh-CN" altLang="en-US" dirty="0"/>
              <a:t>之外的的所有符号。</a:t>
            </a:r>
            <a:endParaRPr lang="en-US" altLang="zh-CN" dirty="0"/>
          </a:p>
          <a:p>
            <a:pPr lvl="2"/>
            <a:r>
              <a:rPr lang="en-US" altLang="zh-CN" dirty="0"/>
              <a:t>[ˆa-</a:t>
            </a:r>
            <a:r>
              <a:rPr lang="en-US" altLang="zh-CN" dirty="0" err="1"/>
              <a:t>zA</a:t>
            </a:r>
            <a:r>
              <a:rPr lang="en-US" altLang="zh-CN" dirty="0"/>
              <a:t>-Z]</a:t>
            </a:r>
            <a:r>
              <a:rPr lang="zh-CN" altLang="en-US" dirty="0"/>
              <a:t>匹配除了字符以外的所有符号。</a:t>
            </a:r>
            <a:r>
              <a:rPr lang="en-US" altLang="zh-CN" dirty="0"/>
              <a:t> </a:t>
            </a:r>
            <a:br>
              <a:rPr lang="en-US" altLang="zh-CN" dirty="0"/>
            </a:br>
            <a:br>
              <a:rPr lang="en-US" altLang="zh-CN" dirty="0"/>
            </a:br>
            <a:br>
              <a:rPr lang="en-US" altLang="zh-CN" dirty="0"/>
            </a:br>
            <a:endParaRPr lang="zh-CN" alt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a:extLst>
              <a:ext uri="{FF2B5EF4-FFF2-40B4-BE49-F238E27FC236}">
                <a16:creationId xmlns:a16="http://schemas.microsoft.com/office/drawing/2014/main" id="{B5DD5377-35C9-44BC-8986-A443E0C1D743}"/>
              </a:ext>
            </a:extLst>
          </p:cNvPr>
          <p:cNvSpPr>
            <a:spLocks noGrp="1" noChangeArrowheads="1"/>
          </p:cNvSpPr>
          <p:nvPr>
            <p:ph type="title"/>
          </p:nvPr>
        </p:nvSpPr>
        <p:spPr/>
        <p:txBody>
          <a:bodyPr/>
          <a:lstStyle/>
          <a:p>
            <a:r>
              <a:rPr lang="zh-CN" altLang="en-US" dirty="0"/>
              <a:t>通配符</a:t>
            </a:r>
            <a:r>
              <a:rPr lang="en-US" altLang="zh-CN" dirty="0"/>
              <a:t>‘.’</a:t>
            </a:r>
            <a:endParaRPr lang="zh-CN" altLang="en-US" dirty="0"/>
          </a:p>
        </p:txBody>
      </p:sp>
      <p:sp>
        <p:nvSpPr>
          <p:cNvPr id="26627" name="内容占位符 2">
            <a:extLst>
              <a:ext uri="{FF2B5EF4-FFF2-40B4-BE49-F238E27FC236}">
                <a16:creationId xmlns:a16="http://schemas.microsoft.com/office/drawing/2014/main" id="{6084F247-0B29-4B1F-80A9-BDF9ED7CF03A}"/>
              </a:ext>
            </a:extLst>
          </p:cNvPr>
          <p:cNvSpPr>
            <a:spLocks noGrp="1" noChangeArrowheads="1"/>
          </p:cNvSpPr>
          <p:nvPr>
            <p:ph idx="1"/>
          </p:nvPr>
        </p:nvSpPr>
        <p:spPr/>
        <p:txBody>
          <a:bodyPr/>
          <a:lstStyle/>
          <a:p>
            <a:r>
              <a:rPr lang="zh-CN" altLang="en-US" dirty="0"/>
              <a:t>除了换行符以外的任意符号。</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a:extLst>
              <a:ext uri="{FF2B5EF4-FFF2-40B4-BE49-F238E27FC236}">
                <a16:creationId xmlns:a16="http://schemas.microsoft.com/office/drawing/2014/main" id="{62A53360-C168-448A-9D1E-8120485B9567}"/>
              </a:ext>
            </a:extLst>
          </p:cNvPr>
          <p:cNvSpPr>
            <a:spLocks noGrp="1" noChangeArrowheads="1"/>
          </p:cNvSpPr>
          <p:nvPr>
            <p:ph type="title"/>
          </p:nvPr>
        </p:nvSpPr>
        <p:spPr/>
        <p:txBody>
          <a:bodyPr/>
          <a:lstStyle/>
          <a:p>
            <a:r>
              <a:rPr lang="zh-CN" altLang="en-US" dirty="0"/>
              <a:t>引号：</a:t>
            </a:r>
            <a:r>
              <a:rPr lang="en-US" altLang="zh-CN" dirty="0"/>
              <a:t>" "  </a:t>
            </a:r>
            <a:endParaRPr lang="zh-CN" altLang="en-US" dirty="0"/>
          </a:p>
        </p:txBody>
      </p:sp>
      <mc:AlternateContent xmlns:mc="http://schemas.openxmlformats.org/markup-compatibility/2006" xmlns:a14="http://schemas.microsoft.com/office/drawing/2010/main">
        <mc:Choice Requires="a14">
          <p:sp>
            <p:nvSpPr>
              <p:cNvPr id="21507" name="内容占位符 2">
                <a:extLst>
                  <a:ext uri="{FF2B5EF4-FFF2-40B4-BE49-F238E27FC236}">
                    <a16:creationId xmlns:a16="http://schemas.microsoft.com/office/drawing/2014/main" id="{D14B6CD4-71D7-42B2-9C33-2743AE9027EE}"/>
                  </a:ext>
                </a:extLst>
              </p:cNvPr>
              <p:cNvSpPr>
                <a:spLocks noGrp="1" noChangeArrowheads="1"/>
              </p:cNvSpPr>
              <p:nvPr>
                <p:ph idx="1"/>
              </p:nvPr>
            </p:nvSpPr>
            <p:spPr/>
            <p:txBody>
              <a:bodyPr/>
              <a:lstStyle/>
              <a:p>
                <a14:m>
                  <m:oMath xmlns:m="http://schemas.openxmlformats.org/officeDocument/2006/math">
                    <m:r>
                      <a:rPr lang="en-US" altLang="zh-CN" i="1" dirty="0" smtClean="0">
                        <a:latin typeface="Cambria Math" panose="02040503050406030204" pitchFamily="18" charset="0"/>
                      </a:rPr>
                      <m:t>“ ”</m:t>
                    </m:r>
                  </m:oMath>
                </a14:m>
                <a:r>
                  <a:rPr lang="en-US" altLang="zh-CN" dirty="0"/>
                  <a:t> </a:t>
                </a:r>
                <a:r>
                  <a:rPr lang="zh-CN" altLang="en-US" dirty="0"/>
                  <a:t>括起来的都被当做是目标语言的符号</a:t>
                </a:r>
                <a:endParaRPr lang="en-US" altLang="zh-CN" dirty="0"/>
              </a:p>
              <a:p>
                <a:pPr lvl="1"/>
                <a:r>
                  <a:rPr lang="zh-CN" altLang="en-US" dirty="0"/>
                  <a:t>见山就是山，见水就是水</a:t>
                </a:r>
                <a:endParaRPr lang="en-US" altLang="zh-CN" dirty="0"/>
              </a:p>
              <a:p>
                <a:pPr lvl="1"/>
                <a:r>
                  <a:rPr lang="zh-CN" altLang="en-US" dirty="0"/>
                  <a:t>主要用于表达和</a:t>
                </a:r>
                <a:r>
                  <a:rPr lang="en-US" altLang="zh-CN" dirty="0"/>
                  <a:t>meta-language operator</a:t>
                </a:r>
                <a:r>
                  <a:rPr lang="zh-CN" altLang="en-US" dirty="0"/>
                  <a:t>长得一样的</a:t>
                </a:r>
                <a:r>
                  <a:rPr lang="en-US" altLang="zh-CN" dirty="0"/>
                  <a:t>text characters.</a:t>
                </a:r>
              </a:p>
              <a:p>
                <a:pPr lvl="2"/>
                <a:r>
                  <a:rPr lang="en-US" altLang="zh-CN" dirty="0"/>
                  <a:t>+ </a:t>
                </a:r>
                <a:r>
                  <a:rPr lang="zh-CN" altLang="en-US" dirty="0"/>
                  <a:t>是一个元语言操作符。</a:t>
                </a:r>
                <a:endParaRPr lang="en-US" altLang="zh-CN" dirty="0"/>
              </a:p>
              <a:p>
                <a:pPr lvl="2"/>
                <a:r>
                  <a:rPr lang="en-US" altLang="zh-CN" dirty="0" err="1"/>
                  <a:t>xyz</a:t>
                </a:r>
                <a:r>
                  <a:rPr lang="en-US" altLang="zh-CN" dirty="0"/>
                  <a:t>“++” </a:t>
                </a:r>
                <a:r>
                  <a:rPr lang="zh-CN" altLang="en-US" dirty="0"/>
                  <a:t>表示目标语言中的字符串</a:t>
                </a:r>
                <a:r>
                  <a:rPr lang="en-US" altLang="zh-CN" i="1" dirty="0"/>
                  <a:t> </a:t>
                </a:r>
                <a:r>
                  <a:rPr lang="en-US" altLang="zh-CN" i="1" dirty="0" err="1"/>
                  <a:t>xyz</a:t>
                </a:r>
                <a:r>
                  <a:rPr lang="en-US" altLang="zh-CN" i="1" dirty="0"/>
                  <a:t>++ </a:t>
                </a:r>
                <a:r>
                  <a:rPr lang="zh-CN" altLang="en-US" dirty="0"/>
                  <a:t>。</a:t>
                </a:r>
                <a:endParaRPr lang="en-US" altLang="zh-CN" dirty="0"/>
              </a:p>
              <a:p>
                <a:pPr lvl="2"/>
                <a:r>
                  <a:rPr lang="en-US" altLang="zh-CN" dirty="0"/>
                  <a:t>“</a:t>
                </a:r>
                <a:r>
                  <a:rPr lang="en-US" altLang="zh-CN" dirty="0" err="1"/>
                  <a:t>xyz</a:t>
                </a:r>
                <a:r>
                  <a:rPr lang="en-US" altLang="zh-CN" dirty="0"/>
                  <a:t>++” </a:t>
                </a:r>
                <a:r>
                  <a:rPr lang="zh-CN" altLang="en-US" dirty="0"/>
                  <a:t>作用同上。</a:t>
                </a:r>
                <a:r>
                  <a:rPr lang="en-US" altLang="zh-CN" dirty="0"/>
                  <a:t> </a:t>
                </a:r>
              </a:p>
              <a:p>
                <a:pPr lvl="2"/>
                <a:r>
                  <a:rPr lang="en-US" altLang="zh-CN" dirty="0" err="1"/>
                  <a:t>xyz</a:t>
                </a:r>
                <a:r>
                  <a:rPr lang="en-US" altLang="zh-CN" dirty="0"/>
                  <a:t>\+\+ </a:t>
                </a:r>
                <a:r>
                  <a:rPr lang="zh-CN" altLang="en-US" dirty="0"/>
                  <a:t>作用同上。</a:t>
                </a:r>
                <a:endParaRPr lang="en-US" altLang="zh-CN" dirty="0"/>
              </a:p>
              <a:p>
                <a:r>
                  <a:rPr lang="zh-CN" altLang="en-US" dirty="0"/>
                  <a:t>在表达式中放入空格符。</a:t>
                </a:r>
                <a:endParaRPr lang="en-US" altLang="zh-CN" dirty="0"/>
              </a:p>
              <a:p>
                <a:pPr lvl="1"/>
                <a:r>
                  <a:rPr lang="en-US" altLang="zh-CN" dirty="0"/>
                  <a:t>"x </a:t>
                </a:r>
                <a:r>
                  <a:rPr lang="en-US" altLang="zh-CN" dirty="0" err="1"/>
                  <a:t>yz</a:t>
                </a:r>
                <a:r>
                  <a:rPr lang="en-US" altLang="zh-CN" dirty="0"/>
                  <a:t>++"</a:t>
                </a:r>
                <a:br>
                  <a:rPr lang="en-US" altLang="zh-CN" dirty="0"/>
                </a:br>
                <a:br>
                  <a:rPr lang="en-US" altLang="zh-CN" dirty="0"/>
                </a:br>
                <a:br>
                  <a:rPr lang="en-US" altLang="zh-CN" dirty="0"/>
                </a:br>
                <a:br>
                  <a:rPr lang="en-US" altLang="zh-CN" dirty="0"/>
                </a:br>
                <a:br>
                  <a:rPr lang="en-US" altLang="zh-CN" dirty="0"/>
                </a:br>
                <a:br>
                  <a:rPr lang="en-US" altLang="zh-CN" dirty="0"/>
                </a:br>
                <a:br>
                  <a:rPr lang="en-US" altLang="zh-CN" dirty="0"/>
                </a:br>
                <a:endParaRPr lang="zh-CN" altLang="en-US" dirty="0"/>
              </a:p>
            </p:txBody>
          </p:sp>
        </mc:Choice>
        <mc:Fallback xmlns="">
          <p:sp>
            <p:nvSpPr>
              <p:cNvPr id="21507" name="内容占位符 2">
                <a:extLst>
                  <a:ext uri="{FF2B5EF4-FFF2-40B4-BE49-F238E27FC236}">
                    <a16:creationId xmlns:a16="http://schemas.microsoft.com/office/drawing/2014/main" id="{D14B6CD4-71D7-42B2-9C33-2743AE9027EE}"/>
                  </a:ext>
                </a:extLst>
              </p:cNvPr>
              <p:cNvSpPr>
                <a:spLocks noGrp="1" noRot="1" noChangeAspect="1" noMove="1" noResize="1" noEditPoints="1" noAdjustHandles="1" noChangeArrowheads="1" noChangeShapeType="1" noTextEdit="1"/>
              </p:cNvSpPr>
              <p:nvPr>
                <p:ph idx="1"/>
              </p:nvPr>
            </p:nvSpPr>
            <p:spPr>
              <a:blipFill>
                <a:blip r:embed="rId2"/>
                <a:stretch>
                  <a:fillRect l="-1412" t="-179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505526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a:extLst>
              <a:ext uri="{FF2B5EF4-FFF2-40B4-BE49-F238E27FC236}">
                <a16:creationId xmlns:a16="http://schemas.microsoft.com/office/drawing/2014/main" id="{2AA1967A-7D61-4DD1-B264-0A36F009F9B5}"/>
              </a:ext>
            </a:extLst>
          </p:cNvPr>
          <p:cNvSpPr>
            <a:spLocks noGrp="1" noChangeArrowheads="1"/>
          </p:cNvSpPr>
          <p:nvPr>
            <p:ph type="title"/>
          </p:nvPr>
        </p:nvSpPr>
        <p:spPr/>
        <p:txBody>
          <a:bodyPr/>
          <a:lstStyle/>
          <a:p>
            <a:r>
              <a:rPr lang="zh-CN" altLang="en-US" dirty="0"/>
              <a:t>表达式的重复</a:t>
            </a:r>
          </a:p>
        </p:txBody>
      </p:sp>
      <mc:AlternateContent xmlns:mc="http://schemas.openxmlformats.org/markup-compatibility/2006" xmlns:a14="http://schemas.microsoft.com/office/drawing/2010/main">
        <mc:Choice Requires="a14">
          <p:sp>
            <p:nvSpPr>
              <p:cNvPr id="28675" name="内容占位符 2">
                <a:extLst>
                  <a:ext uri="{FF2B5EF4-FFF2-40B4-BE49-F238E27FC236}">
                    <a16:creationId xmlns:a16="http://schemas.microsoft.com/office/drawing/2014/main" id="{7BF1591B-1327-47AF-ADA5-812036A5C5FE}"/>
                  </a:ext>
                </a:extLst>
              </p:cNvPr>
              <p:cNvSpPr>
                <a:spLocks noGrp="1" noChangeArrowheads="1"/>
              </p:cNvSpPr>
              <p:nvPr>
                <p:ph idx="1"/>
              </p:nvPr>
            </p:nvSpPr>
            <p:spPr/>
            <p:txBody>
              <a:bodyPr/>
              <a:lstStyle/>
              <a:p>
                <a:r>
                  <a:rPr lang="en-US" altLang="zh-CN" dirty="0"/>
                  <a:t>a∗ </a:t>
                </a:r>
              </a:p>
              <a:p>
                <a:r>
                  <a:rPr lang="en-US" altLang="zh-CN" dirty="0"/>
                  <a:t>a+</a:t>
                </a:r>
              </a:p>
              <a:p>
                <a:r>
                  <a:rPr lang="en-US" altLang="zh-CN" dirty="0"/>
                  <a:t>[a-z]+ </a:t>
                </a:r>
              </a:p>
              <a:p>
                <a:r>
                  <a:rPr lang="en-US" altLang="zh-CN" dirty="0"/>
                  <a:t>[A-Za-z][A-Za-z0-9]∗</a:t>
                </a:r>
              </a:p>
              <a:p>
                <a:r>
                  <a:rPr lang="en-US" altLang="zh-CN" dirty="0"/>
                  <a:t>a{1,5}</a:t>
                </a:r>
                <a:r>
                  <a:rPr lang="zh-CN" altLang="en-US" dirty="0"/>
                  <a:t>匹配</a:t>
                </a:r>
                <a:r>
                  <a:rPr lang="en-US" altLang="zh-CN" dirty="0"/>
                  <a:t> </a:t>
                </a:r>
                <a:r>
                  <a:rPr lang="zh-CN" altLang="en-US" dirty="0"/>
                  <a:t>连续出现</a:t>
                </a:r>
                <a:r>
                  <a:rPr lang="en-US" altLang="zh-CN" dirty="0"/>
                  <a:t>1-5</a:t>
                </a:r>
                <a:r>
                  <a:rPr lang="zh-CN" altLang="en-US" dirty="0"/>
                  <a:t>次的</a:t>
                </a:r>
                <a:r>
                  <a:rPr lang="en-US" altLang="zh-CN" dirty="0"/>
                  <a:t>a</a:t>
                </a:r>
                <a:r>
                  <a:rPr lang="zh-CN" altLang="en-US" dirty="0"/>
                  <a:t>。</a:t>
                </a:r>
                <a:endParaRPr lang="en-US" altLang="zh-CN" dirty="0"/>
              </a:p>
              <a:p>
                <a:pPr lvl="1"/>
                <a14:m>
                  <m:oMath xmlns:m="http://schemas.openxmlformats.org/officeDocument/2006/math">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1</m:t>
                        </m:r>
                      </m:sub>
                      <m:sup>
                        <m:r>
                          <a:rPr lang="en-US" altLang="zh-CN" b="0" i="1" smtClean="0">
                            <a:latin typeface="Cambria Math" panose="02040503050406030204" pitchFamily="18" charset="0"/>
                          </a:rPr>
                          <m:t>5</m:t>
                        </m:r>
                      </m:sup>
                    </m:sSubSup>
                  </m:oMath>
                </a14:m>
                <a:r>
                  <a:rPr lang="en-US" altLang="zh-CN" dirty="0"/>
                  <a:t> </a:t>
                </a:r>
                <a:br>
                  <a:rPr lang="en-US" altLang="zh-CN" dirty="0"/>
                </a:br>
                <a:r>
                  <a:rPr lang="en-US" altLang="zh-CN" dirty="0"/>
                  <a:t> </a:t>
                </a:r>
                <a:br>
                  <a:rPr lang="en-US" altLang="zh-CN" dirty="0"/>
                </a:br>
                <a:br>
                  <a:rPr lang="en-US" altLang="zh-CN" dirty="0"/>
                </a:br>
                <a:br>
                  <a:rPr lang="en-US" altLang="zh-CN" dirty="0"/>
                </a:br>
                <a:endParaRPr lang="zh-CN" altLang="en-US" dirty="0"/>
              </a:p>
            </p:txBody>
          </p:sp>
        </mc:Choice>
        <mc:Fallback xmlns="">
          <p:sp>
            <p:nvSpPr>
              <p:cNvPr id="28675" name="内容占位符 2">
                <a:extLst>
                  <a:ext uri="{FF2B5EF4-FFF2-40B4-BE49-F238E27FC236}">
                    <a16:creationId xmlns:a16="http://schemas.microsoft.com/office/drawing/2014/main" id="{7BF1591B-1327-47AF-ADA5-812036A5C5FE}"/>
                  </a:ext>
                </a:extLst>
              </p:cNvPr>
              <p:cNvSpPr>
                <a:spLocks noGrp="1" noRot="1" noChangeAspect="1" noMove="1" noResize="1" noEditPoints="1" noAdjustHandles="1" noChangeArrowheads="1" noChangeShapeType="1" noTextEdit="1"/>
              </p:cNvSpPr>
              <p:nvPr>
                <p:ph idx="1"/>
              </p:nvPr>
            </p:nvSpPr>
            <p:spPr>
              <a:blipFill>
                <a:blip r:embed="rId2"/>
                <a:stretch>
                  <a:fillRect l="-1412" t="-1538"/>
                </a:stretch>
              </a:blipFill>
            </p:spPr>
            <p:txBody>
              <a:bodyPr/>
              <a:lstStyle/>
              <a:p>
                <a:r>
                  <a:rPr lang="zh-CN" altLang="en-US">
                    <a:noFill/>
                  </a:rPr>
                  <a:t> </a:t>
                </a:r>
              </a:p>
            </p:txBody>
          </p:sp>
        </mc:Fallback>
      </mc:AlternateContent>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a:extLst>
              <a:ext uri="{FF2B5EF4-FFF2-40B4-BE49-F238E27FC236}">
                <a16:creationId xmlns:a16="http://schemas.microsoft.com/office/drawing/2014/main" id="{D224E691-8D7D-4041-ACF7-01C59E3B2B52}"/>
              </a:ext>
            </a:extLst>
          </p:cNvPr>
          <p:cNvSpPr>
            <a:spLocks noGrp="1" noChangeArrowheads="1"/>
          </p:cNvSpPr>
          <p:nvPr>
            <p:ph type="title"/>
          </p:nvPr>
        </p:nvSpPr>
        <p:spPr/>
        <p:txBody>
          <a:bodyPr/>
          <a:lstStyle/>
          <a:p>
            <a:r>
              <a:rPr lang="zh-CN" altLang="en-US" dirty="0"/>
              <a:t>操作符</a:t>
            </a:r>
            <a:r>
              <a:rPr lang="en-US" altLang="zh-CN" dirty="0"/>
              <a:t> ? </a:t>
            </a:r>
            <a:endParaRPr lang="zh-CN" altLang="en-US" dirty="0"/>
          </a:p>
        </p:txBody>
      </p:sp>
      <p:sp>
        <p:nvSpPr>
          <p:cNvPr id="27651" name="内容占位符 2">
            <a:extLst>
              <a:ext uri="{FF2B5EF4-FFF2-40B4-BE49-F238E27FC236}">
                <a16:creationId xmlns:a16="http://schemas.microsoft.com/office/drawing/2014/main" id="{60EF7FD5-C427-4B82-9107-BB21A326116C}"/>
              </a:ext>
            </a:extLst>
          </p:cNvPr>
          <p:cNvSpPr>
            <a:spLocks noGrp="1" noChangeArrowheads="1"/>
          </p:cNvSpPr>
          <p:nvPr>
            <p:ph idx="1"/>
          </p:nvPr>
        </p:nvSpPr>
        <p:spPr/>
        <p:txBody>
          <a:bodyPr/>
          <a:lstStyle/>
          <a:p>
            <a:r>
              <a:rPr lang="en-US" altLang="zh-CN" dirty="0"/>
              <a:t>0</a:t>
            </a:r>
            <a:r>
              <a:rPr lang="zh-CN" altLang="en-US" dirty="0"/>
              <a:t>个或</a:t>
            </a:r>
            <a:r>
              <a:rPr lang="en-US" altLang="zh-CN" dirty="0"/>
              <a:t>1</a:t>
            </a:r>
            <a:r>
              <a:rPr lang="zh-CN" altLang="en-US" dirty="0"/>
              <a:t>个。</a:t>
            </a:r>
            <a:endParaRPr lang="en-US" altLang="zh-CN" dirty="0"/>
          </a:p>
          <a:p>
            <a:r>
              <a:rPr lang="zh-CN" altLang="en-US" dirty="0"/>
              <a:t>？的操作数位于</a:t>
            </a:r>
            <a:r>
              <a:rPr lang="en-US" altLang="zh-CN" dirty="0"/>
              <a:t>?</a:t>
            </a:r>
            <a:r>
              <a:rPr lang="zh-CN" altLang="en-US" dirty="0"/>
              <a:t>的左侧。</a:t>
            </a:r>
            <a:endParaRPr lang="en-US" altLang="zh-CN" i="1" dirty="0"/>
          </a:p>
          <a:p>
            <a:r>
              <a:rPr lang="en-US" altLang="zh-CN" dirty="0" err="1"/>
              <a:t>ab?c</a:t>
            </a:r>
            <a:r>
              <a:rPr lang="zh-CN" altLang="en-US" dirty="0"/>
              <a:t>匹配</a:t>
            </a:r>
            <a:r>
              <a:rPr lang="en-US" altLang="zh-CN" dirty="0"/>
              <a:t>ac</a:t>
            </a:r>
            <a:r>
              <a:rPr lang="zh-CN" altLang="en-US" dirty="0"/>
              <a:t>或</a:t>
            </a:r>
            <a:r>
              <a:rPr lang="en-US" altLang="zh-CN" dirty="0" err="1"/>
              <a:t>abc</a:t>
            </a:r>
            <a:r>
              <a:rPr lang="zh-CN" altLang="en-US" i="1" dirty="0"/>
              <a:t>。</a:t>
            </a:r>
            <a:r>
              <a:rPr lang="en-US" altLang="zh-CN" dirty="0"/>
              <a:t> </a:t>
            </a:r>
            <a:br>
              <a:rPr lang="en-US" altLang="zh-CN" dirty="0"/>
            </a:br>
            <a:br>
              <a:rPr lang="en-US" altLang="zh-CN" dirty="0"/>
            </a:br>
            <a:endParaRPr lang="zh-CN" alt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a:extLst>
              <a:ext uri="{FF2B5EF4-FFF2-40B4-BE49-F238E27FC236}">
                <a16:creationId xmlns:a16="http://schemas.microsoft.com/office/drawing/2014/main" id="{78CE52F5-EACE-48F6-B78F-ABF6ECCD73B8}"/>
              </a:ext>
            </a:extLst>
          </p:cNvPr>
          <p:cNvSpPr>
            <a:spLocks noGrp="1" noChangeArrowheads="1"/>
          </p:cNvSpPr>
          <p:nvPr>
            <p:ph type="title"/>
          </p:nvPr>
        </p:nvSpPr>
        <p:spPr/>
        <p:txBody>
          <a:bodyPr/>
          <a:lstStyle/>
          <a:p>
            <a:r>
              <a:rPr lang="zh-CN" altLang="en-US" dirty="0"/>
              <a:t>选择和打包</a:t>
            </a:r>
          </a:p>
        </p:txBody>
      </p:sp>
      <p:sp>
        <p:nvSpPr>
          <p:cNvPr id="29699" name="内容占位符 2">
            <a:extLst>
              <a:ext uri="{FF2B5EF4-FFF2-40B4-BE49-F238E27FC236}">
                <a16:creationId xmlns:a16="http://schemas.microsoft.com/office/drawing/2014/main" id="{A6086579-6D89-4956-8E31-2A8DFCA3AA36}"/>
              </a:ext>
            </a:extLst>
          </p:cNvPr>
          <p:cNvSpPr>
            <a:spLocks noGrp="1" noChangeArrowheads="1"/>
          </p:cNvSpPr>
          <p:nvPr>
            <p:ph idx="1"/>
          </p:nvPr>
        </p:nvSpPr>
        <p:spPr/>
        <p:txBody>
          <a:bodyPr/>
          <a:lstStyle/>
          <a:p>
            <a:r>
              <a:rPr lang="zh-CN" altLang="en-US" dirty="0"/>
              <a:t>选择：</a:t>
            </a:r>
            <a:r>
              <a:rPr lang="en-US" altLang="zh-CN" dirty="0"/>
              <a:t>|</a:t>
            </a:r>
          </a:p>
          <a:p>
            <a:r>
              <a:rPr lang="zh-CN" altLang="en-US" dirty="0"/>
              <a:t>打包：由</a:t>
            </a:r>
            <a:r>
              <a:rPr lang="en-US" altLang="zh-CN" dirty="0"/>
              <a:t>()</a:t>
            </a:r>
            <a:r>
              <a:rPr lang="zh-CN" altLang="en-US" dirty="0"/>
              <a:t>形成的整体</a:t>
            </a:r>
            <a:endParaRPr lang="en-US" altLang="zh-CN" dirty="0"/>
          </a:p>
          <a:p>
            <a:r>
              <a:rPr lang="en-US" altLang="zh-CN" dirty="0"/>
              <a:t>(ab | cd) </a:t>
            </a:r>
          </a:p>
          <a:p>
            <a:r>
              <a:rPr lang="en-US" altLang="zh-CN" dirty="0"/>
              <a:t>(ab | cd+)?(</a:t>
            </a:r>
            <a:r>
              <a:rPr lang="en-US" altLang="zh-CN" dirty="0" err="1"/>
              <a:t>ef</a:t>
            </a:r>
            <a:r>
              <a:rPr lang="en-US" altLang="zh-CN" dirty="0"/>
              <a:t>)∗ </a:t>
            </a:r>
            <a:br>
              <a:rPr lang="en-US" altLang="zh-CN" dirty="0"/>
            </a:br>
            <a:br>
              <a:rPr lang="en-US" altLang="zh-CN" dirty="0"/>
            </a:br>
            <a:endParaRPr lang="zh-CN" alt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54C23AF-0FC5-4F6E-BCD8-28D5F5DBE548}"/>
              </a:ext>
            </a:extLst>
          </p:cNvPr>
          <p:cNvSpPr>
            <a:spLocks noGrp="1"/>
          </p:cNvSpPr>
          <p:nvPr>
            <p:ph type="title"/>
          </p:nvPr>
        </p:nvSpPr>
        <p:spPr/>
        <p:txBody>
          <a:bodyPr/>
          <a:lstStyle/>
          <a:p>
            <a:r>
              <a:rPr lang="en-US" altLang="zh-CN" dirty="0"/>
              <a:t>Lex</a:t>
            </a:r>
            <a:r>
              <a:rPr lang="zh-CN" altLang="en-US" dirty="0"/>
              <a:t>输入文件处理的基本流程</a:t>
            </a:r>
          </a:p>
        </p:txBody>
      </p:sp>
      <p:sp>
        <p:nvSpPr>
          <p:cNvPr id="3" name="内容占位符 2">
            <a:extLst>
              <a:ext uri="{FF2B5EF4-FFF2-40B4-BE49-F238E27FC236}">
                <a16:creationId xmlns:a16="http://schemas.microsoft.com/office/drawing/2014/main" id="{184DA3A6-ED40-4D98-8D20-3F48E5855A21}"/>
              </a:ext>
            </a:extLst>
          </p:cNvPr>
          <p:cNvSpPr>
            <a:spLocks noGrp="1"/>
          </p:cNvSpPr>
          <p:nvPr>
            <p:ph idx="1"/>
          </p:nvPr>
        </p:nvSpPr>
        <p:spPr/>
        <p:txBody>
          <a:bodyPr/>
          <a:lstStyle/>
          <a:p>
            <a:r>
              <a:rPr lang="zh-CN" altLang="en-US" dirty="0"/>
              <a:t>根据</a:t>
            </a:r>
            <a:r>
              <a:rPr lang="en-US" altLang="zh-CN" dirty="0"/>
              <a:t>%%</a:t>
            </a:r>
            <a:r>
              <a:rPr lang="zh-CN" altLang="en-US" dirty="0"/>
              <a:t>区分三个部分</a:t>
            </a:r>
            <a:endParaRPr lang="en-US" altLang="zh-CN" dirty="0"/>
          </a:p>
          <a:p>
            <a:pPr lvl="1"/>
            <a:r>
              <a:rPr lang="zh-CN" altLang="en-US" dirty="0"/>
              <a:t>简单的字符串匹配</a:t>
            </a:r>
            <a:endParaRPr lang="en-US" altLang="zh-CN" dirty="0"/>
          </a:p>
          <a:p>
            <a:pPr lvl="1"/>
            <a:r>
              <a:rPr lang="zh-CN" altLang="en-US" dirty="0"/>
              <a:t>对不同部分进行不同的处理</a:t>
            </a:r>
            <a:endParaRPr lang="en-US" altLang="zh-CN" dirty="0"/>
          </a:p>
          <a:p>
            <a:pPr lvl="2"/>
            <a:r>
              <a:rPr lang="zh-CN" altLang="en-US" dirty="0"/>
              <a:t>对规则部分，读入</a:t>
            </a:r>
            <a:r>
              <a:rPr lang="en-US" altLang="zh-CN" dirty="0"/>
              <a:t>RE-ACTION</a:t>
            </a:r>
            <a:r>
              <a:rPr lang="zh-CN" altLang="en-US" dirty="0"/>
              <a:t>对。</a:t>
            </a:r>
            <a:endParaRPr lang="en-US" altLang="zh-CN" dirty="0"/>
          </a:p>
        </p:txBody>
      </p:sp>
    </p:spTree>
    <p:extLst>
      <p:ext uri="{BB962C8B-B14F-4D97-AF65-F5344CB8AC3E}">
        <p14:creationId xmlns:p14="http://schemas.microsoft.com/office/powerpoint/2010/main" val="10526489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A6CB4C-B08C-4271-A01C-FE2EC86173F7}"/>
              </a:ext>
            </a:extLst>
          </p:cNvPr>
          <p:cNvSpPr>
            <a:spLocks noGrp="1"/>
          </p:cNvSpPr>
          <p:nvPr>
            <p:ph type="title"/>
          </p:nvPr>
        </p:nvSpPr>
        <p:spPr/>
        <p:txBody>
          <a:bodyPr/>
          <a:lstStyle/>
          <a:p>
            <a:r>
              <a:rPr lang="zh-CN" altLang="en-US" dirty="0"/>
              <a:t>扩展的</a:t>
            </a:r>
            <a:r>
              <a:rPr lang="en-US" altLang="zh-CN" dirty="0"/>
              <a:t>RE</a:t>
            </a:r>
            <a:r>
              <a:rPr lang="zh-CN" altLang="en-US" dirty="0"/>
              <a:t>的处理流程</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FBDD3588-9512-4D36-919D-44D59B99A52F}"/>
                  </a:ext>
                </a:extLst>
              </p:cNvPr>
              <p:cNvSpPr>
                <a:spLocks noGrp="1"/>
              </p:cNvSpPr>
              <p:nvPr>
                <p:ph idx="1"/>
              </p:nvPr>
            </p:nvSpPr>
            <p:spPr/>
            <p:txBody>
              <a:bodyPr/>
              <a:lstStyle/>
              <a:p>
                <a:r>
                  <a:rPr lang="zh-CN" altLang="en-US" dirty="0"/>
                  <a:t>扩展的</a:t>
                </a:r>
                <a:r>
                  <a:rPr lang="en-US" altLang="zh-CN" dirty="0"/>
                  <a:t>RE</a:t>
                </a:r>
                <a:r>
                  <a:rPr lang="zh-CN" altLang="en-US" dirty="0"/>
                  <a:t>中操作符的分类</a:t>
                </a:r>
                <a:endParaRPr lang="en-US" altLang="zh-CN" dirty="0"/>
              </a:p>
              <a:p>
                <a:pPr lvl="1"/>
                <a:r>
                  <a:rPr lang="zh-CN" altLang="en-US" dirty="0"/>
                  <a:t>先确定操作数</a:t>
                </a:r>
                <a:endParaRPr lang="en-US" altLang="zh-CN" dirty="0"/>
              </a:p>
              <a:p>
                <a:pPr lvl="2"/>
                <a:r>
                  <a:rPr lang="en-US" altLang="zh-CN" dirty="0"/>
                  <a:t>{}</a:t>
                </a:r>
              </a:p>
              <a:p>
                <a:pPr lvl="2"/>
                <a:r>
                  <a:rPr lang="zh-CN" altLang="en-US" dirty="0"/>
                  <a:t>通配符：</a:t>
                </a:r>
                <a14:m>
                  <m:oMath xmlns:m="http://schemas.openxmlformats.org/officeDocument/2006/math">
                    <m:r>
                      <a:rPr lang="en-US" altLang="zh-CN" b="0" i="1" smtClean="0">
                        <a:latin typeface="Cambria Math" panose="02040503050406030204" pitchFamily="18" charset="0"/>
                      </a:rPr>
                      <m:t>∙</m:t>
                    </m:r>
                  </m:oMath>
                </a14:m>
                <a:endParaRPr lang="en-US" altLang="zh-CN" dirty="0"/>
              </a:p>
              <a:p>
                <a:pPr lvl="2"/>
                <a:r>
                  <a:rPr lang="en-US" altLang="zh-CN" dirty="0"/>
                  <a:t>[]</a:t>
                </a:r>
                <a:r>
                  <a:rPr lang="zh-CN" altLang="en-US" dirty="0"/>
                  <a:t>以及其中的</a:t>
                </a:r>
                <a:r>
                  <a:rPr lang="en-US" altLang="zh-CN" dirty="0"/>
                  <a:t>^</a:t>
                </a:r>
                <a:r>
                  <a:rPr lang="zh-CN" altLang="en-US" dirty="0"/>
                  <a:t>和</a:t>
                </a:r>
                <a:r>
                  <a:rPr lang="en-US" altLang="zh-CN" dirty="0"/>
                  <a:t>-</a:t>
                </a:r>
              </a:p>
              <a:p>
                <a:pPr lvl="2"/>
                <a:r>
                  <a:rPr lang="zh-CN" altLang="en-US" dirty="0"/>
                  <a:t>转义操作</a:t>
                </a:r>
                <a:endParaRPr lang="en-US" altLang="zh-CN" dirty="0"/>
              </a:p>
              <a:p>
                <a:pPr lvl="1"/>
                <a:r>
                  <a:rPr lang="zh-CN" altLang="en-US" dirty="0"/>
                  <a:t>对连接、选择、闭包操作的扩展（正规式的</a:t>
                </a:r>
                <a:r>
                  <a:rPr lang="en-US" altLang="zh-CN" dirty="0"/>
                  <a:t>operator</a:t>
                </a:r>
                <a:r>
                  <a:rPr lang="zh-CN" altLang="en-US" dirty="0"/>
                  <a:t>）</a:t>
                </a:r>
                <a:endParaRPr lang="en-US" altLang="zh-CN" dirty="0"/>
              </a:p>
              <a:p>
                <a:pPr lvl="2"/>
                <a:r>
                  <a:rPr lang="zh-CN" altLang="en-US" dirty="0"/>
                  <a:t>双引号、</a:t>
                </a:r>
                <a:r>
                  <a:rPr lang="en-US" altLang="zh-CN" dirty="0"/>
                  <a:t>+</a:t>
                </a:r>
                <a:r>
                  <a:rPr lang="zh-CN" altLang="en-US" dirty="0"/>
                  <a:t>、？、</a:t>
                </a:r>
                <a:r>
                  <a:rPr lang="en-US" altLang="zh-CN" dirty="0"/>
                  <a:t>a{1,5}</a:t>
                </a:r>
              </a:p>
              <a:p>
                <a:pPr lvl="1"/>
                <a:r>
                  <a:rPr lang="en-US" altLang="zh-CN" dirty="0"/>
                  <a:t>C99.l</a:t>
                </a:r>
                <a:r>
                  <a:rPr lang="zh-CN" altLang="en-US" dirty="0"/>
                  <a:t>中没用到：</a:t>
                </a:r>
                <a:endParaRPr lang="en-US" altLang="zh-CN" dirty="0"/>
              </a:p>
              <a:p>
                <a:pPr lvl="2"/>
                <a:r>
                  <a:rPr lang="en-US" altLang="zh-CN" dirty="0"/>
                  <a:t>$ &lt; &gt; </a:t>
                </a:r>
              </a:p>
              <a:p>
                <a:pPr lvl="2"/>
                <a:r>
                  <a:rPr lang="en-US" altLang="zh-CN" dirty="0"/>
                  <a:t>/ (</a:t>
                </a:r>
                <a:r>
                  <a:rPr lang="zh-CN" altLang="en-US" dirty="0"/>
                  <a:t>未在</a:t>
                </a:r>
                <a:r>
                  <a:rPr lang="en-US" altLang="zh-CN" dirty="0"/>
                  <a:t>RE</a:t>
                </a:r>
                <a:r>
                  <a:rPr lang="zh-CN" altLang="en-US" dirty="0"/>
                  <a:t>中作为</a:t>
                </a:r>
                <a:r>
                  <a:rPr lang="en-US" altLang="zh-CN" dirty="0"/>
                  <a:t>operator</a:t>
                </a:r>
                <a:r>
                  <a:rPr lang="zh-CN" altLang="en-US" dirty="0"/>
                  <a:t>，但是在目标语言中出现，作为注释</a:t>
                </a:r>
                <a:r>
                  <a:rPr lang="en-US" altLang="zh-CN" dirty="0"/>
                  <a:t>/*…</a:t>
                </a:r>
                <a:r>
                  <a:rPr lang="zh-CN" altLang="en-US" dirty="0"/>
                  <a:t>*</a:t>
                </a:r>
                <a:r>
                  <a:rPr lang="en-US" altLang="zh-CN" dirty="0"/>
                  <a:t>/</a:t>
                </a:r>
                <a:r>
                  <a:rPr lang="zh-CN" altLang="en-US" dirty="0"/>
                  <a:t>的定界符出现。</a:t>
                </a:r>
                <a:r>
                  <a:rPr lang="en-US" altLang="zh-CN" dirty="0"/>
                  <a:t>)</a:t>
                </a:r>
              </a:p>
            </p:txBody>
          </p:sp>
        </mc:Choice>
        <mc:Fallback>
          <p:sp>
            <p:nvSpPr>
              <p:cNvPr id="3" name="内容占位符 2">
                <a:extLst>
                  <a:ext uri="{FF2B5EF4-FFF2-40B4-BE49-F238E27FC236}">
                    <a16:creationId xmlns:a16="http://schemas.microsoft.com/office/drawing/2014/main" id="{FBDD3588-9512-4D36-919D-44D59B99A52F}"/>
                  </a:ext>
                </a:extLst>
              </p:cNvPr>
              <p:cNvSpPr>
                <a:spLocks noGrp="1" noRot="1" noChangeAspect="1" noMove="1" noResize="1" noEditPoints="1" noAdjustHandles="1" noChangeArrowheads="1" noChangeShapeType="1" noTextEdit="1"/>
              </p:cNvSpPr>
              <p:nvPr>
                <p:ph idx="1"/>
              </p:nvPr>
            </p:nvSpPr>
            <p:spPr>
              <a:blipFill>
                <a:blip r:embed="rId2"/>
                <a:stretch>
                  <a:fillRect l="-1412" t="-1795" r="-863" b="-897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648721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027F53-8530-4A83-AA21-533B4562023C}"/>
              </a:ext>
            </a:extLst>
          </p:cNvPr>
          <p:cNvSpPr>
            <a:spLocks noGrp="1"/>
          </p:cNvSpPr>
          <p:nvPr>
            <p:ph type="title"/>
          </p:nvPr>
        </p:nvSpPr>
        <p:spPr/>
        <p:txBody>
          <a:bodyPr/>
          <a:lstStyle/>
          <a:p>
            <a:r>
              <a:rPr lang="zh-CN" altLang="en-US" dirty="0"/>
              <a:t>扩展的</a:t>
            </a:r>
            <a:r>
              <a:rPr lang="en-US" altLang="zh-CN" dirty="0"/>
              <a:t>RE</a:t>
            </a:r>
            <a:r>
              <a:rPr lang="zh-CN" altLang="en-US" dirty="0"/>
              <a:t>的处理流程</a:t>
            </a:r>
          </a:p>
        </p:txBody>
      </p:sp>
      <p:sp>
        <p:nvSpPr>
          <p:cNvPr id="3" name="内容占位符 2">
            <a:extLst>
              <a:ext uri="{FF2B5EF4-FFF2-40B4-BE49-F238E27FC236}">
                <a16:creationId xmlns:a16="http://schemas.microsoft.com/office/drawing/2014/main" id="{EF2831A2-2974-4BAB-ABA5-A1FA86EB7E07}"/>
              </a:ext>
            </a:extLst>
          </p:cNvPr>
          <p:cNvSpPr>
            <a:spLocks noGrp="1"/>
          </p:cNvSpPr>
          <p:nvPr>
            <p:ph idx="1"/>
          </p:nvPr>
        </p:nvSpPr>
        <p:spPr/>
        <p:txBody>
          <a:bodyPr/>
          <a:lstStyle/>
          <a:p>
            <a:r>
              <a:rPr lang="zh-CN" altLang="en-US" dirty="0"/>
              <a:t>处理顺序</a:t>
            </a:r>
            <a:endParaRPr lang="en-US" altLang="zh-CN" dirty="0"/>
          </a:p>
          <a:p>
            <a:pPr lvl="1"/>
            <a:r>
              <a:rPr lang="zh-CN" altLang="en-US" dirty="0"/>
              <a:t>先具体化操作数，后进行操作。</a:t>
            </a:r>
            <a:endParaRPr lang="en-US" altLang="zh-CN" dirty="0"/>
          </a:p>
          <a:p>
            <a:pPr lvl="1"/>
            <a:r>
              <a:rPr lang="zh-CN" altLang="en-US" dirty="0"/>
              <a:t>针对第二类操作符，可以有两种处理方式</a:t>
            </a:r>
            <a:endParaRPr lang="en-US" altLang="zh-CN" dirty="0"/>
          </a:p>
          <a:p>
            <a:pPr lvl="2"/>
            <a:r>
              <a:rPr lang="zh-CN" altLang="en-US" dirty="0"/>
              <a:t>扩展的</a:t>
            </a:r>
            <a:r>
              <a:rPr lang="en-US" altLang="zh-CN" dirty="0"/>
              <a:t>RE</a:t>
            </a:r>
            <a:r>
              <a:rPr lang="zh-CN" altLang="en-US" dirty="0"/>
              <a:t>转普通</a:t>
            </a:r>
            <a:r>
              <a:rPr lang="en-US" altLang="zh-CN" dirty="0"/>
              <a:t>RE</a:t>
            </a:r>
            <a:r>
              <a:rPr lang="zh-CN" altLang="en-US" dirty="0"/>
              <a:t>、中缀转后缀、后缀转</a:t>
            </a:r>
            <a:r>
              <a:rPr lang="en-US" altLang="zh-CN" dirty="0"/>
              <a:t>NFA</a:t>
            </a:r>
          </a:p>
          <a:p>
            <a:pPr lvl="2"/>
            <a:r>
              <a:rPr lang="zh-CN" altLang="en-US" dirty="0"/>
              <a:t>针对第二类操作符，分别制定直接转成</a:t>
            </a:r>
            <a:r>
              <a:rPr lang="en-US" altLang="zh-CN" dirty="0"/>
              <a:t>NFA</a:t>
            </a:r>
            <a:r>
              <a:rPr lang="zh-CN" altLang="en-US" dirty="0"/>
              <a:t>的规则，通过算符优先文法建立语法树，遍历语法树生成</a:t>
            </a:r>
            <a:r>
              <a:rPr lang="en-US" altLang="zh-CN" dirty="0"/>
              <a:t>NFA</a:t>
            </a:r>
          </a:p>
          <a:p>
            <a:pPr lvl="2"/>
            <a:endParaRPr lang="zh-CN" altLang="en-US" dirty="0"/>
          </a:p>
          <a:p>
            <a:pPr lvl="1"/>
            <a:endParaRPr lang="zh-CN" altLang="en-US" dirty="0"/>
          </a:p>
        </p:txBody>
      </p:sp>
    </p:spTree>
    <p:extLst>
      <p:ext uri="{BB962C8B-B14F-4D97-AF65-F5344CB8AC3E}">
        <p14:creationId xmlns:p14="http://schemas.microsoft.com/office/powerpoint/2010/main" val="198517866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F93E27-B0E1-45FC-8618-537309228428}"/>
              </a:ext>
            </a:extLst>
          </p:cNvPr>
          <p:cNvSpPr>
            <a:spLocks noGrp="1"/>
          </p:cNvSpPr>
          <p:nvPr>
            <p:ph type="title"/>
          </p:nvPr>
        </p:nvSpPr>
        <p:spPr/>
        <p:txBody>
          <a:bodyPr/>
          <a:lstStyle/>
          <a:p>
            <a:r>
              <a:rPr lang="zh-CN" altLang="en-US" dirty="0"/>
              <a:t>扩展的</a:t>
            </a:r>
            <a:r>
              <a:rPr lang="en-US" altLang="zh-CN" dirty="0"/>
              <a:t>RE</a:t>
            </a:r>
            <a:r>
              <a:rPr lang="zh-CN" altLang="en-US" dirty="0"/>
              <a:t>转普通</a:t>
            </a:r>
            <a:r>
              <a:rPr lang="en-US" altLang="zh-CN" dirty="0"/>
              <a:t>RE</a:t>
            </a:r>
            <a:endParaRPr lang="zh-CN" altLang="en-US" dirty="0"/>
          </a:p>
        </p:txBody>
      </p:sp>
      <p:sp>
        <p:nvSpPr>
          <p:cNvPr id="3" name="内容占位符 2">
            <a:extLst>
              <a:ext uri="{FF2B5EF4-FFF2-40B4-BE49-F238E27FC236}">
                <a16:creationId xmlns:a16="http://schemas.microsoft.com/office/drawing/2014/main" id="{544F27E5-E7DB-4F45-80A0-6C10B59A244A}"/>
              </a:ext>
            </a:extLst>
          </p:cNvPr>
          <p:cNvSpPr>
            <a:spLocks noGrp="1"/>
          </p:cNvSpPr>
          <p:nvPr>
            <p:ph idx="1"/>
          </p:nvPr>
        </p:nvSpPr>
        <p:spPr/>
        <p:txBody>
          <a:bodyPr/>
          <a:lstStyle/>
          <a:p>
            <a:pPr marL="914400" lvl="1" indent="-457200">
              <a:buFont typeface="+mj-lt"/>
              <a:buAutoNum type="arabicPeriod"/>
            </a:pPr>
            <a:r>
              <a:rPr lang="zh-CN" altLang="en-US" dirty="0"/>
              <a:t>正规定义的处理，将</a:t>
            </a:r>
            <a:r>
              <a:rPr lang="en-US" altLang="zh-CN" dirty="0"/>
              <a:t>{ }</a:t>
            </a:r>
            <a:r>
              <a:rPr lang="zh-CN" altLang="en-US" dirty="0"/>
              <a:t>内的 </a:t>
            </a:r>
            <a:r>
              <a:rPr lang="en-US" altLang="zh-CN" dirty="0"/>
              <a:t>id </a:t>
            </a:r>
            <a:r>
              <a:rPr lang="zh-CN" altLang="en-US" dirty="0"/>
              <a:t>替换为被定义的内容。</a:t>
            </a:r>
            <a:endParaRPr lang="en-US" altLang="zh-CN" dirty="0"/>
          </a:p>
          <a:p>
            <a:pPr marL="1314450" lvl="2" indent="-457200"/>
            <a:r>
              <a:rPr lang="zh-CN" altLang="en-US" dirty="0"/>
              <a:t>从前向后处理</a:t>
            </a:r>
          </a:p>
          <a:p>
            <a:pPr marL="914400" lvl="1" indent="-457200">
              <a:buFont typeface="+mj-lt"/>
              <a:buAutoNum type="arabicPeriod"/>
            </a:pPr>
            <a:r>
              <a:rPr lang="zh-CN" altLang="en-US" dirty="0"/>
              <a:t>处理通配符 </a:t>
            </a:r>
            <a:r>
              <a:rPr lang="en-US" altLang="zh-CN" dirty="0"/>
              <a:t>. </a:t>
            </a:r>
            <a:r>
              <a:rPr lang="zh-CN" altLang="en-US" dirty="0"/>
              <a:t>。</a:t>
            </a:r>
            <a:endParaRPr lang="en-US" altLang="zh-CN" dirty="0"/>
          </a:p>
          <a:p>
            <a:pPr marL="914400" lvl="1" indent="-457200">
              <a:buFont typeface="+mj-lt"/>
              <a:buAutoNum type="arabicPeriod"/>
            </a:pPr>
            <a:r>
              <a:rPr lang="zh-CN" altLang="en-US" dirty="0"/>
              <a:t>处理</a:t>
            </a:r>
            <a:r>
              <a:rPr lang="en-US" altLang="zh-CN" dirty="0"/>
              <a:t>[ ]</a:t>
            </a:r>
            <a:r>
              <a:rPr lang="zh-CN" altLang="en-US" dirty="0"/>
              <a:t>内内容。</a:t>
            </a:r>
            <a:endParaRPr lang="en-US" altLang="zh-CN" dirty="0"/>
          </a:p>
          <a:p>
            <a:pPr marL="1314450" lvl="2" indent="-457200">
              <a:buFont typeface="+mj-lt"/>
              <a:buAutoNum type="arabicPeriod"/>
            </a:pPr>
            <a:r>
              <a:rPr lang="zh-CN" altLang="en-US" dirty="0"/>
              <a:t>处理 </a:t>
            </a:r>
            <a:r>
              <a:rPr lang="en-US" altLang="zh-CN" dirty="0"/>
              <a:t>- </a:t>
            </a:r>
            <a:r>
              <a:rPr lang="zh-CN" altLang="en-US" dirty="0"/>
              <a:t>。</a:t>
            </a:r>
          </a:p>
          <a:p>
            <a:pPr marL="1314450" lvl="2" indent="-457200">
              <a:buFont typeface="+mj-lt"/>
              <a:buAutoNum type="arabicPeriod"/>
            </a:pPr>
            <a:r>
              <a:rPr lang="zh-CN" altLang="en-US" dirty="0"/>
              <a:t>处理 </a:t>
            </a:r>
            <a:r>
              <a:rPr lang="en-US" altLang="zh-CN" dirty="0"/>
              <a:t>^ </a:t>
            </a:r>
            <a:r>
              <a:rPr lang="zh-CN" altLang="en-US" dirty="0"/>
              <a:t>。</a:t>
            </a:r>
          </a:p>
          <a:p>
            <a:pPr marL="1314450" lvl="2" indent="-457200">
              <a:buFont typeface="+mj-lt"/>
              <a:buAutoNum type="arabicPeriod"/>
            </a:pPr>
            <a:r>
              <a:rPr lang="zh-CN" altLang="en-US" dirty="0"/>
              <a:t>添加 </a:t>
            </a:r>
            <a:r>
              <a:rPr lang="en-US" altLang="zh-CN" dirty="0"/>
              <a:t>| </a:t>
            </a:r>
            <a:r>
              <a:rPr lang="zh-CN" altLang="en-US" dirty="0"/>
              <a:t>和括号。</a:t>
            </a:r>
            <a:endParaRPr lang="en-US" altLang="zh-CN" dirty="0"/>
          </a:p>
          <a:p>
            <a:pPr marL="1771650" lvl="3" indent="-457200"/>
            <a:r>
              <a:rPr lang="en-US" altLang="zh-CN" dirty="0"/>
              <a:t>[</a:t>
            </a:r>
            <a:r>
              <a:rPr lang="en-US" altLang="zh-CN" dirty="0" err="1"/>
              <a:t>xyz</a:t>
            </a:r>
            <a:r>
              <a:rPr lang="en-US" altLang="zh-CN" dirty="0"/>
              <a:t>] -&gt; (</a:t>
            </a:r>
            <a:r>
              <a:rPr lang="en-US" altLang="zh-CN" dirty="0" err="1"/>
              <a:t>x|y|z</a:t>
            </a:r>
            <a:r>
              <a:rPr lang="en-US" altLang="zh-CN" dirty="0"/>
              <a:t>)</a:t>
            </a:r>
            <a:r>
              <a:rPr lang="zh-CN" altLang="en-US" dirty="0"/>
              <a:t>。</a:t>
            </a:r>
          </a:p>
          <a:p>
            <a:pPr marL="914400" lvl="1" indent="-457200">
              <a:buFont typeface="+mj-lt"/>
              <a:buAutoNum type="arabicPeriod"/>
            </a:pPr>
            <a:r>
              <a:rPr lang="zh-CN" altLang="en-US" dirty="0">
                <a:solidFill>
                  <a:srgbClr val="FF0000"/>
                </a:solidFill>
              </a:rPr>
              <a:t>处理双引号</a:t>
            </a:r>
            <a:endParaRPr lang="en-US" altLang="zh-CN" dirty="0">
              <a:solidFill>
                <a:srgbClr val="FF0000"/>
              </a:solidFill>
            </a:endParaRPr>
          </a:p>
          <a:p>
            <a:pPr marL="1314450" lvl="2" indent="-457200"/>
            <a:r>
              <a:rPr lang="zh-CN" altLang="en-US" dirty="0">
                <a:solidFill>
                  <a:srgbClr val="FF0000"/>
                </a:solidFill>
              </a:rPr>
              <a:t>出现在双引号中的操作符需要在其前面补充转义符</a:t>
            </a:r>
            <a:r>
              <a:rPr lang="en-US" altLang="zh-CN" dirty="0">
                <a:solidFill>
                  <a:srgbClr val="FF0000"/>
                </a:solidFill>
              </a:rPr>
              <a:t>\</a:t>
            </a:r>
            <a:r>
              <a:rPr lang="zh-CN" altLang="en-US" dirty="0">
                <a:solidFill>
                  <a:srgbClr val="FF0000"/>
                </a:solidFill>
              </a:rPr>
              <a:t>；</a:t>
            </a:r>
            <a:endParaRPr lang="en-US" altLang="zh-CN" dirty="0">
              <a:solidFill>
                <a:srgbClr val="FF0000"/>
              </a:solidFill>
            </a:endParaRPr>
          </a:p>
          <a:p>
            <a:pPr marL="914400" lvl="1" indent="-457200">
              <a:buFont typeface="+mj-lt"/>
              <a:buAutoNum type="arabicPeriod"/>
            </a:pPr>
            <a:r>
              <a:rPr lang="zh-CN" altLang="en-US" dirty="0"/>
              <a:t>处理可选操作符？和正闭包</a:t>
            </a:r>
            <a:r>
              <a:rPr lang="en-US" altLang="zh-CN" dirty="0"/>
              <a:t>+</a:t>
            </a:r>
            <a:r>
              <a:rPr lang="zh-CN" altLang="en-US" dirty="0"/>
              <a:t>、处理花括号中的重复次数。</a:t>
            </a:r>
          </a:p>
          <a:p>
            <a:endParaRPr lang="zh-CN" altLang="en-US" dirty="0"/>
          </a:p>
        </p:txBody>
      </p:sp>
    </p:spTree>
    <p:extLst>
      <p:ext uri="{BB962C8B-B14F-4D97-AF65-F5344CB8AC3E}">
        <p14:creationId xmlns:p14="http://schemas.microsoft.com/office/powerpoint/2010/main" val="381240141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51EA877-B2E9-4E31-B907-43656B490F17}"/>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33C2AB99-A464-41CB-87C6-2BCBC2BDEE3E}"/>
              </a:ext>
            </a:extLst>
          </p:cNvPr>
          <p:cNvSpPr>
            <a:spLocks noGrp="1"/>
          </p:cNvSpPr>
          <p:nvPr>
            <p:ph idx="1"/>
          </p:nvPr>
        </p:nvSpPr>
        <p:spPr/>
        <p:txBody>
          <a:bodyPr/>
          <a:lstStyle/>
          <a:p>
            <a:r>
              <a:rPr lang="zh-CN" altLang="en-US" dirty="0"/>
              <a:t>添加连接符（为中缀转后缀做准备，可以采用符号</a:t>
            </a:r>
            <a:r>
              <a:rPr lang="en-US" altLang="zh-CN" dirty="0"/>
              <a:t>-</a:t>
            </a:r>
            <a:r>
              <a:rPr lang="zh-CN" altLang="en-US" dirty="0"/>
              <a:t>）。</a:t>
            </a:r>
            <a:endParaRPr lang="en-US" altLang="zh-CN" dirty="0"/>
          </a:p>
          <a:p>
            <a:pPr lvl="1"/>
            <a:r>
              <a:rPr lang="zh-CN" altLang="en-US" dirty="0"/>
              <a:t>当前是普通字符， 并且前面的字符不是（和</a:t>
            </a:r>
            <a:r>
              <a:rPr lang="en-US" altLang="zh-CN" dirty="0"/>
              <a:t>|</a:t>
            </a:r>
          </a:p>
          <a:p>
            <a:pPr lvl="1"/>
            <a:r>
              <a:rPr lang="zh-CN" altLang="en-US" dirty="0"/>
              <a:t>当前是</a:t>
            </a:r>
            <a:r>
              <a:rPr lang="en-US" altLang="zh-CN" dirty="0"/>
              <a:t>[</a:t>
            </a:r>
            <a:r>
              <a:rPr lang="zh-CN" altLang="en-US" dirty="0"/>
              <a:t>或者</a:t>
            </a:r>
            <a:r>
              <a:rPr lang="en-US" altLang="zh-CN" dirty="0"/>
              <a:t>(,</a:t>
            </a:r>
            <a:r>
              <a:rPr lang="zh-CN" altLang="en-US" dirty="0"/>
              <a:t>并且前面的字符不是（和</a:t>
            </a:r>
            <a:r>
              <a:rPr lang="en-US" altLang="zh-CN" dirty="0"/>
              <a:t>|</a:t>
            </a:r>
            <a:endParaRPr lang="zh-CN" altLang="en-US" dirty="0"/>
          </a:p>
        </p:txBody>
      </p:sp>
    </p:spTree>
    <p:extLst>
      <p:ext uri="{BB962C8B-B14F-4D97-AF65-F5344CB8AC3E}">
        <p14:creationId xmlns:p14="http://schemas.microsoft.com/office/powerpoint/2010/main" val="40624144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EBB02A-273B-4BBF-8C18-C2C4602131C1}"/>
              </a:ext>
            </a:extLst>
          </p:cNvPr>
          <p:cNvSpPr>
            <a:spLocks noGrp="1"/>
          </p:cNvSpPr>
          <p:nvPr>
            <p:ph type="title"/>
          </p:nvPr>
        </p:nvSpPr>
        <p:spPr/>
        <p:txBody>
          <a:bodyPr/>
          <a:lstStyle/>
          <a:p>
            <a:r>
              <a:rPr lang="zh-CN" altLang="en-US" dirty="0"/>
              <a:t>扩展的</a:t>
            </a:r>
            <a:r>
              <a:rPr lang="en-US" altLang="zh-CN" dirty="0"/>
              <a:t>RE</a:t>
            </a:r>
            <a:r>
              <a:rPr lang="zh-CN" altLang="en-US" dirty="0"/>
              <a:t>的处理流程</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D5806ED7-33CE-4BFD-891E-140C046BB51A}"/>
                  </a:ext>
                </a:extLst>
              </p:cNvPr>
              <p:cNvSpPr>
                <a:spLocks noGrp="1"/>
              </p:cNvSpPr>
              <p:nvPr>
                <p:ph idx="1"/>
              </p:nvPr>
            </p:nvSpPr>
            <p:spPr/>
            <p:txBody>
              <a:bodyPr/>
              <a:lstStyle/>
              <a:p>
                <a:pPr marL="514350" indent="-457200"/>
                <a:r>
                  <a:rPr lang="zh-CN" altLang="en-US" dirty="0"/>
                  <a:t>在进行具体转换过程中，使用一系列变量来记录当前表达式所处的状态（是否处在括号中，是否处于转义状态，是否处在引号中等）。</a:t>
                </a:r>
                <a:endParaRPr lang="en-US" altLang="zh-CN" dirty="0"/>
              </a:p>
              <a:p>
                <a:pPr marL="514350" indent="-457200"/>
                <a:r>
                  <a:rPr lang="zh-CN" altLang="en-US" dirty="0"/>
                  <a:t>检查各操作符是否被正确使用，包括：各种括号（（）、</a:t>
                </a:r>
                <a:r>
                  <a:rPr lang="en-US" altLang="zh-CN" dirty="0"/>
                  <a:t>{}</a:t>
                </a:r>
                <a:r>
                  <a:rPr lang="zh-CN" altLang="en-US" dirty="0"/>
                  <a:t>、</a:t>
                </a:r>
                <a:r>
                  <a:rPr lang="en-US" altLang="zh-CN" dirty="0"/>
                  <a:t>[]</a:t>
                </a:r>
                <a:r>
                  <a:rPr lang="zh-CN" altLang="en-US" dirty="0"/>
                  <a:t>、</a:t>
                </a:r>
                <a:r>
                  <a:rPr lang="en-US" altLang="zh-CN" dirty="0"/>
                  <a:t>&lt;&gt;</a:t>
                </a:r>
                <a:r>
                  <a:rPr lang="zh-CN" altLang="en-US" dirty="0"/>
                  <a:t>、</a:t>
                </a:r>
                <a14:m>
                  <m:oMath xmlns:m="http://schemas.openxmlformats.org/officeDocument/2006/math">
                    <m:r>
                      <a:rPr lang="en-US" altLang="zh-CN" b="0" i="1" dirty="0" smtClean="0">
                        <a:latin typeface="Cambria Math" panose="02040503050406030204" pitchFamily="18" charset="0"/>
                      </a:rPr>
                      <m:t>``′′</m:t>
                    </m:r>
                  </m:oMath>
                </a14:m>
                <a:r>
                  <a:rPr lang="zh-CN" altLang="en-US" dirty="0"/>
                  <a:t>）是否配对；符号出现的位置是否正确（如*、</a:t>
                </a:r>
                <a:r>
                  <a:rPr lang="en-US" altLang="zh-CN" dirty="0"/>
                  <a:t>+</a:t>
                </a:r>
                <a:r>
                  <a:rPr lang="zh-CN" altLang="en-US" dirty="0"/>
                  <a:t>、？符号前不能为空；</a:t>
                </a:r>
                <a:r>
                  <a:rPr lang="en-US" altLang="zh-CN" dirty="0"/>
                  <a:t>/</a:t>
                </a:r>
                <a:r>
                  <a:rPr lang="zh-CN" altLang="en-US" dirty="0"/>
                  <a:t>、</a:t>
                </a:r>
                <a:r>
                  <a:rPr lang="en-US" altLang="zh-CN" dirty="0"/>
                  <a:t>^</a:t>
                </a:r>
                <a:r>
                  <a:rPr lang="zh-CN" altLang="en-US" dirty="0"/>
                  <a:t>等符号只能出现在指定位置；</a:t>
                </a:r>
                <a:r>
                  <a:rPr lang="en-US" altLang="zh-CN" dirty="0"/>
                  <a:t>|</a:t>
                </a:r>
                <a:r>
                  <a:rPr lang="zh-CN" altLang="en-US" dirty="0"/>
                  <a:t>符号前后均不能为空）；花括号中的内容是否为正确；引用的正则定义是否存在等。</a:t>
                </a:r>
                <a:endParaRPr lang="en-US" altLang="zh-CN" dirty="0"/>
              </a:p>
              <a:p>
                <a:pPr marL="514350" indent="-457200"/>
                <a:r>
                  <a:rPr lang="zh-CN" altLang="en-US" dirty="0"/>
                  <a:t>检查是否有嵌套</a:t>
                </a:r>
                <a:endParaRPr lang="en-US" altLang="zh-CN" dirty="0"/>
              </a:p>
              <a:p>
                <a:pPr marL="914400" lvl="1" indent="-457200"/>
                <a:r>
                  <a:rPr lang="en-US" altLang="zh-CN" dirty="0"/>
                  <a:t>{}</a:t>
                </a:r>
                <a:r>
                  <a:rPr lang="zh-CN" altLang="en-US" dirty="0"/>
                  <a:t>、</a:t>
                </a:r>
                <a:r>
                  <a:rPr lang="en-US" altLang="zh-CN" dirty="0"/>
                  <a:t>[]</a:t>
                </a:r>
                <a:r>
                  <a:rPr lang="zh-CN" altLang="en-US" dirty="0"/>
                  <a:t>、</a:t>
                </a:r>
                <a14:m>
                  <m:oMath xmlns:m="http://schemas.openxmlformats.org/officeDocument/2006/math">
                    <m:r>
                      <a:rPr lang="en-US" altLang="zh-CN" b="0" i="1" smtClean="0">
                        <a:latin typeface="Cambria Math" panose="02040503050406030204" pitchFamily="18" charset="0"/>
                      </a:rPr>
                      <m:t>``"</m:t>
                    </m:r>
                  </m:oMath>
                </a14:m>
                <a:endParaRPr lang="en-US" altLang="zh-CN" dirty="0"/>
              </a:p>
            </p:txBody>
          </p:sp>
        </mc:Choice>
        <mc:Fallback>
          <p:sp>
            <p:nvSpPr>
              <p:cNvPr id="3" name="内容占位符 2">
                <a:extLst>
                  <a:ext uri="{FF2B5EF4-FFF2-40B4-BE49-F238E27FC236}">
                    <a16:creationId xmlns:a16="http://schemas.microsoft.com/office/drawing/2014/main" id="{D5806ED7-33CE-4BFD-891E-140C046BB51A}"/>
                  </a:ext>
                </a:extLst>
              </p:cNvPr>
              <p:cNvSpPr>
                <a:spLocks noGrp="1" noRot="1" noChangeAspect="1" noMove="1" noResize="1" noEditPoints="1" noAdjustHandles="1" noChangeArrowheads="1" noChangeShapeType="1" noTextEdit="1"/>
              </p:cNvSpPr>
              <p:nvPr>
                <p:ph idx="1"/>
              </p:nvPr>
            </p:nvSpPr>
            <p:spPr>
              <a:blipFill>
                <a:blip r:embed="rId2"/>
                <a:stretch>
                  <a:fillRect l="-706" t="-1410" r="-941" b="-1653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7367172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a:extLst>
              <a:ext uri="{FF2B5EF4-FFF2-40B4-BE49-F238E27FC236}">
                <a16:creationId xmlns:a16="http://schemas.microsoft.com/office/drawing/2014/main" id="{E727ACEC-2D19-4323-A4DC-D785AE53ABA3}"/>
              </a:ext>
            </a:extLst>
          </p:cNvPr>
          <p:cNvSpPr>
            <a:spLocks noGrp="1" noChangeArrowheads="1"/>
          </p:cNvSpPr>
          <p:nvPr>
            <p:ph type="title"/>
          </p:nvPr>
        </p:nvSpPr>
        <p:spPr/>
        <p:txBody>
          <a:bodyPr/>
          <a:lstStyle/>
          <a:p>
            <a:r>
              <a:rPr lang="en-US" altLang="zh-CN" i="0" dirty="0">
                <a:latin typeface="+mj-lt"/>
              </a:rPr>
              <a:t>Lex</a:t>
            </a:r>
            <a:r>
              <a:rPr lang="zh-CN" altLang="en-US" i="0" dirty="0">
                <a:latin typeface="+mj-lt"/>
              </a:rPr>
              <a:t>中的动作（</a:t>
            </a:r>
            <a:r>
              <a:rPr lang="en-US" altLang="zh-CN" i="0" dirty="0">
                <a:latin typeface="+mj-lt"/>
              </a:rPr>
              <a:t> Actions </a:t>
            </a:r>
            <a:r>
              <a:rPr lang="zh-CN" altLang="en-US" i="0" dirty="0">
                <a:latin typeface="+mj-lt"/>
              </a:rPr>
              <a:t>）</a:t>
            </a:r>
            <a:endParaRPr lang="zh-CN" altLang="en-US" dirty="0"/>
          </a:p>
        </p:txBody>
      </p:sp>
      <p:sp>
        <p:nvSpPr>
          <p:cNvPr id="3" name="内容占位符 2">
            <a:extLst>
              <a:ext uri="{FF2B5EF4-FFF2-40B4-BE49-F238E27FC236}">
                <a16:creationId xmlns:a16="http://schemas.microsoft.com/office/drawing/2014/main" id="{09ABFC90-07C0-445C-81A7-000CE43857E9}"/>
              </a:ext>
            </a:extLst>
          </p:cNvPr>
          <p:cNvSpPr>
            <a:spLocks noGrp="1"/>
          </p:cNvSpPr>
          <p:nvPr>
            <p:ph idx="1"/>
          </p:nvPr>
        </p:nvSpPr>
        <p:spPr/>
        <p:txBody>
          <a:bodyPr/>
          <a:lstStyle/>
          <a:p>
            <a:pPr>
              <a:defRPr/>
            </a:pPr>
            <a:r>
              <a:rPr lang="zh-CN" altLang="en-US" dirty="0"/>
              <a:t>接受状态的动作。</a:t>
            </a:r>
            <a:endParaRPr lang="en-US" altLang="zh-CN" dirty="0"/>
          </a:p>
          <a:p>
            <a:pPr>
              <a:defRPr/>
            </a:pPr>
            <a:r>
              <a:rPr lang="en-US" altLang="zh-CN" dirty="0"/>
              <a:t>{rules} -&gt; {regular expressions} {actions} </a:t>
            </a:r>
          </a:p>
          <a:p>
            <a:pPr>
              <a:defRPr/>
            </a:pPr>
            <a:r>
              <a:rPr lang="zh-CN" altLang="en-US" dirty="0"/>
              <a:t>如果只是想忽略被匹配的字符串，并不想有任何具体动作：</a:t>
            </a:r>
            <a:r>
              <a:rPr lang="en-US" altLang="zh-CN" dirty="0"/>
              <a:t> </a:t>
            </a:r>
          </a:p>
          <a:p>
            <a:pPr lvl="1">
              <a:defRPr/>
            </a:pPr>
            <a:r>
              <a:rPr lang="zh-CN" altLang="en-US" dirty="0"/>
              <a:t>用</a:t>
            </a:r>
            <a:r>
              <a:rPr lang="en-US" altLang="zh-CN" dirty="0"/>
              <a:t>C</a:t>
            </a:r>
            <a:r>
              <a:rPr lang="zh-CN" altLang="en-US" dirty="0"/>
              <a:t>语言的空语句（</a:t>
            </a:r>
            <a:r>
              <a:rPr lang="en-US" altLang="zh-CN" dirty="0"/>
              <a:t> null statement </a:t>
            </a:r>
            <a:r>
              <a:rPr lang="zh-CN" altLang="en-US" dirty="0"/>
              <a:t>）</a:t>
            </a:r>
            <a:r>
              <a:rPr lang="en-US" altLang="zh-CN" dirty="0"/>
              <a:t> “;</a:t>
            </a:r>
            <a:r>
              <a:rPr lang="en-US" altLang="zh-CN" i="1" dirty="0"/>
              <a:t>” </a:t>
            </a:r>
            <a:r>
              <a:rPr lang="zh-CN" altLang="en-US" dirty="0"/>
              <a:t>作为动作</a:t>
            </a:r>
            <a:endParaRPr lang="en-US" altLang="zh-CN" dirty="0"/>
          </a:p>
          <a:p>
            <a:pPr lvl="2">
              <a:defRPr/>
            </a:pPr>
            <a:r>
              <a:rPr lang="en-US" altLang="zh-CN" dirty="0"/>
              <a:t>[ \t\n]</a:t>
            </a:r>
            <a:r>
              <a:rPr lang="en-US" altLang="zh-CN" i="1" dirty="0"/>
              <a:t> </a:t>
            </a:r>
            <a:r>
              <a:rPr lang="en-US" altLang="zh-CN" i="1" dirty="0">
                <a:solidFill>
                  <a:srgbClr val="FF0000"/>
                </a:solidFill>
              </a:rPr>
              <a:t>;</a:t>
            </a:r>
            <a:r>
              <a:rPr lang="en-US" altLang="zh-CN" dirty="0"/>
              <a:t>  </a:t>
            </a:r>
            <a:r>
              <a:rPr lang="zh-CN" altLang="en-US" dirty="0"/>
              <a:t>忽略</a:t>
            </a:r>
            <a:r>
              <a:rPr lang="en-US" altLang="zh-CN" dirty="0"/>
              <a:t>blank, tab, and newline</a:t>
            </a:r>
          </a:p>
          <a:p>
            <a:pPr>
              <a:defRPr/>
            </a:pPr>
            <a:r>
              <a:rPr lang="zh-CN" altLang="en-US" dirty="0"/>
              <a:t>避免重复书写相同的动作</a:t>
            </a:r>
            <a:r>
              <a:rPr lang="en-US" altLang="zh-CN" dirty="0"/>
              <a:t> </a:t>
            </a:r>
          </a:p>
          <a:p>
            <a:pPr lvl="1">
              <a:defRPr/>
            </a:pPr>
            <a:r>
              <a:rPr lang="en-US" altLang="zh-CN" dirty="0"/>
              <a:t>" "       |</a:t>
            </a:r>
            <a:br>
              <a:rPr lang="en-US" altLang="zh-CN" dirty="0"/>
            </a:br>
            <a:r>
              <a:rPr lang="en-US" altLang="zh-CN" dirty="0"/>
              <a:t>"\t"      |</a:t>
            </a:r>
            <a:br>
              <a:rPr lang="en-US" altLang="zh-CN" dirty="0"/>
            </a:br>
            <a:r>
              <a:rPr lang="en-US" altLang="zh-CN" dirty="0"/>
              <a:t>"\n"     ;</a:t>
            </a:r>
          </a:p>
          <a:p>
            <a:pPr marL="457200" lvl="1" indent="0">
              <a:buNone/>
              <a:defRPr/>
            </a:pPr>
            <a:r>
              <a:rPr lang="en-US" altLang="zh-CN" dirty="0"/>
              <a:t>    </a:t>
            </a:r>
            <a:r>
              <a:rPr lang="zh-CN" altLang="en-US" dirty="0"/>
              <a:t>效果同上。</a:t>
            </a:r>
            <a:br>
              <a:rPr lang="en-US" altLang="zh-CN" dirty="0"/>
            </a:br>
            <a:endParaRPr lang="zh-CN" altLang="en-US" dirty="0"/>
          </a:p>
        </p:txBody>
      </p:sp>
    </p:spTree>
    <p:extLst>
      <p:ext uri="{BB962C8B-B14F-4D97-AF65-F5344CB8AC3E}">
        <p14:creationId xmlns:p14="http://schemas.microsoft.com/office/powerpoint/2010/main" val="322049344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a:extLst>
              <a:ext uri="{FF2B5EF4-FFF2-40B4-BE49-F238E27FC236}">
                <a16:creationId xmlns:a16="http://schemas.microsoft.com/office/drawing/2014/main" id="{1476A7AD-AB42-490A-85A0-00013A2BBF48}"/>
              </a:ext>
            </a:extLst>
          </p:cNvPr>
          <p:cNvSpPr>
            <a:spLocks noGrp="1" noChangeArrowheads="1"/>
          </p:cNvSpPr>
          <p:nvPr>
            <p:ph type="title"/>
          </p:nvPr>
        </p:nvSpPr>
        <p:spPr/>
        <p:txBody>
          <a:bodyPr/>
          <a:lstStyle/>
          <a:p>
            <a:r>
              <a:rPr lang="zh-CN" altLang="en-US" dirty="0"/>
              <a:t>输出被匹配的字符串</a:t>
            </a:r>
          </a:p>
        </p:txBody>
      </p:sp>
      <p:sp>
        <p:nvSpPr>
          <p:cNvPr id="34819" name="内容占位符 2">
            <a:extLst>
              <a:ext uri="{FF2B5EF4-FFF2-40B4-BE49-F238E27FC236}">
                <a16:creationId xmlns:a16="http://schemas.microsoft.com/office/drawing/2014/main" id="{387BB6CD-B2C3-4BB5-8B44-D0AE6EBB0E94}"/>
              </a:ext>
            </a:extLst>
          </p:cNvPr>
          <p:cNvSpPr>
            <a:spLocks noGrp="1" noChangeArrowheads="1"/>
          </p:cNvSpPr>
          <p:nvPr>
            <p:ph idx="1"/>
          </p:nvPr>
        </p:nvSpPr>
        <p:spPr/>
        <p:txBody>
          <a:bodyPr/>
          <a:lstStyle/>
          <a:p>
            <a:r>
              <a:rPr lang="en-US" altLang="zh-CN" dirty="0"/>
              <a:t>Lex</a:t>
            </a:r>
            <a:r>
              <a:rPr lang="zh-CN" altLang="en-US" dirty="0"/>
              <a:t>把被匹配的字符串放在名为</a:t>
            </a:r>
            <a:r>
              <a:rPr lang="en-US" altLang="zh-CN" dirty="0" err="1"/>
              <a:t>yytext</a:t>
            </a:r>
            <a:r>
              <a:rPr lang="zh-CN" altLang="en-US" dirty="0"/>
              <a:t>的</a:t>
            </a:r>
            <a:r>
              <a:rPr lang="en-US" altLang="zh-CN" dirty="0"/>
              <a:t>external character array</a:t>
            </a:r>
            <a:r>
              <a:rPr lang="zh-CN" altLang="en-US" dirty="0"/>
              <a:t>。</a:t>
            </a:r>
            <a:r>
              <a:rPr lang="en-US" altLang="zh-CN" dirty="0"/>
              <a:t> </a:t>
            </a:r>
          </a:p>
          <a:p>
            <a:pPr lvl="1"/>
            <a:r>
              <a:rPr lang="en-US" altLang="zh-CN" dirty="0"/>
              <a:t>[a-z]+   </a:t>
            </a:r>
            <a:r>
              <a:rPr lang="en-US" altLang="zh-CN" dirty="0" err="1"/>
              <a:t>printf</a:t>
            </a:r>
            <a:r>
              <a:rPr lang="en-US" altLang="zh-CN" dirty="0"/>
              <a:t>("%s", </a:t>
            </a:r>
            <a:r>
              <a:rPr lang="en-US" altLang="zh-CN" dirty="0" err="1"/>
              <a:t>yytext</a:t>
            </a:r>
            <a:r>
              <a:rPr lang="en-US" altLang="zh-CN" dirty="0"/>
              <a:t>); </a:t>
            </a:r>
          </a:p>
          <a:p>
            <a:pPr lvl="1"/>
            <a:r>
              <a:rPr lang="en-US" altLang="zh-CN" dirty="0"/>
              <a:t>[a-z]+     ECHO;   //</a:t>
            </a:r>
            <a:r>
              <a:rPr lang="zh-CN" altLang="en-US" dirty="0"/>
              <a:t>效果同上，即原样输出</a:t>
            </a:r>
            <a:r>
              <a:rPr lang="en-US" altLang="zh-CN" dirty="0" err="1"/>
              <a:t>yytext</a:t>
            </a:r>
            <a:r>
              <a:rPr lang="zh-CN" altLang="en-US" dirty="0"/>
              <a:t>中的</a:t>
            </a:r>
            <a:r>
              <a:rPr lang="en-US" altLang="zh-CN" dirty="0"/>
              <a:t>string</a:t>
            </a:r>
            <a:r>
              <a:rPr lang="zh-CN" altLang="en-US" dirty="0"/>
              <a:t>。</a:t>
            </a:r>
            <a:endParaRPr lang="en-US" altLang="zh-CN" dirty="0"/>
          </a:p>
          <a:p>
            <a:pPr lvl="1"/>
            <a:r>
              <a:rPr lang="zh-CN" altLang="en-US" dirty="0"/>
              <a:t>见</a:t>
            </a:r>
            <a:r>
              <a:rPr lang="en-US" altLang="zh-CN" dirty="0"/>
              <a:t> C99.l</a:t>
            </a:r>
            <a:r>
              <a:rPr lang="zh-CN" altLang="en-US" dirty="0"/>
              <a:t>中的</a:t>
            </a:r>
            <a:r>
              <a:rPr lang="en-US" altLang="zh-CN" dirty="0"/>
              <a:t>Count() .</a:t>
            </a:r>
            <a:br>
              <a:rPr lang="en-US" altLang="zh-CN" dirty="0"/>
            </a:br>
            <a:br>
              <a:rPr lang="en-US" altLang="zh-CN" dirty="0"/>
            </a:br>
            <a:br>
              <a:rPr lang="en-US" altLang="zh-CN" dirty="0"/>
            </a:br>
            <a:endParaRPr lang="zh-CN" altLang="en-US" dirty="0"/>
          </a:p>
          <a:p>
            <a:endParaRPr lang="zh-CN" altLang="en-US" dirty="0"/>
          </a:p>
        </p:txBody>
      </p:sp>
    </p:spTree>
    <p:extLst>
      <p:ext uri="{BB962C8B-B14F-4D97-AF65-F5344CB8AC3E}">
        <p14:creationId xmlns:p14="http://schemas.microsoft.com/office/powerpoint/2010/main" val="172542275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a:extLst>
              <a:ext uri="{FF2B5EF4-FFF2-40B4-BE49-F238E27FC236}">
                <a16:creationId xmlns:a16="http://schemas.microsoft.com/office/drawing/2014/main" id="{70A2BEB3-4B53-428C-96C0-98303E70F60A}"/>
              </a:ext>
            </a:extLst>
          </p:cNvPr>
          <p:cNvSpPr>
            <a:spLocks noGrp="1" noChangeArrowheads="1"/>
          </p:cNvSpPr>
          <p:nvPr>
            <p:ph type="title"/>
          </p:nvPr>
        </p:nvSpPr>
        <p:spPr/>
        <p:txBody>
          <a:bodyPr/>
          <a:lstStyle/>
          <a:p>
            <a:r>
              <a:rPr lang="zh-CN" altLang="en-US" dirty="0"/>
              <a:t>被匹配字符串的长度</a:t>
            </a:r>
          </a:p>
        </p:txBody>
      </p:sp>
      <p:sp>
        <p:nvSpPr>
          <p:cNvPr id="35843" name="内容占位符 2">
            <a:extLst>
              <a:ext uri="{FF2B5EF4-FFF2-40B4-BE49-F238E27FC236}">
                <a16:creationId xmlns:a16="http://schemas.microsoft.com/office/drawing/2014/main" id="{92357297-7B7D-4073-A25B-DB72E9406C79}"/>
              </a:ext>
            </a:extLst>
          </p:cNvPr>
          <p:cNvSpPr>
            <a:spLocks noGrp="1" noChangeArrowheads="1"/>
          </p:cNvSpPr>
          <p:nvPr>
            <p:ph idx="1"/>
          </p:nvPr>
        </p:nvSpPr>
        <p:spPr/>
        <p:txBody>
          <a:bodyPr/>
          <a:lstStyle/>
          <a:p>
            <a:r>
              <a:rPr lang="en-US" altLang="zh-CN" dirty="0" err="1"/>
              <a:t>yyleng</a:t>
            </a:r>
            <a:r>
              <a:rPr lang="zh-CN" altLang="en-US" dirty="0"/>
              <a:t>：</a:t>
            </a:r>
            <a:r>
              <a:rPr lang="en-US" altLang="zh-CN" dirty="0"/>
              <a:t> </a:t>
            </a:r>
          </a:p>
          <a:p>
            <a:r>
              <a:rPr lang="en-US" altLang="zh-CN" dirty="0"/>
              <a:t>[a-</a:t>
            </a:r>
            <a:r>
              <a:rPr lang="en-US" altLang="zh-CN" dirty="0" err="1"/>
              <a:t>zA</a:t>
            </a:r>
            <a:r>
              <a:rPr lang="en-US" altLang="zh-CN" dirty="0"/>
              <a:t>-Z]+    {words++; chars += </a:t>
            </a:r>
            <a:r>
              <a:rPr lang="en-US" altLang="zh-CN" dirty="0" err="1"/>
              <a:t>yyleng</a:t>
            </a:r>
            <a:r>
              <a:rPr lang="en-US" altLang="zh-CN" dirty="0"/>
              <a:t>;} </a:t>
            </a:r>
          </a:p>
          <a:p>
            <a:pPr lvl="1"/>
            <a:r>
              <a:rPr lang="zh-CN" altLang="en-US" dirty="0"/>
              <a:t>计数输入中词和字符的数量。</a:t>
            </a:r>
            <a:endParaRPr lang="en-US" altLang="zh-CN" dirty="0"/>
          </a:p>
          <a:p>
            <a:r>
              <a:rPr lang="en-US" altLang="zh-CN" dirty="0" err="1"/>
              <a:t>yytext</a:t>
            </a:r>
            <a:r>
              <a:rPr lang="en-US" altLang="zh-CN" dirty="0"/>
              <a:t>[yyleng-1] </a:t>
            </a:r>
          </a:p>
          <a:p>
            <a:pPr lvl="1"/>
            <a:r>
              <a:rPr lang="zh-CN" altLang="en-US" dirty="0"/>
              <a:t>数组下标从</a:t>
            </a:r>
            <a:r>
              <a:rPr lang="en-US" altLang="zh-CN" dirty="0"/>
              <a:t>0</a:t>
            </a:r>
            <a:r>
              <a:rPr lang="zh-CN" altLang="en-US" dirty="0"/>
              <a:t>开始。</a:t>
            </a:r>
            <a:endParaRPr lang="en-US" altLang="zh-CN" dirty="0"/>
          </a:p>
          <a:p>
            <a:pPr lvl="1"/>
            <a:r>
              <a:rPr lang="zh-CN" altLang="en-US" dirty="0"/>
              <a:t>表示被匹配字符串中的最后一个字符。</a:t>
            </a:r>
            <a:br>
              <a:rPr lang="en-US" altLang="zh-CN" dirty="0"/>
            </a:br>
            <a:br>
              <a:rPr lang="en-US" altLang="zh-CN" dirty="0"/>
            </a:br>
            <a:br>
              <a:rPr lang="en-US" altLang="zh-CN" dirty="0"/>
            </a:br>
            <a:br>
              <a:rPr lang="en-US" altLang="zh-CN" dirty="0"/>
            </a:br>
            <a:br>
              <a:rPr lang="en-US" altLang="zh-CN" dirty="0"/>
            </a:br>
            <a:br>
              <a:rPr lang="en-US" altLang="zh-CN" dirty="0"/>
            </a:br>
            <a:endParaRPr lang="zh-CN" altLang="en-US" dirty="0"/>
          </a:p>
        </p:txBody>
      </p:sp>
    </p:spTree>
    <p:extLst>
      <p:ext uri="{BB962C8B-B14F-4D97-AF65-F5344CB8AC3E}">
        <p14:creationId xmlns:p14="http://schemas.microsoft.com/office/powerpoint/2010/main" val="211813830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292D86BC-4D31-4863-B0EF-4A160F7889BE}"/>
              </a:ext>
            </a:extLst>
          </p:cNvPr>
          <p:cNvSpPr>
            <a:spLocks noGrp="1" noChangeArrowheads="1"/>
          </p:cNvSpPr>
          <p:nvPr>
            <p:ph type="title"/>
          </p:nvPr>
        </p:nvSpPr>
        <p:spPr/>
        <p:txBody>
          <a:bodyPr/>
          <a:lstStyle/>
          <a:p>
            <a:r>
              <a:rPr lang="zh-CN" altLang="en-US" dirty="0"/>
              <a:t>上下文敏感（</a:t>
            </a:r>
            <a:r>
              <a:rPr lang="en-US" altLang="zh-CN" dirty="0"/>
              <a:t> Context sensitivity </a:t>
            </a:r>
            <a:r>
              <a:rPr lang="zh-CN" altLang="en-US" dirty="0"/>
              <a:t>）的匹配</a:t>
            </a:r>
            <a:endParaRPr lang="zh-CN" altLang="en-US" sz="1600" dirty="0">
              <a:solidFill>
                <a:srgbClr val="92D050"/>
              </a:solidFill>
            </a:endParaRPr>
          </a:p>
        </p:txBody>
      </p:sp>
      <p:sp>
        <p:nvSpPr>
          <p:cNvPr id="32771" name="内容占位符 2">
            <a:extLst>
              <a:ext uri="{FF2B5EF4-FFF2-40B4-BE49-F238E27FC236}">
                <a16:creationId xmlns:a16="http://schemas.microsoft.com/office/drawing/2014/main" id="{CB3DA14F-1CD4-47AE-8C3D-FF1654D45B17}"/>
              </a:ext>
            </a:extLst>
          </p:cNvPr>
          <p:cNvSpPr>
            <a:spLocks noGrp="1" noChangeArrowheads="1"/>
          </p:cNvSpPr>
          <p:nvPr>
            <p:ph idx="1"/>
          </p:nvPr>
        </p:nvSpPr>
        <p:spPr/>
        <p:txBody>
          <a:bodyPr/>
          <a:lstStyle/>
          <a:p>
            <a:r>
              <a:rPr lang="zh-CN" altLang="en-US" dirty="0"/>
              <a:t>如果</a:t>
            </a:r>
            <a:r>
              <a:rPr lang="en-US" altLang="zh-CN" dirty="0"/>
              <a:t>RE</a:t>
            </a:r>
            <a:r>
              <a:rPr lang="zh-CN" altLang="en-US" dirty="0"/>
              <a:t>的最后一个符号是</a:t>
            </a:r>
            <a:r>
              <a:rPr lang="en-US" altLang="zh-CN" dirty="0"/>
              <a:t>$ </a:t>
            </a:r>
            <a:r>
              <a:rPr lang="zh-CN" altLang="en-US" dirty="0"/>
              <a:t>，该表达式只匹配行末的字符串。</a:t>
            </a:r>
            <a:endParaRPr lang="en-US" altLang="zh-CN" dirty="0"/>
          </a:p>
          <a:p>
            <a:pPr lvl="1"/>
            <a:r>
              <a:rPr lang="en-US" altLang="zh-CN" i="1" dirty="0"/>
              <a:t>ab$</a:t>
            </a:r>
            <a:r>
              <a:rPr lang="zh-CN" altLang="en-US" dirty="0"/>
              <a:t>等价于</a:t>
            </a:r>
            <a:r>
              <a:rPr lang="en-US" altLang="zh-CN" i="1" dirty="0"/>
              <a:t>ab/\n</a:t>
            </a:r>
            <a:endParaRPr lang="en-US" altLang="zh-CN" dirty="0"/>
          </a:p>
          <a:p>
            <a:r>
              <a:rPr lang="zh-CN" altLang="en-US" dirty="0"/>
              <a:t>表达式</a:t>
            </a:r>
            <a:r>
              <a:rPr lang="en-US" altLang="zh-CN" dirty="0"/>
              <a:t>ab/cd</a:t>
            </a:r>
            <a:r>
              <a:rPr lang="zh-CN" altLang="en-US" dirty="0"/>
              <a:t>匹配字符串</a:t>
            </a:r>
            <a:r>
              <a:rPr lang="en-US" altLang="zh-CN" dirty="0"/>
              <a:t>ab</a:t>
            </a:r>
            <a:r>
              <a:rPr lang="zh-CN" altLang="en-US" dirty="0"/>
              <a:t>，条件是</a:t>
            </a:r>
            <a:r>
              <a:rPr lang="en-US" altLang="zh-CN" dirty="0"/>
              <a:t>ab</a:t>
            </a:r>
            <a:r>
              <a:rPr lang="zh-CN" altLang="en-US" dirty="0"/>
              <a:t>后面紧跟着的是</a:t>
            </a:r>
            <a:r>
              <a:rPr lang="en-US" altLang="zh-CN" i="1" dirty="0"/>
              <a:t> </a:t>
            </a:r>
            <a:r>
              <a:rPr lang="en-US" altLang="zh-CN" dirty="0"/>
              <a:t>cd</a:t>
            </a:r>
            <a:r>
              <a:rPr lang="zh-CN" altLang="en-US" dirty="0"/>
              <a:t>。</a:t>
            </a:r>
            <a:r>
              <a:rPr lang="en-US" altLang="zh-CN" dirty="0"/>
              <a:t> </a:t>
            </a:r>
            <a:r>
              <a:rPr lang="zh-CN" altLang="en-US" i="1" dirty="0"/>
              <a:t>。</a:t>
            </a:r>
          </a:p>
          <a:p>
            <a:endParaRPr lang="zh-CN" altLang="en-US" dirty="0"/>
          </a:p>
        </p:txBody>
      </p:sp>
    </p:spTree>
    <p:extLst>
      <p:ext uri="{BB962C8B-B14F-4D97-AF65-F5344CB8AC3E}">
        <p14:creationId xmlns:p14="http://schemas.microsoft.com/office/powerpoint/2010/main" val="367172247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4">
            <a:extLst>
              <a:ext uri="{FF2B5EF4-FFF2-40B4-BE49-F238E27FC236}">
                <a16:creationId xmlns:a16="http://schemas.microsoft.com/office/drawing/2014/main" id="{5FC5F8F7-F40C-4AF8-9D31-E2B8B00B4442}"/>
              </a:ext>
            </a:extLst>
          </p:cNvPr>
          <p:cNvSpPr>
            <a:spLocks noGrp="1" noChangeArrowheads="1"/>
          </p:cNvSpPr>
          <p:nvPr>
            <p:ph type="title"/>
          </p:nvPr>
        </p:nvSpPr>
        <p:spPr/>
        <p:txBody>
          <a:bodyPr/>
          <a:lstStyle/>
          <a:p>
            <a:r>
              <a:rPr lang="zh-CN" altLang="en-US" dirty="0"/>
              <a:t>输出部分被匹配的字符串</a:t>
            </a:r>
          </a:p>
        </p:txBody>
      </p:sp>
      <mc:AlternateContent xmlns:mc="http://schemas.openxmlformats.org/markup-compatibility/2006" xmlns:a14="http://schemas.microsoft.com/office/drawing/2010/main">
        <mc:Choice Requires="a14">
          <p:sp>
            <p:nvSpPr>
              <p:cNvPr id="37891" name="内容占位符 5">
                <a:extLst>
                  <a:ext uri="{FF2B5EF4-FFF2-40B4-BE49-F238E27FC236}">
                    <a16:creationId xmlns:a16="http://schemas.microsoft.com/office/drawing/2014/main" id="{8432F5C7-367F-440B-A055-D0A26499BCE5}"/>
                  </a:ext>
                </a:extLst>
              </p:cNvPr>
              <p:cNvSpPr>
                <a:spLocks noGrp="1" noChangeArrowheads="1"/>
              </p:cNvSpPr>
              <p:nvPr>
                <p:ph idx="1"/>
              </p:nvPr>
            </p:nvSpPr>
            <p:spPr>
              <a:xfrm>
                <a:off x="685800" y="1268762"/>
                <a:ext cx="7772400" cy="2952403"/>
              </a:xfrm>
            </p:spPr>
            <p:txBody>
              <a:bodyPr/>
              <a:lstStyle/>
              <a:p>
                <a:r>
                  <a:rPr lang="zh-CN" altLang="en-US" dirty="0"/>
                  <a:t>调用</a:t>
                </a:r>
                <a:r>
                  <a:rPr lang="en-US" altLang="zh-CN" dirty="0" err="1"/>
                  <a:t>yyless</a:t>
                </a:r>
                <a:r>
                  <a:rPr lang="en-US" altLang="zh-CN" dirty="0"/>
                  <a:t> (n)</a:t>
                </a:r>
                <a:r>
                  <a:rPr lang="zh-CN" altLang="en-US" dirty="0"/>
                  <a:t>仅保留被匹配字符串的前</a:t>
                </a:r>
                <a:r>
                  <a:rPr lang="en-US" altLang="zh-CN" dirty="0"/>
                  <a:t>n</a:t>
                </a:r>
                <a:r>
                  <a:rPr lang="zh-CN" altLang="en-US" dirty="0"/>
                  <a:t>个字符。</a:t>
                </a:r>
                <a:endParaRPr lang="en-US" altLang="zh-CN" dirty="0"/>
              </a:p>
              <a:p>
                <a:pPr lvl="1"/>
                <a:r>
                  <a:rPr lang="en-US" altLang="zh-CN" dirty="0"/>
                  <a:t>n </a:t>
                </a:r>
                <a14:m>
                  <m:oMath xmlns:m="http://schemas.openxmlformats.org/officeDocument/2006/math">
                    <m:r>
                      <a:rPr lang="en-US" altLang="zh-CN" b="0" i="1" smtClean="0">
                        <a:latin typeface="Cambria Math" panose="02040503050406030204" pitchFamily="18" charset="0"/>
                      </a:rPr>
                      <m:t>≤</m:t>
                    </m:r>
                  </m:oMath>
                </a14:m>
                <a:r>
                  <a:rPr lang="en-US" altLang="zh-CN" dirty="0"/>
                  <a:t> </a:t>
                </a:r>
                <a:r>
                  <a:rPr lang="en-US" altLang="zh-CN" dirty="0" err="1"/>
                  <a:t>yyleng</a:t>
                </a:r>
                <a:br>
                  <a:rPr lang="en-US" altLang="zh-CN" dirty="0"/>
                </a:br>
                <a:endParaRPr lang="zh-CN" altLang="en-US" dirty="0"/>
              </a:p>
            </p:txBody>
          </p:sp>
        </mc:Choice>
        <mc:Fallback xmlns="">
          <p:sp>
            <p:nvSpPr>
              <p:cNvPr id="37891" name="内容占位符 5">
                <a:extLst>
                  <a:ext uri="{FF2B5EF4-FFF2-40B4-BE49-F238E27FC236}">
                    <a16:creationId xmlns:a16="http://schemas.microsoft.com/office/drawing/2014/main" id="{8432F5C7-367F-440B-A055-D0A26499BCE5}"/>
                  </a:ext>
                </a:extLst>
              </p:cNvPr>
              <p:cNvSpPr>
                <a:spLocks noGrp="1" noRot="1" noChangeAspect="1" noMove="1" noResize="1" noEditPoints="1" noAdjustHandles="1" noChangeArrowheads="1" noChangeShapeType="1" noTextEdit="1"/>
              </p:cNvSpPr>
              <p:nvPr>
                <p:ph idx="1"/>
              </p:nvPr>
            </p:nvSpPr>
            <p:spPr>
              <a:xfrm>
                <a:off x="685800" y="1268762"/>
                <a:ext cx="7772400" cy="2952403"/>
              </a:xfrm>
              <a:blipFill>
                <a:blip r:embed="rId2"/>
                <a:stretch>
                  <a:fillRect l="-1412" t="-268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5814295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a:extLst>
              <a:ext uri="{FF2B5EF4-FFF2-40B4-BE49-F238E27FC236}">
                <a16:creationId xmlns:a16="http://schemas.microsoft.com/office/drawing/2014/main" id="{4FE15D9D-B1D7-4BFA-8CBE-E7737AB87F3C}"/>
              </a:ext>
            </a:extLst>
          </p:cNvPr>
          <p:cNvSpPr>
            <a:spLocks noGrp="1" noChangeArrowheads="1"/>
          </p:cNvSpPr>
          <p:nvPr>
            <p:ph type="title"/>
          </p:nvPr>
        </p:nvSpPr>
        <p:spPr>
          <a:xfrm>
            <a:off x="685800" y="188913"/>
            <a:ext cx="7772400" cy="792162"/>
          </a:xfrm>
        </p:spPr>
        <p:txBody>
          <a:bodyPr/>
          <a:lstStyle/>
          <a:p>
            <a:r>
              <a:rPr lang="zh-CN" altLang="en-US" dirty="0"/>
              <a:t>输出部分被匹配的字符串</a:t>
            </a:r>
          </a:p>
        </p:txBody>
      </p:sp>
      <p:sp>
        <p:nvSpPr>
          <p:cNvPr id="38915" name="内容占位符 5">
            <a:extLst>
              <a:ext uri="{FF2B5EF4-FFF2-40B4-BE49-F238E27FC236}">
                <a16:creationId xmlns:a16="http://schemas.microsoft.com/office/drawing/2014/main" id="{4FD0DDF1-C9AC-4EDC-9FDC-FB6DD9973929}"/>
              </a:ext>
            </a:extLst>
          </p:cNvPr>
          <p:cNvSpPr>
            <a:spLocks noGrp="1" noChangeArrowheads="1"/>
          </p:cNvSpPr>
          <p:nvPr>
            <p:ph idx="1"/>
          </p:nvPr>
        </p:nvSpPr>
        <p:spPr>
          <a:xfrm>
            <a:off x="685800" y="1117602"/>
            <a:ext cx="7772400" cy="2816225"/>
          </a:xfrm>
        </p:spPr>
        <p:txBody>
          <a:bodyPr/>
          <a:lstStyle/>
          <a:p>
            <a:pPr marL="0" indent="0">
              <a:buNone/>
            </a:pPr>
            <a:r>
              <a:rPr lang="en-US" altLang="zh-CN" sz="2000" i="1" dirty="0"/>
              <a:t> =−[a−</a:t>
            </a:r>
            <a:r>
              <a:rPr lang="en-US" altLang="zh-CN" sz="2000" i="1" dirty="0" err="1"/>
              <a:t>zA</a:t>
            </a:r>
            <a:r>
              <a:rPr lang="en-US" altLang="zh-CN" sz="2000" i="1" dirty="0"/>
              <a:t>−Z]    {</a:t>
            </a:r>
          </a:p>
          <a:p>
            <a:pPr marL="0" indent="0">
              <a:buNone/>
            </a:pPr>
            <a:r>
              <a:rPr lang="en-US" altLang="zh-CN" sz="2000" i="1" dirty="0"/>
              <a:t>                           </a:t>
            </a:r>
            <a:r>
              <a:rPr lang="en-US" altLang="zh-CN" sz="2000" i="1" dirty="0" err="1"/>
              <a:t>printf</a:t>
            </a:r>
            <a:r>
              <a:rPr lang="en-US" altLang="zh-CN" sz="2000" i="1" dirty="0"/>
              <a:t>("Op (=−) ambiguous\n");</a:t>
            </a:r>
          </a:p>
          <a:p>
            <a:pPr marL="0" indent="0">
              <a:buNone/>
            </a:pPr>
            <a:r>
              <a:rPr lang="en-US" altLang="zh-CN" sz="2000" i="1" dirty="0"/>
              <a:t>                           </a:t>
            </a:r>
            <a:r>
              <a:rPr lang="en-US" altLang="zh-CN" sz="2000" i="1" dirty="0" err="1"/>
              <a:t>yyless</a:t>
            </a:r>
            <a:r>
              <a:rPr lang="en-US" altLang="zh-CN" sz="2000" i="1" dirty="0"/>
              <a:t>(yyleng−1);</a:t>
            </a:r>
          </a:p>
          <a:p>
            <a:pPr marL="0" indent="0">
              <a:buNone/>
            </a:pPr>
            <a:r>
              <a:rPr lang="en-US" altLang="zh-CN" sz="2000" i="1" dirty="0"/>
              <a:t>                           ... action for =− ...</a:t>
            </a:r>
          </a:p>
          <a:p>
            <a:pPr marL="0" indent="0">
              <a:buNone/>
            </a:pPr>
            <a:r>
              <a:rPr lang="en-US" altLang="zh-CN" sz="2000" i="1" dirty="0"/>
              <a:t>                            }</a:t>
            </a:r>
          </a:p>
          <a:p>
            <a:pPr marL="0" indent="0">
              <a:buNone/>
            </a:pPr>
            <a:r>
              <a:rPr lang="zh-CN" altLang="en-US" sz="2000" dirty="0"/>
              <a:t>把</a:t>
            </a:r>
            <a:r>
              <a:rPr lang="en-US" altLang="zh-CN" sz="2000" dirty="0"/>
              <a:t> ‘‘</a:t>
            </a:r>
            <a:r>
              <a:rPr lang="en-US" altLang="zh-CN" sz="2000" dirty="0">
                <a:solidFill>
                  <a:srgbClr val="FF0000"/>
                </a:solidFill>
              </a:rPr>
              <a:t>=-</a:t>
            </a:r>
            <a:r>
              <a:rPr lang="en-US" altLang="zh-CN" sz="2000" dirty="0"/>
              <a:t>’’</a:t>
            </a:r>
            <a:r>
              <a:rPr lang="zh-CN" altLang="en-US" sz="2000" dirty="0"/>
              <a:t>作为一个</a:t>
            </a:r>
            <a:r>
              <a:rPr lang="en-US" altLang="zh-CN" sz="2000" dirty="0"/>
              <a:t>operator</a:t>
            </a:r>
            <a:r>
              <a:rPr lang="zh-CN" altLang="en-US" sz="2000" dirty="0"/>
              <a:t>，等价于</a:t>
            </a:r>
            <a:r>
              <a:rPr lang="en-US" altLang="zh-CN" sz="2000" dirty="0"/>
              <a:t> </a:t>
            </a:r>
            <a:r>
              <a:rPr lang="en-US" altLang="zh-CN" sz="2000" i="1" dirty="0"/>
              <a:t>=-/[A-Za-z]</a:t>
            </a:r>
            <a:r>
              <a:rPr lang="en-US" altLang="zh-CN" sz="2000" dirty="0"/>
              <a:t>  </a:t>
            </a:r>
            <a:r>
              <a:rPr lang="zh-CN" altLang="en-US" sz="2000" dirty="0"/>
              <a:t>（三个字符取前两个）</a:t>
            </a:r>
            <a:br>
              <a:rPr lang="en-US" altLang="zh-CN" sz="2400" dirty="0"/>
            </a:br>
            <a:endParaRPr lang="en-US" altLang="zh-CN" sz="2400" dirty="0"/>
          </a:p>
          <a:p>
            <a:pPr marL="0" indent="0">
              <a:buNone/>
            </a:pPr>
            <a:endParaRPr lang="en-US" altLang="zh-CN" sz="2400" dirty="0"/>
          </a:p>
          <a:p>
            <a:pPr marL="0" indent="0">
              <a:buNone/>
            </a:pPr>
            <a:br>
              <a:rPr lang="en-US" altLang="zh-CN" sz="2400" dirty="0"/>
            </a:br>
            <a:endParaRPr lang="zh-CN" altLang="en-US" sz="2400" dirty="0"/>
          </a:p>
        </p:txBody>
      </p:sp>
      <p:sp>
        <p:nvSpPr>
          <p:cNvPr id="7" name="内容占位符 5">
            <a:extLst>
              <a:ext uri="{FF2B5EF4-FFF2-40B4-BE49-F238E27FC236}">
                <a16:creationId xmlns:a16="http://schemas.microsoft.com/office/drawing/2014/main" id="{B339D635-147E-4E15-AB21-0A5EA5A1EF3C}"/>
              </a:ext>
            </a:extLst>
          </p:cNvPr>
          <p:cNvSpPr txBox="1">
            <a:spLocks/>
          </p:cNvSpPr>
          <p:nvPr/>
        </p:nvSpPr>
        <p:spPr bwMode="auto">
          <a:xfrm>
            <a:off x="755650" y="3933825"/>
            <a:ext cx="7772400" cy="281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har char="•"/>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400">
                <a:solidFill>
                  <a:schemeClr val="tx1"/>
                </a:solidFill>
                <a:latin typeface="+mn-lt"/>
                <a:ea typeface="+mn-ea"/>
              </a:defRPr>
            </a:lvl2pPr>
            <a:lvl3pPr marL="1143000" indent="-228600" algn="l" rtl="0" eaLnBrk="0" fontAlgn="base" hangingPunct="0">
              <a:spcBef>
                <a:spcPct val="20000"/>
              </a:spcBef>
              <a:spcAft>
                <a:spcPct val="0"/>
              </a:spcAft>
              <a:buChar char="•"/>
              <a:defRPr kumimoji="1" sz="2000">
                <a:solidFill>
                  <a:schemeClr val="tx1"/>
                </a:solidFill>
                <a:latin typeface="+mn-lt"/>
                <a:ea typeface="+mn-ea"/>
              </a:defRPr>
            </a:lvl3pPr>
            <a:lvl4pPr marL="1600200" indent="-228600" algn="l" rtl="0" eaLnBrk="0" fontAlgn="base" hangingPunct="0">
              <a:spcBef>
                <a:spcPct val="20000"/>
              </a:spcBef>
              <a:spcAft>
                <a:spcPct val="0"/>
              </a:spcAft>
              <a:buChar char="–"/>
              <a:defRPr kumimoji="1" sz="1800">
                <a:solidFill>
                  <a:schemeClr val="tx1"/>
                </a:solidFill>
                <a:latin typeface="+mn-lt"/>
                <a:ea typeface="+mn-ea"/>
              </a:defRPr>
            </a:lvl4pPr>
            <a:lvl5pPr marL="2057400" indent="-228600" algn="l" rtl="0" eaLnBrk="0" fontAlgn="base" hangingPunct="0">
              <a:spcBef>
                <a:spcPct val="20000"/>
              </a:spcBef>
              <a:spcAft>
                <a:spcPct val="0"/>
              </a:spcAft>
              <a:buChar char="»"/>
              <a:defRPr kumimoji="1" sz="16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marL="0" indent="0">
              <a:buNone/>
              <a:defRPr/>
            </a:pPr>
            <a:r>
              <a:rPr lang="en-US" altLang="zh-CN" sz="2000" i="1" kern="0" dirty="0"/>
              <a:t> =−[a−</a:t>
            </a:r>
            <a:r>
              <a:rPr lang="en-US" altLang="zh-CN" sz="2000" i="1" kern="0" dirty="0" err="1"/>
              <a:t>zA</a:t>
            </a:r>
            <a:r>
              <a:rPr lang="en-US" altLang="zh-CN" sz="2000" i="1" kern="0" dirty="0"/>
              <a:t>−Z]    {</a:t>
            </a:r>
          </a:p>
          <a:p>
            <a:pPr marL="0" indent="0">
              <a:buNone/>
              <a:defRPr/>
            </a:pPr>
            <a:r>
              <a:rPr lang="en-US" altLang="zh-CN" sz="2000" i="1" kern="0" dirty="0"/>
              <a:t>                           </a:t>
            </a:r>
            <a:r>
              <a:rPr lang="en-US" altLang="zh-CN" sz="2000" i="1" kern="0" dirty="0" err="1"/>
              <a:t>printf</a:t>
            </a:r>
            <a:r>
              <a:rPr lang="en-US" altLang="zh-CN" sz="2000" i="1" kern="0" dirty="0"/>
              <a:t>("Op (=−) ambiguous\n");</a:t>
            </a:r>
          </a:p>
          <a:p>
            <a:pPr marL="0" indent="0">
              <a:buNone/>
              <a:defRPr/>
            </a:pPr>
            <a:r>
              <a:rPr lang="en-US" altLang="zh-CN" sz="2000" i="1" kern="0" dirty="0"/>
              <a:t>                           </a:t>
            </a:r>
            <a:r>
              <a:rPr lang="en-US" altLang="zh-CN" sz="2000" i="1" kern="0" dirty="0" err="1"/>
              <a:t>yyless</a:t>
            </a:r>
            <a:r>
              <a:rPr lang="en-US" altLang="zh-CN" sz="2000" i="1" kern="0" dirty="0"/>
              <a:t>(yyleng−2);</a:t>
            </a:r>
          </a:p>
          <a:p>
            <a:pPr marL="0" indent="0">
              <a:buNone/>
              <a:defRPr/>
            </a:pPr>
            <a:r>
              <a:rPr lang="en-US" altLang="zh-CN" sz="2000" i="1" kern="0" dirty="0"/>
              <a:t>                           ... action for = ...</a:t>
            </a:r>
          </a:p>
          <a:p>
            <a:pPr marL="0" indent="0">
              <a:buNone/>
              <a:defRPr/>
            </a:pPr>
            <a:r>
              <a:rPr lang="en-US" altLang="zh-CN" sz="2000" i="1" kern="0" dirty="0"/>
              <a:t>                            }</a:t>
            </a:r>
          </a:p>
          <a:p>
            <a:pPr marL="0" indent="0">
              <a:buNone/>
              <a:defRPr/>
            </a:pPr>
            <a:r>
              <a:rPr lang="zh-CN" altLang="en-US" sz="2000" kern="0" dirty="0"/>
              <a:t>把</a:t>
            </a:r>
            <a:r>
              <a:rPr lang="en-US" altLang="zh-CN" sz="2000" kern="0" dirty="0"/>
              <a:t> ‘‘</a:t>
            </a:r>
            <a:r>
              <a:rPr lang="en-US" altLang="zh-CN" sz="2000" kern="0" dirty="0">
                <a:solidFill>
                  <a:srgbClr val="FF0000"/>
                </a:solidFill>
              </a:rPr>
              <a:t>=</a:t>
            </a:r>
            <a:r>
              <a:rPr lang="en-US" altLang="zh-CN" sz="2000" kern="0" dirty="0"/>
              <a:t>’’</a:t>
            </a:r>
            <a:r>
              <a:rPr lang="zh-CN" altLang="en-US" sz="2000" kern="0" dirty="0"/>
              <a:t>作为一个</a:t>
            </a:r>
            <a:r>
              <a:rPr lang="en-US" altLang="zh-CN" sz="2000" kern="0" dirty="0"/>
              <a:t>operator</a:t>
            </a:r>
            <a:r>
              <a:rPr lang="zh-CN" altLang="en-US" sz="2000" kern="0" dirty="0"/>
              <a:t>，等价于</a:t>
            </a:r>
            <a:r>
              <a:rPr lang="en-US" altLang="zh-CN" sz="2000" i="1" dirty="0"/>
              <a:t>=/-[A-Za-z]</a:t>
            </a:r>
            <a:r>
              <a:rPr lang="en-US" altLang="zh-CN" sz="2000" dirty="0"/>
              <a:t> </a:t>
            </a:r>
            <a:r>
              <a:rPr lang="zh-CN" altLang="en-US" sz="2000" dirty="0"/>
              <a:t>（三个字符取第一个。在特定上下文内取字符）</a:t>
            </a:r>
            <a:br>
              <a:rPr lang="en-US" altLang="zh-CN" sz="2400" dirty="0"/>
            </a:br>
            <a:endParaRPr lang="en-US" altLang="zh-CN" sz="2400" kern="0" dirty="0"/>
          </a:p>
          <a:p>
            <a:pPr marL="0" indent="0">
              <a:buNone/>
              <a:defRPr/>
            </a:pPr>
            <a:endParaRPr lang="en-US" altLang="zh-CN" sz="2400" kern="0" dirty="0"/>
          </a:p>
          <a:p>
            <a:pPr marL="0" indent="0">
              <a:buNone/>
              <a:defRPr/>
            </a:pPr>
            <a:br>
              <a:rPr lang="en-US" altLang="zh-CN" sz="2400" kern="0" dirty="0"/>
            </a:br>
            <a:endParaRPr lang="zh-CN" altLang="en-US" sz="2400" kern="0" dirty="0"/>
          </a:p>
        </p:txBody>
      </p:sp>
    </p:spTree>
    <p:extLst>
      <p:ext uri="{BB962C8B-B14F-4D97-AF65-F5344CB8AC3E}">
        <p14:creationId xmlns:p14="http://schemas.microsoft.com/office/powerpoint/2010/main" val="418412060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a:extLst>
              <a:ext uri="{FF2B5EF4-FFF2-40B4-BE49-F238E27FC236}">
                <a16:creationId xmlns:a16="http://schemas.microsoft.com/office/drawing/2014/main" id="{88D5F9E5-FBFB-4418-B2BA-6C2C7863D455}"/>
              </a:ext>
            </a:extLst>
          </p:cNvPr>
          <p:cNvSpPr>
            <a:spLocks noGrp="1" noChangeArrowheads="1"/>
          </p:cNvSpPr>
          <p:nvPr>
            <p:ph type="title"/>
          </p:nvPr>
        </p:nvSpPr>
        <p:spPr/>
        <p:txBody>
          <a:bodyPr/>
          <a:lstStyle/>
          <a:p>
            <a:r>
              <a:rPr lang="en-US" altLang="zh-CN" dirty="0"/>
              <a:t>Lex</a:t>
            </a:r>
            <a:r>
              <a:rPr lang="zh-CN" altLang="en-US" dirty="0"/>
              <a:t>遇到输入文件结束</a:t>
            </a:r>
            <a:endParaRPr lang="zh-CN" altLang="en-US" sz="1600" dirty="0"/>
          </a:p>
        </p:txBody>
      </p:sp>
      <p:sp>
        <p:nvSpPr>
          <p:cNvPr id="39939" name="内容占位符 2">
            <a:extLst>
              <a:ext uri="{FF2B5EF4-FFF2-40B4-BE49-F238E27FC236}">
                <a16:creationId xmlns:a16="http://schemas.microsoft.com/office/drawing/2014/main" id="{5A1531B4-3188-4DB6-A1DA-9B15A67025C4}"/>
              </a:ext>
            </a:extLst>
          </p:cNvPr>
          <p:cNvSpPr>
            <a:spLocks noGrp="1" noChangeArrowheads="1"/>
          </p:cNvSpPr>
          <p:nvPr>
            <p:ph idx="1"/>
          </p:nvPr>
        </p:nvSpPr>
        <p:spPr/>
        <p:txBody>
          <a:bodyPr/>
          <a:lstStyle/>
          <a:p>
            <a:r>
              <a:rPr lang="zh-CN" altLang="en-US" dirty="0"/>
              <a:t>函数</a:t>
            </a:r>
            <a:r>
              <a:rPr lang="en-US" altLang="zh-CN" dirty="0" err="1"/>
              <a:t>yywrap</a:t>
            </a:r>
            <a:r>
              <a:rPr lang="zh-CN" altLang="en-US" dirty="0"/>
              <a:t>返回</a:t>
            </a:r>
            <a:r>
              <a:rPr lang="en-US" altLang="zh-CN" dirty="0"/>
              <a:t>1</a:t>
            </a:r>
            <a:r>
              <a:rPr lang="zh-CN" altLang="en-US" dirty="0"/>
              <a:t>表示正常结束。</a:t>
            </a:r>
            <a:endParaRPr lang="en-US" altLang="zh-CN" dirty="0"/>
          </a:p>
          <a:p>
            <a:r>
              <a:rPr lang="en-US" altLang="zh-CN" dirty="0" err="1"/>
              <a:t>yywrap</a:t>
            </a:r>
            <a:r>
              <a:rPr lang="zh-CN" altLang="en-US" dirty="0"/>
              <a:t>返回</a:t>
            </a:r>
            <a:r>
              <a:rPr lang="en-US" altLang="zh-CN" dirty="0"/>
              <a:t>0</a:t>
            </a:r>
            <a:r>
              <a:rPr lang="zh-CN" altLang="en-US" dirty="0"/>
              <a:t>，</a:t>
            </a:r>
            <a:r>
              <a:rPr lang="en-US" altLang="zh-CN" dirty="0"/>
              <a:t>Lex</a:t>
            </a:r>
            <a:r>
              <a:rPr lang="zh-CN" altLang="en-US" dirty="0"/>
              <a:t>继续读取下一输入文件。</a:t>
            </a:r>
            <a:endParaRPr lang="en-US" altLang="zh-CN" dirty="0"/>
          </a:p>
          <a:p>
            <a:r>
              <a:rPr lang="en-US" altLang="zh-CN" dirty="0" err="1"/>
              <a:t>yywrap</a:t>
            </a:r>
            <a:r>
              <a:rPr lang="zh-CN" altLang="en-US" dirty="0"/>
              <a:t>缺省返回</a:t>
            </a:r>
            <a:r>
              <a:rPr lang="en-US" altLang="zh-CN" dirty="0"/>
              <a:t>1</a:t>
            </a:r>
            <a:r>
              <a:rPr lang="zh-CN" altLang="en-US" dirty="0"/>
              <a:t>。</a:t>
            </a:r>
            <a:r>
              <a:rPr lang="en-US" altLang="zh-CN" dirty="0"/>
              <a:t> </a:t>
            </a:r>
          </a:p>
          <a:p>
            <a:r>
              <a:rPr lang="zh-CN" altLang="en-US" dirty="0"/>
              <a:t>见</a:t>
            </a:r>
            <a:r>
              <a:rPr lang="en-US" altLang="zh-CN" dirty="0"/>
              <a:t> c99.l.</a:t>
            </a:r>
            <a:br>
              <a:rPr lang="en-US" altLang="zh-CN" dirty="0"/>
            </a:br>
            <a:br>
              <a:rPr lang="en-US" altLang="zh-CN" dirty="0"/>
            </a:br>
            <a:endParaRPr lang="zh-CN" altLang="en-US" dirty="0"/>
          </a:p>
        </p:txBody>
      </p:sp>
    </p:spTree>
    <p:extLst>
      <p:ext uri="{BB962C8B-B14F-4D97-AF65-F5344CB8AC3E}">
        <p14:creationId xmlns:p14="http://schemas.microsoft.com/office/powerpoint/2010/main" val="391499249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a:extLst>
              <a:ext uri="{FF2B5EF4-FFF2-40B4-BE49-F238E27FC236}">
                <a16:creationId xmlns:a16="http://schemas.microsoft.com/office/drawing/2014/main" id="{D2A1A4E5-AE0E-4078-9611-07FF8C135FDA}"/>
              </a:ext>
            </a:extLst>
          </p:cNvPr>
          <p:cNvSpPr>
            <a:spLocks noGrp="1" noChangeArrowheads="1"/>
          </p:cNvSpPr>
          <p:nvPr>
            <p:ph type="title"/>
          </p:nvPr>
        </p:nvSpPr>
        <p:spPr/>
        <p:txBody>
          <a:bodyPr/>
          <a:lstStyle/>
          <a:p>
            <a:r>
              <a:rPr lang="zh-CN" altLang="en-US" dirty="0"/>
              <a:t>二义性处理规则</a:t>
            </a:r>
          </a:p>
        </p:txBody>
      </p:sp>
      <p:sp>
        <p:nvSpPr>
          <p:cNvPr id="3" name="内容占位符 2">
            <a:extLst>
              <a:ext uri="{FF2B5EF4-FFF2-40B4-BE49-F238E27FC236}">
                <a16:creationId xmlns:a16="http://schemas.microsoft.com/office/drawing/2014/main" id="{3AA04614-2F40-49A0-8608-A5F81C54BBE9}"/>
              </a:ext>
            </a:extLst>
          </p:cNvPr>
          <p:cNvSpPr>
            <a:spLocks noGrp="1"/>
          </p:cNvSpPr>
          <p:nvPr>
            <p:ph idx="1"/>
          </p:nvPr>
        </p:nvSpPr>
        <p:spPr/>
        <p:txBody>
          <a:bodyPr/>
          <a:lstStyle/>
          <a:p>
            <a:pPr>
              <a:defRPr/>
            </a:pPr>
            <a:r>
              <a:rPr lang="zh-CN" altLang="en-US" dirty="0"/>
              <a:t>具有二义性的</a:t>
            </a:r>
            <a:r>
              <a:rPr lang="en-US" altLang="zh-CN" dirty="0"/>
              <a:t>specification</a:t>
            </a:r>
          </a:p>
          <a:p>
            <a:pPr lvl="1">
              <a:defRPr/>
            </a:pPr>
            <a:r>
              <a:rPr lang="en-US" altLang="zh-CN" dirty="0"/>
              <a:t>1) </a:t>
            </a:r>
            <a:r>
              <a:rPr lang="zh-CN" altLang="en-US" dirty="0"/>
              <a:t>最长匹配原则</a:t>
            </a:r>
            <a:endParaRPr lang="en-US" altLang="zh-CN" dirty="0"/>
          </a:p>
          <a:p>
            <a:pPr lvl="2">
              <a:defRPr/>
            </a:pPr>
            <a:r>
              <a:rPr lang="zh-CN" altLang="en-US" dirty="0"/>
              <a:t>规则</a:t>
            </a:r>
            <a:endParaRPr lang="en-US" altLang="zh-CN" dirty="0"/>
          </a:p>
          <a:p>
            <a:pPr marL="457200" lvl="1" indent="0">
              <a:buNone/>
              <a:defRPr/>
            </a:pPr>
            <a:r>
              <a:rPr lang="en-US" altLang="zh-CN" dirty="0"/>
              <a:t>		</a:t>
            </a:r>
            <a:r>
              <a:rPr lang="en-US" altLang="zh-CN" dirty="0">
                <a:solidFill>
                  <a:schemeClr val="accent2"/>
                </a:solidFill>
              </a:rPr>
              <a:t>integer</a:t>
            </a:r>
            <a:r>
              <a:rPr lang="en-US" altLang="zh-CN" dirty="0"/>
              <a:t>	 keyword action ...;</a:t>
            </a:r>
          </a:p>
          <a:p>
            <a:pPr marL="457200" lvl="1" indent="0">
              <a:buNone/>
              <a:defRPr/>
            </a:pPr>
            <a:r>
              <a:rPr lang="en-US" altLang="zh-CN" dirty="0"/>
              <a:t>		[a−z]+  identifier action ...;</a:t>
            </a:r>
          </a:p>
          <a:p>
            <a:pPr marL="457200" lvl="1" indent="0">
              <a:buNone/>
              <a:defRPr/>
            </a:pPr>
            <a:r>
              <a:rPr lang="en-US" altLang="zh-CN" i="1" dirty="0">
                <a:solidFill>
                  <a:schemeClr val="accent2"/>
                </a:solidFill>
              </a:rPr>
              <a:t>          integer</a:t>
            </a:r>
            <a:r>
              <a:rPr lang="en-US" altLang="zh-CN" i="1" dirty="0">
                <a:solidFill>
                  <a:srgbClr val="FF0000"/>
                </a:solidFill>
              </a:rPr>
              <a:t>s</a:t>
            </a:r>
            <a:r>
              <a:rPr lang="en-US" altLang="zh-CN" i="1" dirty="0"/>
              <a:t> </a:t>
            </a:r>
            <a:r>
              <a:rPr lang="zh-CN" altLang="en-US" dirty="0"/>
              <a:t>：</a:t>
            </a:r>
            <a:r>
              <a:rPr lang="en-US" altLang="zh-CN" dirty="0"/>
              <a:t> </a:t>
            </a:r>
            <a:r>
              <a:rPr lang="zh-CN" altLang="en-US" dirty="0"/>
              <a:t>识别为</a:t>
            </a:r>
            <a:r>
              <a:rPr lang="en-US" altLang="zh-CN" dirty="0"/>
              <a:t>an identifier</a:t>
            </a:r>
          </a:p>
          <a:p>
            <a:pPr marL="457200" lvl="1" indent="0">
              <a:buNone/>
              <a:defRPr/>
            </a:pPr>
            <a:br>
              <a:rPr lang="en-US" altLang="zh-CN" dirty="0"/>
            </a:br>
            <a:br>
              <a:rPr lang="en-US" altLang="zh-CN" dirty="0"/>
            </a:br>
            <a:br>
              <a:rPr lang="en-US" altLang="zh-CN" dirty="0"/>
            </a:br>
            <a:endParaRPr lang="zh-CN" altLang="en-US" dirty="0"/>
          </a:p>
        </p:txBody>
      </p:sp>
    </p:spTree>
    <p:extLst>
      <p:ext uri="{BB962C8B-B14F-4D97-AF65-F5344CB8AC3E}">
        <p14:creationId xmlns:p14="http://schemas.microsoft.com/office/powerpoint/2010/main" val="301574265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a:extLst>
              <a:ext uri="{FF2B5EF4-FFF2-40B4-BE49-F238E27FC236}">
                <a16:creationId xmlns:a16="http://schemas.microsoft.com/office/drawing/2014/main" id="{1A5DD290-E390-4CE6-A3F1-81A6EF73374D}"/>
              </a:ext>
            </a:extLst>
          </p:cNvPr>
          <p:cNvSpPr>
            <a:spLocks noGrp="1" noChangeArrowheads="1"/>
          </p:cNvSpPr>
          <p:nvPr>
            <p:ph type="title"/>
          </p:nvPr>
        </p:nvSpPr>
        <p:spPr/>
        <p:txBody>
          <a:bodyPr/>
          <a:lstStyle/>
          <a:p>
            <a:r>
              <a:rPr lang="zh-CN" altLang="en-US" dirty="0"/>
              <a:t>最长匹配</a:t>
            </a:r>
          </a:p>
        </p:txBody>
      </p:sp>
      <p:sp>
        <p:nvSpPr>
          <p:cNvPr id="41987" name="内容占位符 2">
            <a:extLst>
              <a:ext uri="{FF2B5EF4-FFF2-40B4-BE49-F238E27FC236}">
                <a16:creationId xmlns:a16="http://schemas.microsoft.com/office/drawing/2014/main" id="{737223B4-AC96-4287-A03B-8B2FD705AF08}"/>
              </a:ext>
            </a:extLst>
          </p:cNvPr>
          <p:cNvSpPr>
            <a:spLocks noGrp="1" noChangeArrowheads="1"/>
          </p:cNvSpPr>
          <p:nvPr>
            <p:ph idx="1"/>
          </p:nvPr>
        </p:nvSpPr>
        <p:spPr/>
        <p:txBody>
          <a:bodyPr/>
          <a:lstStyle/>
          <a:p>
            <a:r>
              <a:rPr lang="en-US" altLang="zh-CN" dirty="0"/>
              <a:t>′.</a:t>
            </a:r>
            <a:r>
              <a:rPr lang="zh-CN" altLang="en-US" dirty="0"/>
              <a:t>∗</a:t>
            </a:r>
            <a:r>
              <a:rPr lang="en-US" altLang="zh-CN" dirty="0"/>
              <a:t>′</a:t>
            </a:r>
            <a:r>
              <a:rPr lang="zh-CN" altLang="en-US" dirty="0"/>
              <a:t> </a:t>
            </a:r>
            <a:endParaRPr lang="en-US" altLang="zh-CN" dirty="0"/>
          </a:p>
          <a:p>
            <a:pPr lvl="1"/>
            <a:r>
              <a:rPr lang="zh-CN" altLang="en-US" dirty="0"/>
              <a:t>输入：</a:t>
            </a:r>
            <a:r>
              <a:rPr lang="en-US" altLang="zh-CN" dirty="0"/>
              <a:t> </a:t>
            </a:r>
            <a:r>
              <a:rPr lang="en-US" altLang="zh-CN" dirty="0">
                <a:solidFill>
                  <a:schemeClr val="accent2"/>
                </a:solidFill>
              </a:rPr>
              <a:t>′first′ quoted string here, ′second′ </a:t>
            </a:r>
            <a:r>
              <a:rPr lang="en-US" altLang="zh-CN" dirty="0"/>
              <a:t>here </a:t>
            </a:r>
          </a:p>
          <a:p>
            <a:pPr lvl="1"/>
            <a:r>
              <a:rPr lang="zh-CN" altLang="en-US" dirty="0"/>
              <a:t>匹配：</a:t>
            </a:r>
            <a:r>
              <a:rPr lang="en-US" altLang="zh-CN" dirty="0"/>
              <a:t> </a:t>
            </a:r>
            <a:r>
              <a:rPr lang="en-US" altLang="zh-CN" dirty="0">
                <a:solidFill>
                  <a:schemeClr val="accent2"/>
                </a:solidFill>
              </a:rPr>
              <a:t>′first′ quoted string here, ′second′ </a:t>
            </a:r>
            <a:r>
              <a:rPr lang="zh-CN" altLang="en-US" dirty="0">
                <a:solidFill>
                  <a:schemeClr val="accent2"/>
                </a:solidFill>
              </a:rPr>
              <a:t>（以单引号结束）</a:t>
            </a:r>
            <a:endParaRPr lang="en-US" altLang="zh-CN" dirty="0">
              <a:solidFill>
                <a:schemeClr val="accent2"/>
              </a:solidFill>
            </a:endParaRPr>
          </a:p>
          <a:p>
            <a:r>
              <a:rPr lang="en-US" altLang="zh-CN" dirty="0"/>
              <a:t>′[ˆ′\n]∗′ </a:t>
            </a:r>
          </a:p>
          <a:p>
            <a:pPr lvl="1"/>
            <a:r>
              <a:rPr lang="zh-CN" altLang="en-US" dirty="0"/>
              <a:t>输入：</a:t>
            </a:r>
            <a:r>
              <a:rPr lang="en-US" altLang="zh-CN" dirty="0">
                <a:solidFill>
                  <a:schemeClr val="accent2"/>
                </a:solidFill>
              </a:rPr>
              <a:t>′first′</a:t>
            </a:r>
            <a:r>
              <a:rPr lang="en-US" altLang="zh-CN" dirty="0"/>
              <a:t> quoted string here, ′second′ here </a:t>
            </a:r>
          </a:p>
          <a:p>
            <a:pPr lvl="1"/>
            <a:r>
              <a:rPr lang="zh-CN" altLang="en-US" dirty="0"/>
              <a:t>匹配：</a:t>
            </a:r>
            <a:r>
              <a:rPr lang="en-US" altLang="zh-CN" dirty="0">
                <a:solidFill>
                  <a:schemeClr val="accent2"/>
                </a:solidFill>
              </a:rPr>
              <a:t>′</a:t>
            </a:r>
            <a:r>
              <a:rPr lang="en-US" altLang="zh-CN" i="1" dirty="0">
                <a:solidFill>
                  <a:schemeClr val="accent2"/>
                </a:solidFill>
              </a:rPr>
              <a:t>first</a:t>
            </a:r>
            <a:r>
              <a:rPr lang="en-US" altLang="zh-CN" dirty="0">
                <a:solidFill>
                  <a:schemeClr val="accent2"/>
                </a:solidFill>
              </a:rPr>
              <a:t>′   </a:t>
            </a:r>
            <a:r>
              <a:rPr lang="zh-CN" altLang="en-US" dirty="0">
                <a:solidFill>
                  <a:schemeClr val="accent2"/>
                </a:solidFill>
              </a:rPr>
              <a:t>（消除了不确定性）</a:t>
            </a:r>
            <a:r>
              <a:rPr lang="en-US" altLang="zh-CN" dirty="0">
                <a:solidFill>
                  <a:schemeClr val="accent2"/>
                </a:solidFill>
              </a:rPr>
              <a:t> </a:t>
            </a:r>
            <a:br>
              <a:rPr lang="en-US" altLang="zh-CN" dirty="0"/>
            </a:br>
            <a:br>
              <a:rPr lang="en-US" altLang="zh-CN" dirty="0"/>
            </a:br>
            <a:br>
              <a:rPr lang="en-US" altLang="zh-CN" dirty="0"/>
            </a:br>
            <a:br>
              <a:rPr lang="zh-CN" altLang="en-US" dirty="0"/>
            </a:br>
            <a:endParaRPr lang="zh-CN" altLang="en-US" dirty="0"/>
          </a:p>
        </p:txBody>
      </p:sp>
    </p:spTree>
    <p:extLst>
      <p:ext uri="{BB962C8B-B14F-4D97-AF65-F5344CB8AC3E}">
        <p14:creationId xmlns:p14="http://schemas.microsoft.com/office/powerpoint/2010/main" val="262341223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a:extLst>
              <a:ext uri="{FF2B5EF4-FFF2-40B4-BE49-F238E27FC236}">
                <a16:creationId xmlns:a16="http://schemas.microsoft.com/office/drawing/2014/main" id="{5490C7B2-FA46-4182-84E7-AE7D2AB94470}"/>
              </a:ext>
            </a:extLst>
          </p:cNvPr>
          <p:cNvSpPr>
            <a:spLocks noGrp="1" noChangeArrowheads="1"/>
          </p:cNvSpPr>
          <p:nvPr>
            <p:ph type="title"/>
          </p:nvPr>
        </p:nvSpPr>
        <p:spPr/>
        <p:txBody>
          <a:bodyPr/>
          <a:lstStyle/>
          <a:p>
            <a:r>
              <a:rPr lang="zh-CN" altLang="en-US" dirty="0"/>
              <a:t>最长匹配</a:t>
            </a:r>
          </a:p>
        </p:txBody>
      </p:sp>
      <p:sp>
        <p:nvSpPr>
          <p:cNvPr id="46083" name="内容占位符 2">
            <a:extLst>
              <a:ext uri="{FF2B5EF4-FFF2-40B4-BE49-F238E27FC236}">
                <a16:creationId xmlns:a16="http://schemas.microsoft.com/office/drawing/2014/main" id="{C110EB10-7956-4CE5-9C88-CA813894C5D8}"/>
              </a:ext>
            </a:extLst>
          </p:cNvPr>
          <p:cNvSpPr>
            <a:spLocks noGrp="1" noChangeArrowheads="1"/>
          </p:cNvSpPr>
          <p:nvPr>
            <p:ph idx="1"/>
          </p:nvPr>
        </p:nvSpPr>
        <p:spPr/>
        <p:txBody>
          <a:bodyPr/>
          <a:lstStyle/>
          <a:p>
            <a:pPr marL="0" indent="0">
              <a:buNone/>
            </a:pPr>
            <a:r>
              <a:rPr lang="en-US" altLang="zh-CN" sz="2400" dirty="0"/>
              <a:t>%%</a:t>
            </a:r>
          </a:p>
          <a:p>
            <a:pPr marL="0" indent="0">
              <a:buNone/>
            </a:pPr>
            <a:r>
              <a:rPr lang="en-US" altLang="zh-CN" sz="2400" dirty="0"/>
              <a:t>                                    int k;</a:t>
            </a:r>
          </a:p>
          <a:p>
            <a:pPr marL="0" indent="0">
              <a:buNone/>
            </a:pPr>
            <a:r>
              <a:rPr lang="en-US" altLang="zh-CN" sz="2400" dirty="0"/>
              <a:t>−?[0−9]+                     {//</a:t>
            </a:r>
            <a:r>
              <a:rPr lang="zh-CN" altLang="en-US" sz="2400" dirty="0"/>
              <a:t>识别正负整数</a:t>
            </a:r>
            <a:endParaRPr lang="en-US" altLang="zh-CN" sz="2400" dirty="0"/>
          </a:p>
          <a:p>
            <a:pPr marL="0" indent="0">
              <a:buNone/>
            </a:pPr>
            <a:r>
              <a:rPr lang="en-US" altLang="zh-CN" sz="2400" dirty="0"/>
              <a:t>                                      k = </a:t>
            </a:r>
            <a:r>
              <a:rPr lang="en-US" altLang="zh-CN" sz="2400" dirty="0" err="1"/>
              <a:t>atoi</a:t>
            </a:r>
            <a:r>
              <a:rPr lang="en-US" altLang="zh-CN" sz="2400" dirty="0"/>
              <a:t>(</a:t>
            </a:r>
            <a:r>
              <a:rPr lang="en-US" altLang="zh-CN" sz="2400" dirty="0" err="1"/>
              <a:t>yytext</a:t>
            </a:r>
            <a:r>
              <a:rPr lang="en-US" altLang="zh-CN" sz="2400" dirty="0"/>
              <a:t>); //</a:t>
            </a:r>
            <a:r>
              <a:rPr lang="zh-CN" altLang="en-US" sz="2400" dirty="0"/>
              <a:t>字符串转整型数</a:t>
            </a:r>
            <a:endParaRPr lang="en-US" altLang="zh-CN" sz="2400" dirty="0"/>
          </a:p>
          <a:p>
            <a:pPr marL="0" indent="0">
              <a:buNone/>
            </a:pPr>
            <a:r>
              <a:rPr lang="en-US" altLang="zh-CN" sz="2400" dirty="0"/>
              <a:t>                                      </a:t>
            </a:r>
            <a:r>
              <a:rPr lang="en-US" altLang="zh-CN" sz="2400" dirty="0" err="1"/>
              <a:t>printf</a:t>
            </a:r>
            <a:r>
              <a:rPr lang="en-US" altLang="zh-CN" sz="2400" dirty="0"/>
              <a:t>("%d",</a:t>
            </a:r>
          </a:p>
          <a:p>
            <a:pPr marL="0" indent="0">
              <a:buNone/>
            </a:pPr>
            <a:r>
              <a:rPr lang="en-US" altLang="zh-CN" sz="2400" dirty="0"/>
              <a:t>                                      k%7 == 0 ? k+3 : k);</a:t>
            </a:r>
          </a:p>
          <a:p>
            <a:pPr marL="0" indent="0">
              <a:buNone/>
            </a:pPr>
            <a:r>
              <a:rPr lang="en-US" altLang="zh-CN" sz="2400" dirty="0"/>
              <a:t>                                     }</a:t>
            </a:r>
          </a:p>
          <a:p>
            <a:pPr marL="0" indent="0">
              <a:buNone/>
            </a:pPr>
            <a:endParaRPr lang="en-US" altLang="zh-CN" sz="2400" dirty="0"/>
          </a:p>
          <a:p>
            <a:pPr marL="0" indent="0">
              <a:buNone/>
            </a:pPr>
            <a:r>
              <a:rPr lang="en-US" altLang="zh-CN" sz="2400" dirty="0"/>
              <a:t>−?[0−9</a:t>
            </a:r>
            <a:r>
              <a:rPr lang="en-US" altLang="zh-CN" sz="2400" dirty="0">
                <a:solidFill>
                  <a:srgbClr val="FF0000"/>
                </a:solidFill>
              </a:rPr>
              <a:t>.</a:t>
            </a:r>
            <a:r>
              <a:rPr lang="en-US" altLang="zh-CN" sz="2400" dirty="0"/>
              <a:t>]+                       ECHO;   //</a:t>
            </a:r>
            <a:r>
              <a:rPr lang="zh-CN" altLang="en-US" sz="2400" dirty="0"/>
              <a:t>识别正负</a:t>
            </a:r>
            <a:r>
              <a:rPr lang="zh-CN" altLang="en-US" sz="2400" dirty="0">
                <a:solidFill>
                  <a:srgbClr val="FF0000"/>
                </a:solidFill>
              </a:rPr>
              <a:t>小数</a:t>
            </a:r>
            <a:r>
              <a:rPr lang="zh-CN" altLang="en-US" sz="2400" dirty="0"/>
              <a:t>，更长的</a:t>
            </a:r>
            <a:endParaRPr lang="en-US" altLang="zh-CN" sz="2400" dirty="0"/>
          </a:p>
          <a:p>
            <a:pPr marL="0" indent="0">
              <a:buNone/>
            </a:pPr>
            <a:r>
              <a:rPr lang="en-US" altLang="zh-CN" sz="2400" dirty="0"/>
              <a:t>				      //</a:t>
            </a:r>
            <a:r>
              <a:rPr lang="zh-CN" altLang="en-US" sz="2400" dirty="0"/>
              <a:t>匹配</a:t>
            </a:r>
            <a:endParaRPr lang="en-US" altLang="zh-CN" sz="2400" dirty="0"/>
          </a:p>
        </p:txBody>
      </p:sp>
    </p:spTree>
    <p:extLst>
      <p:ext uri="{BB962C8B-B14F-4D97-AF65-F5344CB8AC3E}">
        <p14:creationId xmlns:p14="http://schemas.microsoft.com/office/powerpoint/2010/main" val="272659200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8C53D5-EAF7-422D-B734-DA559E874D04}"/>
              </a:ext>
            </a:extLst>
          </p:cNvPr>
          <p:cNvSpPr>
            <a:spLocks noGrp="1"/>
          </p:cNvSpPr>
          <p:nvPr>
            <p:ph type="title"/>
          </p:nvPr>
        </p:nvSpPr>
        <p:spPr/>
        <p:txBody>
          <a:bodyPr/>
          <a:lstStyle/>
          <a:p>
            <a:r>
              <a:rPr lang="zh-CN" altLang="en-US" dirty="0"/>
              <a:t>最长匹配原则</a:t>
            </a:r>
          </a:p>
        </p:txBody>
      </p:sp>
      <p:sp>
        <p:nvSpPr>
          <p:cNvPr id="3" name="内容占位符 2">
            <a:extLst>
              <a:ext uri="{FF2B5EF4-FFF2-40B4-BE49-F238E27FC236}">
                <a16:creationId xmlns:a16="http://schemas.microsoft.com/office/drawing/2014/main" id="{2EDE9D0E-0D19-4A5E-8127-9334D7AF15CD}"/>
              </a:ext>
            </a:extLst>
          </p:cNvPr>
          <p:cNvSpPr>
            <a:spLocks noGrp="1"/>
          </p:cNvSpPr>
          <p:nvPr>
            <p:ph idx="1"/>
          </p:nvPr>
        </p:nvSpPr>
        <p:spPr/>
        <p:txBody>
          <a:bodyPr/>
          <a:lstStyle/>
          <a:p>
            <a:r>
              <a:rPr lang="en-US" altLang="zh-CN" dirty="0"/>
              <a:t>2) </a:t>
            </a:r>
            <a:r>
              <a:rPr lang="zh-CN" altLang="en-US" dirty="0"/>
              <a:t>如果有多个规则匹配同样长度的字符串，则排在前面的优先。</a:t>
            </a:r>
            <a:endParaRPr lang="en-US" altLang="zh-CN" dirty="0"/>
          </a:p>
          <a:p>
            <a:endParaRPr lang="zh-CN" altLang="en-US" dirty="0"/>
          </a:p>
        </p:txBody>
      </p:sp>
    </p:spTree>
    <p:extLst>
      <p:ext uri="{BB962C8B-B14F-4D97-AF65-F5344CB8AC3E}">
        <p14:creationId xmlns:p14="http://schemas.microsoft.com/office/powerpoint/2010/main" val="145677009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a:extLst>
              <a:ext uri="{FF2B5EF4-FFF2-40B4-BE49-F238E27FC236}">
                <a16:creationId xmlns:a16="http://schemas.microsoft.com/office/drawing/2014/main" id="{09BCC3F6-90EA-4EE8-ADDE-B1CD772334DC}"/>
              </a:ext>
            </a:extLst>
          </p:cNvPr>
          <p:cNvSpPr>
            <a:spLocks noGrp="1" noChangeArrowheads="1"/>
          </p:cNvSpPr>
          <p:nvPr>
            <p:ph type="title"/>
          </p:nvPr>
        </p:nvSpPr>
        <p:spPr/>
        <p:txBody>
          <a:bodyPr/>
          <a:lstStyle/>
          <a:p>
            <a:r>
              <a:rPr lang="en-US" altLang="zh-CN"/>
              <a:t>Lex.l</a:t>
            </a:r>
            <a:endParaRPr lang="zh-CN" altLang="en-US"/>
          </a:p>
        </p:txBody>
      </p:sp>
      <p:sp>
        <p:nvSpPr>
          <p:cNvPr id="47107" name="内容占位符 2">
            <a:extLst>
              <a:ext uri="{FF2B5EF4-FFF2-40B4-BE49-F238E27FC236}">
                <a16:creationId xmlns:a16="http://schemas.microsoft.com/office/drawing/2014/main" id="{C621CCC8-6897-425F-B60D-590ED990E7B0}"/>
              </a:ext>
            </a:extLst>
          </p:cNvPr>
          <p:cNvSpPr>
            <a:spLocks noGrp="1" noChangeArrowheads="1"/>
          </p:cNvSpPr>
          <p:nvPr>
            <p:ph idx="1"/>
          </p:nvPr>
        </p:nvSpPr>
        <p:spPr/>
        <p:txBody>
          <a:bodyPr/>
          <a:lstStyle/>
          <a:p>
            <a:r>
              <a:rPr lang="en-US" altLang="zh-CN" b="0" i="0" dirty="0">
                <a:effectLst/>
                <a:latin typeface="-apple-system"/>
              </a:rPr>
              <a:t>C99 Lex/Flex &amp; YACC/Bison Grammars</a:t>
            </a:r>
            <a:r>
              <a:rPr lang="zh-CN" altLang="en-US" b="0" i="0" dirty="0">
                <a:effectLst/>
                <a:latin typeface="-apple-system"/>
              </a:rPr>
              <a:t>： </a:t>
            </a:r>
            <a:r>
              <a:rPr lang="en-US" altLang="zh-CN" dirty="0">
                <a:hlinkClick r:id="rId2">
                  <a:extLst>
                    <a:ext uri="{A12FA001-AC4F-418D-AE19-62706E023703}">
                      <ahyp:hlinkClr xmlns:ahyp="http://schemas.microsoft.com/office/drawing/2018/hyperlinkcolor" val="tx"/>
                    </a:ext>
                  </a:extLst>
                </a:hlinkClick>
              </a:rPr>
              <a:t>https://gist.github.com/codebrainz/2933703</a:t>
            </a:r>
            <a:endParaRPr lang="en-US" altLang="zh-CN" dirty="0"/>
          </a:p>
          <a:p>
            <a:r>
              <a:rPr lang="en-US" altLang="zh-CN" dirty="0"/>
              <a:t>c99.l</a:t>
            </a:r>
          </a:p>
          <a:p>
            <a:r>
              <a:rPr lang="en-US" altLang="zh-CN" dirty="0"/>
              <a:t>Lex</a:t>
            </a:r>
            <a:r>
              <a:rPr lang="zh-CN" altLang="en-US" dirty="0"/>
              <a:t>输入文件解析热身：</a:t>
            </a:r>
            <a:endParaRPr lang="en-US" altLang="zh-CN" dirty="0"/>
          </a:p>
          <a:p>
            <a:pPr lvl="1"/>
            <a:r>
              <a:rPr lang="en-US" altLang="zh-CN" dirty="0"/>
              <a:t>Exercise 3.3.7-3.3.11</a:t>
            </a:r>
          </a:p>
          <a:p>
            <a:r>
              <a:rPr lang="zh-CN" altLang="en-US" dirty="0"/>
              <a:t>关键字识别的效率问题</a:t>
            </a:r>
            <a:endParaRPr lang="en-US" altLang="zh-CN" dirty="0"/>
          </a:p>
          <a:p>
            <a:pPr lvl="1"/>
            <a:r>
              <a:rPr lang="en-US" altLang="zh-CN" dirty="0"/>
              <a:t>Exercise 3.4.3-3.4.12</a:t>
            </a:r>
            <a:endParaRPr lang="zh-CN" altLang="en-US" dirty="0"/>
          </a:p>
        </p:txBody>
      </p:sp>
    </p:spTree>
    <p:extLst>
      <p:ext uri="{BB962C8B-B14F-4D97-AF65-F5344CB8AC3E}">
        <p14:creationId xmlns:p14="http://schemas.microsoft.com/office/powerpoint/2010/main" val="368047229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2D9E13D5-6219-4E11-B008-7237C8AC3669}"/>
              </a:ext>
            </a:extLst>
          </p:cNvPr>
          <p:cNvSpPr>
            <a:spLocks noGrp="1" noChangeArrowheads="1"/>
          </p:cNvSpPr>
          <p:nvPr>
            <p:ph type="title"/>
          </p:nvPr>
        </p:nvSpPr>
        <p:spPr>
          <a:xfrm>
            <a:off x="285750" y="116632"/>
            <a:ext cx="8643938" cy="864096"/>
          </a:xfrm>
        </p:spPr>
        <p:txBody>
          <a:bodyPr/>
          <a:lstStyle/>
          <a:p>
            <a:pPr eaLnBrk="1" hangingPunct="1"/>
            <a:r>
              <a:rPr lang="zh-CN" altLang="en-US" dirty="0"/>
              <a:t>正规式到</a:t>
            </a:r>
            <a:r>
              <a:rPr lang="en-US" altLang="zh-CN" dirty="0"/>
              <a:t>NFA</a:t>
            </a:r>
            <a:r>
              <a:rPr lang="zh-CN" altLang="en-US" dirty="0"/>
              <a:t>的转换</a:t>
            </a:r>
          </a:p>
        </p:txBody>
      </p:sp>
      <mc:AlternateContent xmlns:mc="http://schemas.openxmlformats.org/markup-compatibility/2006">
        <mc:Choice xmlns:a14="http://schemas.microsoft.com/office/drawing/2010/main" Requires="a14">
          <p:sp>
            <p:nvSpPr>
              <p:cNvPr id="51203" name="Rectangle 3">
                <a:extLst>
                  <a:ext uri="{FF2B5EF4-FFF2-40B4-BE49-F238E27FC236}">
                    <a16:creationId xmlns:a16="http://schemas.microsoft.com/office/drawing/2014/main" id="{21CBA336-BA36-40E7-AB9C-80DCBBA49400}"/>
                  </a:ext>
                </a:extLst>
              </p:cNvPr>
              <p:cNvSpPr>
                <a:spLocks noGrp="1" noChangeArrowheads="1"/>
              </p:cNvSpPr>
              <p:nvPr>
                <p:ph type="body" idx="1"/>
              </p:nvPr>
            </p:nvSpPr>
            <p:spPr>
              <a:xfrm>
                <a:off x="642940" y="980730"/>
                <a:ext cx="7786687" cy="5448647"/>
              </a:xfrm>
            </p:spPr>
            <p:txBody>
              <a:bodyPr/>
              <a:lstStyle/>
              <a:p>
                <a:pPr lvl="1" eaLnBrk="1" hangingPunct="1"/>
                <a:r>
                  <a:rPr lang="zh-CN" altLang="en-US" dirty="0"/>
                  <a:t>正规表达式的规范化</a:t>
                </a:r>
                <a:endParaRPr lang="en-US" altLang="zh-CN" dirty="0"/>
              </a:p>
              <a:p>
                <a:pPr lvl="1" eaLnBrk="1" hangingPunct="1"/>
                <a:r>
                  <a:rPr lang="zh-CN" altLang="en-US" dirty="0"/>
                  <a:t>中缀形式的正规式到后缀形式的正规表达式转换</a:t>
                </a:r>
                <a:endParaRPr lang="en-US" altLang="zh-CN" dirty="0"/>
              </a:p>
              <a:p>
                <a:pPr lvl="2"/>
                <a:r>
                  <a:rPr lang="zh-CN" altLang="en-US" dirty="0"/>
                  <a:t>二叉树的前序、中序、后序遍历和表达式的前缀、中缀、后缀表达</a:t>
                </a:r>
                <a:endParaRPr lang="en-US" altLang="zh-CN" dirty="0"/>
              </a:p>
              <a:p>
                <a:pPr lvl="3"/>
                <a:r>
                  <a:rPr lang="en-US" altLang="zh-CN" dirty="0">
                    <a:hlinkClick r:id="rId2">
                      <a:extLst>
                        <a:ext uri="{A12FA001-AC4F-418D-AE19-62706E023703}">
                          <ahyp:hlinkClr xmlns:ahyp="http://schemas.microsoft.com/office/drawing/2018/hyperlinkcolor" val="tx"/>
                        </a:ext>
                      </a:extLst>
                    </a:hlinkClick>
                  </a:rPr>
                  <a:t>https://www.cnblogs.com/bigsai/p/11393609.html</a:t>
                </a:r>
                <a:endParaRPr lang="en-US" altLang="zh-CN" dirty="0"/>
              </a:p>
              <a:p>
                <a:pPr lvl="3"/>
                <a:r>
                  <a:rPr lang="en-US" altLang="zh-CN" dirty="0">
                    <a:hlinkClick r:id="rId3">
                      <a:extLst>
                        <a:ext uri="{A12FA001-AC4F-418D-AE19-62706E023703}">
                          <ahyp:hlinkClr xmlns:ahyp="http://schemas.microsoft.com/office/drawing/2018/hyperlinkcolor" val="tx"/>
                        </a:ext>
                      </a:extLst>
                    </a:hlinkClick>
                  </a:rPr>
                  <a:t>https://blog.csdn.net/qiantujava/article/details/17009653</a:t>
                </a:r>
                <a:endParaRPr lang="en-US" altLang="zh-CN" dirty="0"/>
              </a:p>
              <a:p>
                <a:pPr lvl="2"/>
                <a:r>
                  <a:rPr lang="en-US" altLang="zh-CN" dirty="0"/>
                  <a:t>Bottom-up</a:t>
                </a:r>
                <a:r>
                  <a:rPr lang="zh-CN" altLang="en-US" dirty="0"/>
                  <a:t>地组装，生成每个正规式的</a:t>
                </a:r>
                <a:r>
                  <a:rPr lang="en-US" altLang="zh-CN" dirty="0"/>
                  <a:t>NFA</a:t>
                </a:r>
              </a:p>
              <a:p>
                <a:pPr lvl="2"/>
                <a14:m>
                  <m:oMath xmlns:m="http://schemas.openxmlformats.org/officeDocument/2006/math">
                    <m:r>
                      <a:rPr lang="en-US" altLang="zh-CN" i="1" dirty="0" smtClean="0">
                        <a:latin typeface="Cambria Math" panose="02040503050406030204" pitchFamily="18" charset="0"/>
                      </a:rPr>
                      <m:t>(</m:t>
                    </m:r>
                    <m:r>
                      <a:rPr lang="en-US" altLang="zh-CN" i="1" dirty="0" err="1" smtClean="0">
                        <a:latin typeface="Cambria Math" panose="02040503050406030204" pitchFamily="18" charset="0"/>
                      </a:rPr>
                      <m:t>𝑎</m:t>
                    </m:r>
                    <m:r>
                      <a:rPr lang="en-US" altLang="zh-CN" i="1" dirty="0" err="1" smtClean="0">
                        <a:latin typeface="Cambria Math" panose="02040503050406030204" pitchFamily="18" charset="0"/>
                      </a:rPr>
                      <m:t>|</m:t>
                    </m:r>
                    <m:r>
                      <a:rPr lang="en-US" altLang="zh-CN" i="1" dirty="0" err="1" smtClean="0">
                        <a:latin typeface="Cambria Math" panose="02040503050406030204" pitchFamily="18" charset="0"/>
                      </a:rPr>
                      <m:t>𝑏</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𝑐</m:t>
                    </m:r>
                  </m:oMath>
                </a14:m>
                <a:r>
                  <a:rPr lang="en-US" altLang="zh-CN" dirty="0"/>
                  <a:t> =&gt; </a:t>
                </a:r>
                <a14:m>
                  <m:oMath xmlns:m="http://schemas.openxmlformats.org/officeDocument/2006/math">
                    <m:r>
                      <a:rPr lang="en-US" altLang="zh-CN" i="1" dirty="0" smtClean="0">
                        <a:latin typeface="Cambria Math" panose="02040503050406030204" pitchFamily="18" charset="0"/>
                      </a:rPr>
                      <m:t>𝑎𝑏</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𝑐</m:t>
                    </m:r>
                    <m:r>
                      <a:rPr lang="en-US" altLang="zh-CN" b="0" i="1" dirty="0" smtClean="0">
                        <a:latin typeface="Cambria Math" panose="02040503050406030204" pitchFamily="18" charset="0"/>
                      </a:rPr>
                      <m:t>∙</m:t>
                    </m:r>
                  </m:oMath>
                </a14:m>
                <a:endParaRPr lang="en-US" altLang="zh-CN" dirty="0"/>
              </a:p>
              <a:p>
                <a:pPr lvl="2"/>
                <a:endParaRPr lang="en-US" altLang="zh-CN" dirty="0"/>
              </a:p>
              <a:p>
                <a:pPr marL="1371600" lvl="3" indent="0">
                  <a:buNone/>
                </a:pPr>
                <a:endParaRPr lang="en-US" altLang="zh-CN" dirty="0"/>
              </a:p>
              <a:p>
                <a:pPr eaLnBrk="1" hangingPunct="1">
                  <a:buFontTx/>
                  <a:buNone/>
                </a:pPr>
                <a:endParaRPr lang="en-US" altLang="zh-CN" dirty="0"/>
              </a:p>
            </p:txBody>
          </p:sp>
        </mc:Choice>
        <mc:Fallback>
          <p:sp>
            <p:nvSpPr>
              <p:cNvPr id="51203" name="Rectangle 3">
                <a:extLst>
                  <a:ext uri="{FF2B5EF4-FFF2-40B4-BE49-F238E27FC236}">
                    <a16:creationId xmlns:a16="http://schemas.microsoft.com/office/drawing/2014/main" id="{21CBA336-BA36-40E7-AB9C-80DCBBA49400}"/>
                  </a:ext>
                </a:extLst>
              </p:cNvPr>
              <p:cNvSpPr>
                <a:spLocks noGrp="1" noRot="1" noChangeAspect="1" noMove="1" noResize="1" noEditPoints="1" noAdjustHandles="1" noChangeArrowheads="1" noChangeShapeType="1" noTextEdit="1"/>
              </p:cNvSpPr>
              <p:nvPr>
                <p:ph type="body" idx="1"/>
              </p:nvPr>
            </p:nvSpPr>
            <p:spPr>
              <a:xfrm>
                <a:off x="642940" y="980730"/>
                <a:ext cx="7786687" cy="5448647"/>
              </a:xfrm>
              <a:blipFill>
                <a:blip r:embed="rId4"/>
                <a:stretch>
                  <a:fillRect t="-123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48110441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1CAA22-D899-4F48-BCB8-CF191CBD8D15}"/>
              </a:ext>
            </a:extLst>
          </p:cNvPr>
          <p:cNvSpPr>
            <a:spLocks noGrp="1"/>
          </p:cNvSpPr>
          <p:nvPr>
            <p:ph type="title"/>
          </p:nvPr>
        </p:nvSpPr>
        <p:spPr/>
        <p:txBody>
          <a:bodyPr/>
          <a:lstStyle/>
          <a:p>
            <a:r>
              <a:rPr lang="zh-CN" altLang="en-US" dirty="0"/>
              <a:t>把扩展的</a:t>
            </a:r>
            <a:r>
              <a:rPr lang="en-US" altLang="zh-CN" dirty="0"/>
              <a:t>RE</a:t>
            </a:r>
            <a:r>
              <a:rPr lang="zh-CN" altLang="en-US" dirty="0"/>
              <a:t>直接转换成</a:t>
            </a:r>
            <a:r>
              <a:rPr lang="en-US" altLang="zh-CN" dirty="0"/>
              <a:t>NFA</a:t>
            </a:r>
            <a:endParaRPr lang="zh-CN" altLang="en-US" dirty="0"/>
          </a:p>
        </p:txBody>
      </p:sp>
      <p:sp>
        <p:nvSpPr>
          <p:cNvPr id="3" name="内容占位符 2">
            <a:extLst>
              <a:ext uri="{FF2B5EF4-FFF2-40B4-BE49-F238E27FC236}">
                <a16:creationId xmlns:a16="http://schemas.microsoft.com/office/drawing/2014/main" id="{BD72A5D7-1168-41AC-B9DB-6279884221EF}"/>
              </a:ext>
            </a:extLst>
          </p:cNvPr>
          <p:cNvSpPr>
            <a:spLocks noGrp="1"/>
          </p:cNvSpPr>
          <p:nvPr>
            <p:ph idx="1"/>
          </p:nvPr>
        </p:nvSpPr>
        <p:spPr/>
        <p:txBody>
          <a:bodyPr/>
          <a:lstStyle/>
          <a:p>
            <a:r>
              <a:rPr lang="zh-CN" altLang="en-US" dirty="0"/>
              <a:t>也有同学直接把扩展的</a:t>
            </a:r>
            <a:r>
              <a:rPr lang="en-US" altLang="zh-CN" dirty="0"/>
              <a:t>RE</a:t>
            </a:r>
            <a:r>
              <a:rPr lang="zh-CN" altLang="en-US" dirty="0"/>
              <a:t>转换成</a:t>
            </a:r>
            <a:r>
              <a:rPr lang="en-US" altLang="zh-CN" dirty="0"/>
              <a:t>NFA</a:t>
            </a:r>
            <a:r>
              <a:rPr lang="zh-CN" altLang="en-US" dirty="0"/>
              <a:t>。</a:t>
            </a:r>
            <a:endParaRPr lang="en-US" altLang="zh-CN" dirty="0"/>
          </a:p>
          <a:p>
            <a:pPr lvl="1"/>
            <a:r>
              <a:rPr lang="zh-CN" altLang="en-US" dirty="0"/>
              <a:t>参考习题</a:t>
            </a:r>
            <a:r>
              <a:rPr lang="en-US" altLang="zh-CN" dirty="0"/>
              <a:t>5.2.6</a:t>
            </a:r>
          </a:p>
          <a:p>
            <a:pPr lvl="2"/>
            <a:r>
              <a:rPr lang="zh-CN" altLang="en-US" dirty="0"/>
              <a:t>通过语义规则把常规</a:t>
            </a:r>
            <a:r>
              <a:rPr lang="en-US" altLang="zh-CN" dirty="0"/>
              <a:t>RE</a:t>
            </a:r>
            <a:r>
              <a:rPr lang="zh-CN" altLang="en-US" dirty="0"/>
              <a:t>转换成</a:t>
            </a:r>
            <a:r>
              <a:rPr lang="en-US" altLang="zh-CN" dirty="0"/>
              <a:t>NFA</a:t>
            </a:r>
          </a:p>
          <a:p>
            <a:pPr lvl="1"/>
            <a:r>
              <a:rPr lang="zh-CN" altLang="en-US" dirty="0"/>
              <a:t>根据扩展</a:t>
            </a:r>
            <a:r>
              <a:rPr lang="en-US" altLang="zh-CN" dirty="0"/>
              <a:t>RE</a:t>
            </a:r>
            <a:r>
              <a:rPr lang="zh-CN" altLang="en-US" dirty="0"/>
              <a:t>的</a:t>
            </a:r>
            <a:r>
              <a:rPr lang="en-US" altLang="zh-CN" dirty="0"/>
              <a:t>operator</a:t>
            </a:r>
            <a:r>
              <a:rPr lang="zh-CN" altLang="en-US" dirty="0"/>
              <a:t>的语义设计相应的生成</a:t>
            </a:r>
            <a:r>
              <a:rPr lang="en-US" altLang="zh-CN" dirty="0"/>
              <a:t>NFA</a:t>
            </a:r>
            <a:r>
              <a:rPr lang="zh-CN" altLang="en-US" dirty="0"/>
              <a:t>的函数。例如</a:t>
            </a:r>
            <a:endParaRPr lang="en-US" altLang="zh-CN" dirty="0"/>
          </a:p>
          <a:p>
            <a:pPr lvl="2"/>
            <a:r>
              <a:rPr lang="en-US" altLang="zh-CN" dirty="0"/>
              <a:t>dot</a:t>
            </a:r>
            <a:r>
              <a:rPr lang="zh-CN" altLang="en-US" dirty="0"/>
              <a:t>：</a:t>
            </a:r>
            <a:r>
              <a:rPr lang="en-US" altLang="zh-CN" dirty="0"/>
              <a:t>.</a:t>
            </a:r>
            <a:r>
              <a:rPr lang="zh-CN" altLang="en-US" dirty="0"/>
              <a:t>运算符</a:t>
            </a:r>
          </a:p>
          <a:p>
            <a:pPr lvl="3"/>
            <a:r>
              <a:rPr lang="zh-CN" altLang="en-US" dirty="0"/>
              <a:t>初始状态添加任意一个字符都能转移到同一个状态，并将之设置为终止状态</a:t>
            </a:r>
            <a:endParaRPr lang="en-US" altLang="zh-CN" dirty="0"/>
          </a:p>
          <a:p>
            <a:pPr lvl="2"/>
            <a:r>
              <a:rPr lang="en-US" altLang="zh-CN" dirty="0"/>
              <a:t>dash</a:t>
            </a:r>
            <a:r>
              <a:rPr lang="zh-CN" altLang="en-US" dirty="0"/>
              <a:t>：</a:t>
            </a:r>
            <a:r>
              <a:rPr lang="en-US" altLang="zh-CN" dirty="0"/>
              <a:t>-</a:t>
            </a:r>
            <a:r>
              <a:rPr lang="zh-CN" altLang="en-US" dirty="0"/>
              <a:t>运算符</a:t>
            </a:r>
          </a:p>
          <a:p>
            <a:pPr lvl="3"/>
            <a:r>
              <a:rPr lang="zh-CN" altLang="en-US" dirty="0"/>
              <a:t>初始状态添加</a:t>
            </a:r>
            <a:r>
              <a:rPr lang="en-US" altLang="zh-CN" dirty="0"/>
              <a:t>from</a:t>
            </a:r>
            <a:r>
              <a:rPr lang="zh-CN" altLang="en-US" dirty="0"/>
              <a:t>到</a:t>
            </a:r>
            <a:r>
              <a:rPr lang="en-US" altLang="zh-CN" dirty="0"/>
              <a:t>to</a:t>
            </a:r>
            <a:r>
              <a:rPr lang="zh-CN" altLang="en-US" dirty="0"/>
              <a:t>中的任意一个字符都能转移到同一个状态，并将之设置为终止状态</a:t>
            </a:r>
            <a:endParaRPr lang="en-US" altLang="zh-CN" dirty="0"/>
          </a:p>
          <a:p>
            <a:pPr lvl="2"/>
            <a:r>
              <a:rPr lang="en-US" altLang="zh-CN" dirty="0"/>
              <a:t>square</a:t>
            </a:r>
            <a:r>
              <a:rPr lang="zh-CN" altLang="en-US" dirty="0"/>
              <a:t>：</a:t>
            </a:r>
            <a:r>
              <a:rPr lang="en-US" altLang="zh-CN" dirty="0"/>
              <a:t>[]</a:t>
            </a:r>
            <a:r>
              <a:rPr lang="zh-CN" altLang="en-US" dirty="0"/>
              <a:t>运算符</a:t>
            </a:r>
          </a:p>
          <a:p>
            <a:pPr lvl="3"/>
            <a:r>
              <a:rPr lang="zh-CN" altLang="en-US" dirty="0"/>
              <a:t>初始状态添加</a:t>
            </a:r>
            <a:r>
              <a:rPr lang="en-US" altLang="zh-CN" dirty="0"/>
              <a:t>[]</a:t>
            </a:r>
            <a:r>
              <a:rPr lang="zh-CN" altLang="en-US" dirty="0"/>
              <a:t>中的任意一个字符都能转移到同一个状态，并将之设置为终止状态</a:t>
            </a:r>
            <a:endParaRPr lang="en-US" altLang="zh-CN" dirty="0"/>
          </a:p>
          <a:p>
            <a:pPr lvl="2"/>
            <a:endParaRPr lang="zh-CN" altLang="en-US" dirty="0"/>
          </a:p>
          <a:p>
            <a:pPr lvl="2"/>
            <a:endParaRPr lang="zh-CN" altLang="en-US" dirty="0"/>
          </a:p>
          <a:p>
            <a:pPr lvl="2"/>
            <a:endParaRPr lang="zh-CN" altLang="en-US" dirty="0"/>
          </a:p>
          <a:p>
            <a:pPr lvl="2"/>
            <a:endParaRPr lang="zh-CN" altLang="en-US" dirty="0"/>
          </a:p>
          <a:p>
            <a:pPr lvl="2"/>
            <a:endParaRPr lang="en-US" altLang="zh-CN" dirty="0"/>
          </a:p>
          <a:p>
            <a:endParaRPr lang="zh-CN" altLang="en-US" dirty="0"/>
          </a:p>
        </p:txBody>
      </p:sp>
    </p:spTree>
    <p:extLst>
      <p:ext uri="{BB962C8B-B14F-4D97-AF65-F5344CB8AC3E}">
        <p14:creationId xmlns:p14="http://schemas.microsoft.com/office/powerpoint/2010/main" val="412172668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F6D6F7-467B-47DA-AEB8-93A96232ADC4}"/>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63797379-A776-4BF1-84FF-8DC6B041B12C}"/>
              </a:ext>
            </a:extLst>
          </p:cNvPr>
          <p:cNvSpPr>
            <a:spLocks noGrp="1"/>
          </p:cNvSpPr>
          <p:nvPr>
            <p:ph idx="1"/>
          </p:nvPr>
        </p:nvSpPr>
        <p:spPr/>
        <p:txBody>
          <a:bodyPr/>
          <a:lstStyle/>
          <a:p>
            <a:pPr lvl="2"/>
            <a:r>
              <a:rPr lang="en-US" altLang="zh-CN" dirty="0"/>
              <a:t>not</a:t>
            </a:r>
            <a:r>
              <a:rPr lang="zh-CN" altLang="en-US" dirty="0"/>
              <a:t>：</a:t>
            </a:r>
            <a:r>
              <a:rPr lang="en-US" altLang="zh-CN" dirty="0"/>
              <a:t>^</a:t>
            </a:r>
            <a:r>
              <a:rPr lang="zh-CN" altLang="en-US" dirty="0"/>
              <a:t>运算符</a:t>
            </a:r>
          </a:p>
          <a:p>
            <a:pPr lvl="3"/>
            <a:r>
              <a:rPr lang="zh-CN" altLang="en-US" dirty="0"/>
              <a:t>初始状态添加任意不为</a:t>
            </a:r>
            <a:r>
              <a:rPr lang="en-US" altLang="zh-CN" dirty="0"/>
              <a:t>target</a:t>
            </a:r>
            <a:r>
              <a:rPr lang="zh-CN" altLang="en-US" dirty="0"/>
              <a:t>集合中的任意一个字符都能转移到同一个状态，并将之设置为终止状态</a:t>
            </a:r>
            <a:endParaRPr lang="en-US" altLang="zh-CN" dirty="0"/>
          </a:p>
          <a:p>
            <a:pPr lvl="2"/>
            <a:r>
              <a:rPr lang="en-US" altLang="zh-CN" dirty="0"/>
              <a:t>repeat</a:t>
            </a:r>
            <a:r>
              <a:rPr lang="zh-CN" altLang="en-US" dirty="0"/>
              <a:t>：</a:t>
            </a:r>
            <a:r>
              <a:rPr lang="en-US" altLang="zh-CN" dirty="0"/>
              <a:t>{}</a:t>
            </a:r>
            <a:r>
              <a:rPr lang="zh-CN" altLang="en-US" dirty="0"/>
              <a:t>运算符</a:t>
            </a:r>
          </a:p>
          <a:p>
            <a:pPr lvl="3"/>
            <a:r>
              <a:rPr lang="zh-CN" altLang="en-US" dirty="0"/>
              <a:t>将</a:t>
            </a:r>
            <a:r>
              <a:rPr lang="en-US" altLang="zh-CN" dirty="0"/>
              <a:t>max</a:t>
            </a:r>
            <a:r>
              <a:rPr lang="zh-CN" altLang="en-US" dirty="0"/>
              <a:t>个</a:t>
            </a:r>
            <a:r>
              <a:rPr lang="en-US" altLang="zh-CN" dirty="0" err="1"/>
              <a:t>nfa</a:t>
            </a:r>
            <a:r>
              <a:rPr lang="zh-CN" altLang="en-US" dirty="0"/>
              <a:t>串起来，然后将前</a:t>
            </a:r>
            <a:r>
              <a:rPr lang="en-US" altLang="zh-CN" dirty="0"/>
              <a:t>max-min</a:t>
            </a:r>
            <a:r>
              <a:rPr lang="zh-CN" altLang="en-US" dirty="0"/>
              <a:t>个</a:t>
            </a:r>
            <a:r>
              <a:rPr lang="en-US" altLang="zh-CN" dirty="0" err="1"/>
              <a:t>nfa</a:t>
            </a:r>
            <a:r>
              <a:rPr lang="zh-CN" altLang="en-US" dirty="0"/>
              <a:t>用</a:t>
            </a:r>
            <a:r>
              <a:rPr lang="en-US" altLang="zh-CN" dirty="0"/>
              <a:t>epsilon</a:t>
            </a:r>
            <a:r>
              <a:rPr lang="zh-CN" altLang="en-US" dirty="0"/>
              <a:t>表达式连接到</a:t>
            </a:r>
            <a:r>
              <a:rPr lang="en-US" altLang="zh-CN" dirty="0"/>
              <a:t>accept</a:t>
            </a:r>
            <a:r>
              <a:rPr lang="zh-CN" altLang="en-US" dirty="0"/>
              <a:t>状态</a:t>
            </a:r>
            <a:endParaRPr lang="en-US" altLang="zh-CN" dirty="0"/>
          </a:p>
          <a:p>
            <a:pPr lvl="2"/>
            <a:r>
              <a:rPr lang="zh-CN" altLang="en-US" dirty="0"/>
              <a:t>各种运算符的协调问题、运算符与运算数的匹配问题。</a:t>
            </a:r>
            <a:endParaRPr lang="en-US" altLang="zh-CN" dirty="0"/>
          </a:p>
          <a:p>
            <a:pPr lvl="3"/>
            <a:r>
              <a:rPr lang="zh-CN" altLang="en-US" dirty="0"/>
              <a:t>使用算符优先文法处理。</a:t>
            </a:r>
            <a:endParaRPr lang="en-US" altLang="zh-CN" dirty="0"/>
          </a:p>
          <a:p>
            <a:pPr lvl="3"/>
            <a:r>
              <a:rPr lang="zh-CN" altLang="en-US" dirty="0"/>
              <a:t>参考优先级</a:t>
            </a:r>
          </a:p>
          <a:p>
            <a:endParaRPr lang="zh-CN" altLang="en-US" dirty="0"/>
          </a:p>
        </p:txBody>
      </p:sp>
      <p:pic>
        <p:nvPicPr>
          <p:cNvPr id="4" name="图片 3">
            <a:extLst>
              <a:ext uri="{FF2B5EF4-FFF2-40B4-BE49-F238E27FC236}">
                <a16:creationId xmlns:a16="http://schemas.microsoft.com/office/drawing/2014/main" id="{50F326EC-6287-4CF4-BC74-05F0456EDA49}"/>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1600" y="4365104"/>
            <a:ext cx="7344816" cy="1656184"/>
          </a:xfrm>
          <a:prstGeom prst="rect">
            <a:avLst/>
          </a:prstGeom>
          <a:noFill/>
        </p:spPr>
      </p:pic>
    </p:spTree>
    <p:extLst>
      <p:ext uri="{BB962C8B-B14F-4D97-AF65-F5344CB8AC3E}">
        <p14:creationId xmlns:p14="http://schemas.microsoft.com/office/powerpoint/2010/main" val="406648384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00D745-1B74-4B05-BE48-B93EDCD3AC34}"/>
              </a:ext>
            </a:extLst>
          </p:cNvPr>
          <p:cNvSpPr>
            <a:spLocks noGrp="1"/>
          </p:cNvSpPr>
          <p:nvPr>
            <p:ph type="title"/>
          </p:nvPr>
        </p:nvSpPr>
        <p:spPr/>
        <p:txBody>
          <a:bodyPr/>
          <a:lstStyle/>
          <a:p>
            <a:r>
              <a:rPr lang="zh-CN" altLang="en-US" dirty="0"/>
              <a:t>确定化与最小化</a:t>
            </a:r>
          </a:p>
        </p:txBody>
      </p:sp>
      <p:sp>
        <p:nvSpPr>
          <p:cNvPr id="3" name="内容占位符 2">
            <a:extLst>
              <a:ext uri="{FF2B5EF4-FFF2-40B4-BE49-F238E27FC236}">
                <a16:creationId xmlns:a16="http://schemas.microsoft.com/office/drawing/2014/main" id="{747948FF-0A96-4396-88DF-30E5FFF4F015}"/>
              </a:ext>
            </a:extLst>
          </p:cNvPr>
          <p:cNvSpPr>
            <a:spLocks noGrp="1"/>
          </p:cNvSpPr>
          <p:nvPr>
            <p:ph idx="1"/>
          </p:nvPr>
        </p:nvSpPr>
        <p:spPr>
          <a:xfrm>
            <a:off x="0" y="1052736"/>
            <a:ext cx="4572000" cy="5040560"/>
          </a:xfrm>
        </p:spPr>
        <p:txBody>
          <a:bodyPr/>
          <a:lstStyle/>
          <a:p>
            <a:r>
              <a:rPr lang="zh-CN" altLang="en-US" dirty="0"/>
              <a:t>确定化（略）</a:t>
            </a:r>
            <a:endParaRPr lang="en-US" altLang="zh-CN" dirty="0"/>
          </a:p>
          <a:p>
            <a:r>
              <a:rPr lang="zh-CN" altLang="en-US" dirty="0"/>
              <a:t>最小化（略）。</a:t>
            </a:r>
            <a:endParaRPr lang="en-US" altLang="zh-CN" dirty="0"/>
          </a:p>
          <a:p>
            <a:pPr lvl="1"/>
            <a:r>
              <a:rPr lang="zh-CN" altLang="en-US" dirty="0"/>
              <a:t>初始划分：根据</a:t>
            </a:r>
            <a:r>
              <a:rPr lang="en-US" altLang="zh-CN" dirty="0"/>
              <a:t>action</a:t>
            </a:r>
            <a:r>
              <a:rPr lang="zh-CN" altLang="en-US" dirty="0"/>
              <a:t>的不同将接受状态划分开。</a:t>
            </a:r>
            <a:endParaRPr lang="en-US" altLang="zh-CN" dirty="0"/>
          </a:p>
          <a:p>
            <a:pPr lvl="1"/>
            <a:r>
              <a:rPr lang="zh-CN" altLang="en-US" dirty="0"/>
              <a:t>可以使用</a:t>
            </a:r>
            <a:r>
              <a:rPr lang="en-US" altLang="zh-CN" dirty="0"/>
              <a:t>error</a:t>
            </a:r>
            <a:r>
              <a:rPr lang="zh-CN" altLang="en-US" dirty="0"/>
              <a:t>状态。</a:t>
            </a:r>
            <a:endParaRPr lang="en-US" altLang="zh-CN" dirty="0"/>
          </a:p>
          <a:p>
            <a:pPr lvl="2"/>
            <a:r>
              <a:rPr lang="zh-CN" altLang="en-US" dirty="0"/>
              <a:t>有进无出的死状态。</a:t>
            </a:r>
            <a:endParaRPr lang="en-US" altLang="zh-CN" dirty="0"/>
          </a:p>
          <a:p>
            <a:r>
              <a:rPr lang="zh-CN" altLang="en-US" sz="2600" kern="100" spc="-30" dirty="0">
                <a:latin typeface="Times New Roman" panose="02020603050405020304" pitchFamily="18" charset="0"/>
                <a:ea typeface="宋体" panose="02010600030101010101" pitchFamily="2" charset="-122"/>
              </a:rPr>
              <a:t>例子</a:t>
            </a:r>
            <a:endParaRPr lang="en-US" altLang="zh-CN" sz="2600" kern="100" spc="-30" dirty="0">
              <a:latin typeface="Times New Roman" panose="02020603050405020304" pitchFamily="18" charset="0"/>
              <a:ea typeface="宋体" panose="02010600030101010101" pitchFamily="2" charset="-122"/>
            </a:endParaRPr>
          </a:p>
          <a:p>
            <a:pPr lvl="1"/>
            <a:r>
              <a:rPr lang="en-US" altLang="zh-CN" sz="2200" kern="100" spc="-30" dirty="0">
                <a:latin typeface="Times New Roman" panose="02020603050405020304" pitchFamily="18" charset="0"/>
                <a:ea typeface="宋体" panose="02010600030101010101" pitchFamily="2" charset="-122"/>
              </a:rPr>
              <a:t>(</a:t>
            </a:r>
            <a:r>
              <a:rPr lang="en-US" altLang="zh-CN" sz="2200" kern="100" spc="-30" dirty="0" err="1">
                <a:latin typeface="Times New Roman" panose="02020603050405020304" pitchFamily="18" charset="0"/>
                <a:ea typeface="宋体" panose="02010600030101010101" pitchFamily="2" charset="-122"/>
              </a:rPr>
              <a:t>a|ɛ</a:t>
            </a:r>
            <a:r>
              <a:rPr lang="en-US" altLang="zh-CN" sz="2200" kern="100" spc="-30" dirty="0">
                <a:latin typeface="Times New Roman" panose="02020603050405020304" pitchFamily="18" charset="0"/>
                <a:ea typeface="宋体" panose="02010600030101010101" pitchFamily="2" charset="-122"/>
              </a:rPr>
              <a:t>)(</a:t>
            </a:r>
            <a:r>
              <a:rPr lang="en-US" altLang="zh-CN" sz="2200" kern="100" spc="-30" dirty="0" err="1">
                <a:latin typeface="Times New Roman" panose="02020603050405020304" pitchFamily="18" charset="0"/>
                <a:ea typeface="宋体" panose="02010600030101010101" pitchFamily="2" charset="-122"/>
              </a:rPr>
              <a:t>b|ab</a:t>
            </a:r>
            <a:r>
              <a:rPr lang="en-US" altLang="zh-CN" sz="2200" kern="100" spc="-30" dirty="0">
                <a:latin typeface="Times New Roman" panose="02020603050405020304" pitchFamily="18" charset="0"/>
                <a:ea typeface="宋体" panose="02010600030101010101" pitchFamily="2" charset="-122"/>
              </a:rPr>
              <a:t>) *</a:t>
            </a:r>
          </a:p>
          <a:p>
            <a:pPr lvl="2"/>
            <a:r>
              <a:rPr lang="zh-CN" altLang="en-US" sz="1800" kern="100" spc="-30" dirty="0">
                <a:latin typeface="Times New Roman" panose="02020603050405020304" pitchFamily="18" charset="0"/>
                <a:ea typeface="宋体" panose="02010600030101010101" pitchFamily="2" charset="-122"/>
              </a:rPr>
              <a:t>确定化：</a:t>
            </a:r>
            <a:r>
              <a:rPr lang="en-US" altLang="zh-CN" sz="1800" kern="100" spc="-30" dirty="0">
                <a:latin typeface="Times New Roman" panose="02020603050405020304" pitchFamily="18" charset="0"/>
                <a:ea typeface="宋体" panose="02010600030101010101" pitchFamily="2" charset="-122"/>
              </a:rPr>
              <a:t>……</a:t>
            </a:r>
          </a:p>
          <a:p>
            <a:pPr lvl="2"/>
            <a:r>
              <a:rPr lang="zh-CN" altLang="en-US" sz="1800" kern="100" spc="-30" dirty="0">
                <a:latin typeface="Times New Roman" panose="02020603050405020304" pitchFamily="18" charset="0"/>
                <a:ea typeface="宋体" panose="02010600030101010101" pitchFamily="2" charset="-122"/>
              </a:rPr>
              <a:t>第三步：最小化。</a:t>
            </a:r>
            <a:endParaRPr lang="en-US" altLang="zh-CN" sz="1800" kern="100" spc="-30" dirty="0">
              <a:latin typeface="Times New Roman" panose="02020603050405020304" pitchFamily="18" charset="0"/>
              <a:ea typeface="宋体" panose="02010600030101010101" pitchFamily="2" charset="-122"/>
            </a:endParaRPr>
          </a:p>
          <a:p>
            <a:pPr lvl="3"/>
            <a:r>
              <a:rPr lang="zh-CN" altLang="en-US" sz="1600" kern="100" spc="-30" dirty="0">
                <a:latin typeface="Times New Roman" panose="02020603050405020304" pitchFamily="18" charset="0"/>
                <a:ea typeface="宋体" panose="02010600030101010101" pitchFamily="2" charset="-122"/>
              </a:rPr>
              <a:t>初始化：接受态集合（区分不同</a:t>
            </a:r>
            <a:r>
              <a:rPr lang="en-US" altLang="zh-CN" sz="1600" kern="100" spc="-30" dirty="0">
                <a:latin typeface="Times New Roman" panose="02020603050405020304" pitchFamily="18" charset="0"/>
                <a:ea typeface="宋体" panose="02010600030101010101" pitchFamily="2" charset="-122"/>
              </a:rPr>
              <a:t>action</a:t>
            </a:r>
            <a:r>
              <a:rPr lang="zh-CN" altLang="en-US" sz="1600" kern="100" spc="-30" dirty="0">
                <a:latin typeface="Times New Roman" panose="02020603050405020304" pitchFamily="18" charset="0"/>
                <a:ea typeface="宋体" panose="02010600030101010101" pitchFamily="2" charset="-122"/>
              </a:rPr>
              <a:t>的接受态）和非接受态集合</a:t>
            </a:r>
            <a:endParaRPr lang="en-US" altLang="zh-CN" sz="1600" kern="100" spc="-30" dirty="0">
              <a:latin typeface="Times New Roman" panose="02020603050405020304" pitchFamily="18" charset="0"/>
              <a:ea typeface="宋体" panose="02010600030101010101" pitchFamily="2" charset="-122"/>
            </a:endParaRPr>
          </a:p>
          <a:p>
            <a:pPr lvl="3"/>
            <a:r>
              <a:rPr lang="zh-CN" altLang="en-US" sz="1600" kern="100" spc="-30" dirty="0">
                <a:latin typeface="Times New Roman" panose="02020603050405020304" pitchFamily="18" charset="0"/>
                <a:ea typeface="宋体" panose="02010600030101010101" pitchFamily="2" charset="-122"/>
              </a:rPr>
              <a:t>求异亦求同。</a:t>
            </a:r>
            <a:endParaRPr lang="en-US" altLang="zh-CN" sz="1600" kern="100" spc="-30" dirty="0">
              <a:latin typeface="Times New Roman" panose="02020603050405020304" pitchFamily="18" charset="0"/>
              <a:ea typeface="宋体" panose="02010600030101010101" pitchFamily="2" charset="-122"/>
            </a:endParaRPr>
          </a:p>
          <a:p>
            <a:pPr lvl="2"/>
            <a:r>
              <a:rPr lang="zh-CN" altLang="en-US" sz="1800" kern="100" spc="-30" dirty="0">
                <a:latin typeface="Times New Roman" panose="02020603050405020304" pitchFamily="18" charset="0"/>
                <a:ea typeface="宋体" panose="02010600030101010101" pitchFamily="2" charset="-122"/>
              </a:rPr>
              <a:t>第四步：去掉</a:t>
            </a:r>
            <a:r>
              <a:rPr lang="en-US" altLang="zh-CN" sz="1800" kern="100" spc="-30" dirty="0">
                <a:latin typeface="Times New Roman" panose="02020603050405020304" pitchFamily="18" charset="0"/>
                <a:ea typeface="宋体" panose="02010600030101010101" pitchFamily="2" charset="-122"/>
              </a:rPr>
              <a:t>error</a:t>
            </a:r>
            <a:r>
              <a:rPr lang="zh-CN" altLang="en-US" sz="1800" kern="100" spc="-30" dirty="0">
                <a:latin typeface="Times New Roman" panose="02020603050405020304" pitchFamily="18" charset="0"/>
                <a:ea typeface="宋体" panose="02010600030101010101" pitchFamily="2" charset="-122"/>
              </a:rPr>
              <a:t>状态。</a:t>
            </a:r>
            <a:endParaRPr lang="en-US" altLang="zh-CN" sz="1800" kern="100" spc="-30" dirty="0">
              <a:latin typeface="Times New Roman" panose="02020603050405020304" pitchFamily="18" charset="0"/>
              <a:ea typeface="宋体" panose="02010600030101010101" pitchFamily="2" charset="-122"/>
            </a:endParaRPr>
          </a:p>
          <a:p>
            <a:pPr lvl="2"/>
            <a:endParaRPr lang="en-US" altLang="zh-CN" dirty="0"/>
          </a:p>
          <a:p>
            <a:endParaRPr lang="zh-CN" altLang="en-US" dirty="0"/>
          </a:p>
        </p:txBody>
      </p:sp>
      <p:pic>
        <p:nvPicPr>
          <p:cNvPr id="4" name="图片 3">
            <a:extLst>
              <a:ext uri="{FF2B5EF4-FFF2-40B4-BE49-F238E27FC236}">
                <a16:creationId xmlns:a16="http://schemas.microsoft.com/office/drawing/2014/main" id="{E3B04B6C-DF4D-429D-A521-C954A0174302}"/>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32040" y="1052736"/>
            <a:ext cx="3888432" cy="1224136"/>
          </a:xfrm>
          <a:prstGeom prst="rect">
            <a:avLst/>
          </a:prstGeom>
          <a:noFill/>
        </p:spPr>
      </p:pic>
      <p:pic>
        <p:nvPicPr>
          <p:cNvPr id="5" name="图片 4">
            <a:extLst>
              <a:ext uri="{FF2B5EF4-FFF2-40B4-BE49-F238E27FC236}">
                <a16:creationId xmlns:a16="http://schemas.microsoft.com/office/drawing/2014/main" id="{86D7E0AD-3233-43AA-BCD4-59AE4942E96F}"/>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4932040" y="2337792"/>
            <a:ext cx="3888432" cy="1667272"/>
          </a:xfrm>
          <a:prstGeom prst="rect">
            <a:avLst/>
          </a:prstGeom>
        </p:spPr>
      </p:pic>
      <p:pic>
        <p:nvPicPr>
          <p:cNvPr id="7" name="图片 6">
            <a:extLst>
              <a:ext uri="{FF2B5EF4-FFF2-40B4-BE49-F238E27FC236}">
                <a16:creationId xmlns:a16="http://schemas.microsoft.com/office/drawing/2014/main" id="{F54DEB96-CE50-4F6F-8E87-837C9086B426}"/>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5868146" y="5661248"/>
            <a:ext cx="2366645" cy="890270"/>
          </a:xfrm>
          <a:prstGeom prst="rect">
            <a:avLst/>
          </a:prstGeom>
        </p:spPr>
      </p:pic>
      <p:pic>
        <p:nvPicPr>
          <p:cNvPr id="8" name="图片 7">
            <a:extLst>
              <a:ext uri="{FF2B5EF4-FFF2-40B4-BE49-F238E27FC236}">
                <a16:creationId xmlns:a16="http://schemas.microsoft.com/office/drawing/2014/main" id="{D8A7F6DF-6CF9-42CB-8DC9-47E64FB0BB1B}"/>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236053" y="4048778"/>
            <a:ext cx="3222149" cy="1396447"/>
          </a:xfrm>
          <a:prstGeom prst="rect">
            <a:avLst/>
          </a:prstGeom>
          <a:noFill/>
        </p:spPr>
      </p:pic>
    </p:spTree>
    <p:extLst>
      <p:ext uri="{BB962C8B-B14F-4D97-AF65-F5344CB8AC3E}">
        <p14:creationId xmlns:p14="http://schemas.microsoft.com/office/powerpoint/2010/main" val="281556072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B25B04-3E4E-4658-8010-7E7928A556B2}"/>
              </a:ext>
            </a:extLst>
          </p:cNvPr>
          <p:cNvSpPr>
            <a:spLocks noGrp="1"/>
          </p:cNvSpPr>
          <p:nvPr>
            <p:ph type="title"/>
          </p:nvPr>
        </p:nvSpPr>
        <p:spPr/>
        <p:txBody>
          <a:bodyPr/>
          <a:lstStyle/>
          <a:p>
            <a:r>
              <a:rPr lang="zh-CN" altLang="en-US" dirty="0"/>
              <a:t>若干主要数据结构（参考）</a:t>
            </a:r>
          </a:p>
        </p:txBody>
      </p:sp>
      <p:sp>
        <p:nvSpPr>
          <p:cNvPr id="3" name="内容占位符 2">
            <a:extLst>
              <a:ext uri="{FF2B5EF4-FFF2-40B4-BE49-F238E27FC236}">
                <a16:creationId xmlns:a16="http://schemas.microsoft.com/office/drawing/2014/main" id="{4AAC764A-387E-48F0-8745-E59906E4259E}"/>
              </a:ext>
            </a:extLst>
          </p:cNvPr>
          <p:cNvSpPr>
            <a:spLocks noGrp="1"/>
          </p:cNvSpPr>
          <p:nvPr>
            <p:ph idx="1"/>
          </p:nvPr>
        </p:nvSpPr>
        <p:spPr/>
        <p:txBody>
          <a:bodyPr/>
          <a:lstStyle/>
          <a:p>
            <a:r>
              <a:rPr lang="zh-CN" altLang="en-US" dirty="0"/>
              <a:t>数据结构设计</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p:txBody>
      </p:sp>
      <p:sp>
        <p:nvSpPr>
          <p:cNvPr id="4" name="矩形 3">
            <a:extLst>
              <a:ext uri="{FF2B5EF4-FFF2-40B4-BE49-F238E27FC236}">
                <a16:creationId xmlns:a16="http://schemas.microsoft.com/office/drawing/2014/main" id="{1EDBB734-3AC2-4543-BA43-27661BC8F460}"/>
              </a:ext>
            </a:extLst>
          </p:cNvPr>
          <p:cNvSpPr/>
          <p:nvPr/>
        </p:nvSpPr>
        <p:spPr bwMode="auto">
          <a:xfrm>
            <a:off x="1115616" y="2442812"/>
            <a:ext cx="2520280" cy="792088"/>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tx1"/>
                </a:solidFill>
                <a:effectLst/>
                <a:latin typeface="Times New Roman" pitchFamily="18" charset="0"/>
                <a:ea typeface="宋体" pitchFamily="2" charset="-122"/>
              </a:rPr>
              <a:t>数据及其组织</a:t>
            </a:r>
            <a:endParaRPr kumimoji="1" lang="en-US" altLang="zh-CN" sz="2400" b="0" i="0" u="none" strike="noStrike" cap="none" normalizeH="0" baseline="0" dirty="0">
              <a:ln>
                <a:noFill/>
              </a:ln>
              <a:solidFill>
                <a:schemeClr val="tx1"/>
              </a:solidFill>
              <a:effectLst/>
              <a:latin typeface="Times New Roman" pitchFamily="18" charset="0"/>
              <a:ea typeface="宋体" pitchFamily="2" charset="-122"/>
            </a:endParaRPr>
          </a:p>
          <a:p>
            <a:pPr marL="0" marR="0" indent="0" algn="ctr" defTabSz="914400" rtl="0" eaLnBrk="1" fontAlgn="base" latinLnBrk="0" hangingPunct="1">
              <a:lnSpc>
                <a:spcPct val="100000"/>
              </a:lnSpc>
              <a:spcBef>
                <a:spcPct val="0"/>
              </a:spcBef>
              <a:spcAft>
                <a:spcPct val="0"/>
              </a:spcAft>
              <a:buClrTx/>
              <a:buSzTx/>
              <a:buFontTx/>
              <a:buNone/>
              <a:tabLst/>
            </a:pPr>
            <a:r>
              <a:rPr lang="zh-CN" altLang="en-US" dirty="0"/>
              <a:t>（数据结构）</a:t>
            </a:r>
            <a:endParaRPr kumimoji="1" lang="zh-CN" altLang="en-US" sz="2400" b="0" i="0" u="none" strike="noStrike" cap="none" normalizeH="0" baseline="0" dirty="0">
              <a:ln>
                <a:noFill/>
              </a:ln>
              <a:solidFill>
                <a:schemeClr val="tx1"/>
              </a:solidFill>
              <a:effectLst/>
              <a:latin typeface="Times New Roman" pitchFamily="18" charset="0"/>
              <a:ea typeface="宋体" pitchFamily="2" charset="-122"/>
            </a:endParaRPr>
          </a:p>
        </p:txBody>
      </p:sp>
      <p:sp>
        <p:nvSpPr>
          <p:cNvPr id="5" name="矩形 4">
            <a:extLst>
              <a:ext uri="{FF2B5EF4-FFF2-40B4-BE49-F238E27FC236}">
                <a16:creationId xmlns:a16="http://schemas.microsoft.com/office/drawing/2014/main" id="{62C6939F-DA69-43C0-9262-EF711E3615D2}"/>
              </a:ext>
            </a:extLst>
          </p:cNvPr>
          <p:cNvSpPr/>
          <p:nvPr/>
        </p:nvSpPr>
        <p:spPr bwMode="auto">
          <a:xfrm>
            <a:off x="4932040" y="2442812"/>
            <a:ext cx="2376264" cy="792088"/>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tx1"/>
                </a:solidFill>
                <a:effectLst/>
                <a:latin typeface="Times New Roman" pitchFamily="18" charset="0"/>
                <a:ea typeface="宋体" pitchFamily="2" charset="-122"/>
              </a:rPr>
              <a:t>在这些数据上需要执行的操作</a:t>
            </a:r>
          </a:p>
        </p:txBody>
      </p:sp>
      <p:sp>
        <p:nvSpPr>
          <p:cNvPr id="9" name="箭头: 左右 8">
            <a:extLst>
              <a:ext uri="{FF2B5EF4-FFF2-40B4-BE49-F238E27FC236}">
                <a16:creationId xmlns:a16="http://schemas.microsoft.com/office/drawing/2014/main" id="{FF5F8C2D-FE62-4B2D-9274-F2A7A2B2A9C5}"/>
              </a:ext>
            </a:extLst>
          </p:cNvPr>
          <p:cNvSpPr/>
          <p:nvPr/>
        </p:nvSpPr>
        <p:spPr bwMode="auto">
          <a:xfrm>
            <a:off x="3923928" y="2658836"/>
            <a:ext cx="648072" cy="288032"/>
          </a:xfrm>
          <a:prstGeom prst="lef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12" name="文本框 11">
            <a:extLst>
              <a:ext uri="{FF2B5EF4-FFF2-40B4-BE49-F238E27FC236}">
                <a16:creationId xmlns:a16="http://schemas.microsoft.com/office/drawing/2014/main" id="{355804BF-7A6F-45CD-B4F3-DD143CF7E7F8}"/>
              </a:ext>
            </a:extLst>
          </p:cNvPr>
          <p:cNvSpPr txBox="1"/>
          <p:nvPr/>
        </p:nvSpPr>
        <p:spPr>
          <a:xfrm>
            <a:off x="3815916" y="1735025"/>
            <a:ext cx="936104" cy="830997"/>
          </a:xfrm>
          <a:prstGeom prst="rect">
            <a:avLst/>
          </a:prstGeom>
          <a:noFill/>
        </p:spPr>
        <p:txBody>
          <a:bodyPr wrap="square" rtlCol="0">
            <a:spAutoFit/>
          </a:bodyPr>
          <a:lstStyle/>
          <a:p>
            <a:r>
              <a:rPr lang="zh-CN" altLang="en-US" dirty="0"/>
              <a:t>反复优化</a:t>
            </a:r>
          </a:p>
        </p:txBody>
      </p:sp>
      <p:sp>
        <p:nvSpPr>
          <p:cNvPr id="13" name="文本框 12">
            <a:extLst>
              <a:ext uri="{FF2B5EF4-FFF2-40B4-BE49-F238E27FC236}">
                <a16:creationId xmlns:a16="http://schemas.microsoft.com/office/drawing/2014/main" id="{08816E9E-F0F4-4112-8F8E-C949C96F2473}"/>
              </a:ext>
            </a:extLst>
          </p:cNvPr>
          <p:cNvSpPr txBox="1"/>
          <p:nvPr/>
        </p:nvSpPr>
        <p:spPr>
          <a:xfrm>
            <a:off x="5292080" y="3367828"/>
            <a:ext cx="1728192" cy="400110"/>
          </a:xfrm>
          <a:prstGeom prst="rect">
            <a:avLst/>
          </a:prstGeom>
          <a:noFill/>
        </p:spPr>
        <p:txBody>
          <a:bodyPr wrap="square" rtlCol="0">
            <a:spAutoFit/>
          </a:bodyPr>
          <a:lstStyle/>
          <a:p>
            <a:r>
              <a:rPr lang="zh-CN" altLang="en-US" sz="2000" dirty="0"/>
              <a:t>（提高效率）</a:t>
            </a:r>
          </a:p>
        </p:txBody>
      </p:sp>
      <p:sp>
        <p:nvSpPr>
          <p:cNvPr id="14" name="文本框 13">
            <a:extLst>
              <a:ext uri="{FF2B5EF4-FFF2-40B4-BE49-F238E27FC236}">
                <a16:creationId xmlns:a16="http://schemas.microsoft.com/office/drawing/2014/main" id="{197AB561-2DE0-4CBD-A1A8-BEFDBBF4709F}"/>
              </a:ext>
            </a:extLst>
          </p:cNvPr>
          <p:cNvSpPr txBox="1"/>
          <p:nvPr/>
        </p:nvSpPr>
        <p:spPr>
          <a:xfrm>
            <a:off x="1115616" y="3369186"/>
            <a:ext cx="2664296" cy="707886"/>
          </a:xfrm>
          <a:prstGeom prst="rect">
            <a:avLst/>
          </a:prstGeom>
          <a:noFill/>
        </p:spPr>
        <p:txBody>
          <a:bodyPr wrap="square" rtlCol="0">
            <a:spAutoFit/>
          </a:bodyPr>
          <a:lstStyle/>
          <a:p>
            <a:pPr algn="ctr"/>
            <a:r>
              <a:rPr lang="zh-CN" altLang="en-US" sz="2000" dirty="0"/>
              <a:t>（对库中数据结构的理解和应用）</a:t>
            </a:r>
          </a:p>
        </p:txBody>
      </p:sp>
    </p:spTree>
    <p:extLst>
      <p:ext uri="{BB962C8B-B14F-4D97-AF65-F5344CB8AC3E}">
        <p14:creationId xmlns:p14="http://schemas.microsoft.com/office/powerpoint/2010/main" val="260358215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DF02C9-D02E-46FC-82E4-545EAFB9B34A}"/>
              </a:ext>
            </a:extLst>
          </p:cNvPr>
          <p:cNvSpPr>
            <a:spLocks noGrp="1"/>
          </p:cNvSpPr>
          <p:nvPr>
            <p:ph type="title"/>
          </p:nvPr>
        </p:nvSpPr>
        <p:spPr/>
        <p:txBody>
          <a:bodyPr/>
          <a:lstStyle/>
          <a:p>
            <a:r>
              <a:rPr lang="zh-CN" altLang="en-US" dirty="0"/>
              <a:t>若干主要数据结构（参考）</a:t>
            </a:r>
          </a:p>
        </p:txBody>
      </p:sp>
      <p:sp>
        <p:nvSpPr>
          <p:cNvPr id="3" name="内容占位符 2">
            <a:extLst>
              <a:ext uri="{FF2B5EF4-FFF2-40B4-BE49-F238E27FC236}">
                <a16:creationId xmlns:a16="http://schemas.microsoft.com/office/drawing/2014/main" id="{3D066850-9C11-4D26-AFB3-3A2A96FAFDB4}"/>
              </a:ext>
            </a:extLst>
          </p:cNvPr>
          <p:cNvSpPr>
            <a:spLocks noGrp="1"/>
          </p:cNvSpPr>
          <p:nvPr>
            <p:ph idx="1"/>
          </p:nvPr>
        </p:nvSpPr>
        <p:spPr/>
        <p:txBody>
          <a:bodyPr/>
          <a:lstStyle/>
          <a:p>
            <a:r>
              <a:rPr lang="zh-CN" altLang="en-US" dirty="0"/>
              <a:t>算法实现</a:t>
            </a:r>
            <a:endParaRPr lang="en-US" altLang="zh-CN" dirty="0"/>
          </a:p>
          <a:p>
            <a:pPr lvl="1"/>
            <a:r>
              <a:rPr lang="zh-CN" altLang="en-US" dirty="0"/>
              <a:t>先写伪代码，逐步细化为实际代码</a:t>
            </a:r>
            <a:endParaRPr lang="en-US" altLang="zh-CN" dirty="0"/>
          </a:p>
          <a:p>
            <a:pPr lvl="2"/>
            <a:r>
              <a:rPr lang="zh-CN" altLang="en-US" dirty="0"/>
              <a:t>概念清晰、避免一下子陷入局部细节</a:t>
            </a:r>
            <a:endParaRPr lang="en-US" altLang="zh-CN" dirty="0"/>
          </a:p>
          <a:p>
            <a:pPr lvl="3"/>
            <a:r>
              <a:rPr lang="zh-CN" altLang="en-US" dirty="0"/>
              <a:t>便于进行算法正确性论证</a:t>
            </a:r>
            <a:endParaRPr lang="en-US" altLang="zh-CN" dirty="0"/>
          </a:p>
          <a:p>
            <a:pPr lvl="3"/>
            <a:r>
              <a:rPr lang="zh-CN" altLang="en-US" dirty="0"/>
              <a:t>避免遗漏</a:t>
            </a:r>
            <a:endParaRPr lang="en-US" altLang="zh-CN" dirty="0"/>
          </a:p>
          <a:p>
            <a:pPr lvl="3"/>
            <a:r>
              <a:rPr lang="zh-CN" altLang="en-US" dirty="0"/>
              <a:t>便于修改、调整</a:t>
            </a:r>
            <a:endParaRPr lang="en-US" altLang="zh-CN" dirty="0"/>
          </a:p>
          <a:p>
            <a:pPr lvl="3"/>
            <a:r>
              <a:rPr lang="zh-CN" altLang="en-US" dirty="0"/>
              <a:t>作为实际代码的注释和实验报告的内容。</a:t>
            </a:r>
            <a:endParaRPr lang="en-US" altLang="zh-CN" dirty="0"/>
          </a:p>
          <a:p>
            <a:pPr lvl="1"/>
            <a:r>
              <a:rPr lang="en-US" altLang="zh-CN" dirty="0"/>
              <a:t>AI</a:t>
            </a:r>
            <a:r>
              <a:rPr lang="zh-CN" altLang="en-US" dirty="0"/>
              <a:t>辅助编程场景下</a:t>
            </a:r>
            <a:endParaRPr lang="en-US" altLang="zh-CN" dirty="0"/>
          </a:p>
          <a:p>
            <a:pPr lvl="2"/>
            <a:r>
              <a:rPr lang="zh-CN" altLang="en-US" dirty="0"/>
              <a:t>任务分解</a:t>
            </a:r>
            <a:endParaRPr lang="en-US" altLang="zh-CN" dirty="0"/>
          </a:p>
          <a:p>
            <a:pPr lvl="3"/>
            <a:r>
              <a:rPr lang="zh-CN" altLang="en-US" dirty="0"/>
              <a:t>使用的技术流程符合编译理论的要求以保持通用性</a:t>
            </a:r>
            <a:endParaRPr lang="en-US" altLang="zh-CN" dirty="0"/>
          </a:p>
          <a:p>
            <a:pPr lvl="2"/>
            <a:r>
              <a:rPr lang="zh-CN" altLang="en-US" dirty="0"/>
              <a:t>任务表达</a:t>
            </a:r>
            <a:endParaRPr lang="en-US" altLang="zh-CN" dirty="0"/>
          </a:p>
          <a:p>
            <a:pPr lvl="2"/>
            <a:r>
              <a:rPr lang="zh-CN" altLang="en-US" dirty="0"/>
              <a:t>效果校验</a:t>
            </a:r>
            <a:endParaRPr lang="en-US" altLang="zh-CN" dirty="0"/>
          </a:p>
          <a:p>
            <a:pPr lvl="3"/>
            <a:r>
              <a:rPr lang="zh-CN" altLang="en-US" dirty="0"/>
              <a:t>网上</a:t>
            </a:r>
            <a:r>
              <a:rPr lang="en-US" altLang="zh-CN" dirty="0"/>
              <a:t>c</a:t>
            </a:r>
            <a:r>
              <a:rPr lang="zh-CN" altLang="en-US" dirty="0"/>
              <a:t>代码很多，都可以作为测试对象</a:t>
            </a:r>
            <a:endParaRPr lang="en-US" altLang="zh-CN" dirty="0"/>
          </a:p>
          <a:p>
            <a:endParaRPr lang="zh-CN" altLang="en-US" dirty="0"/>
          </a:p>
        </p:txBody>
      </p:sp>
    </p:spTree>
    <p:extLst>
      <p:ext uri="{BB962C8B-B14F-4D97-AF65-F5344CB8AC3E}">
        <p14:creationId xmlns:p14="http://schemas.microsoft.com/office/powerpoint/2010/main" val="429412062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CE3DD3-635C-4B9E-9618-6C38FD5BD777}"/>
              </a:ext>
            </a:extLst>
          </p:cNvPr>
          <p:cNvSpPr>
            <a:spLocks noGrp="1"/>
          </p:cNvSpPr>
          <p:nvPr>
            <p:ph type="title"/>
          </p:nvPr>
        </p:nvSpPr>
        <p:spPr/>
        <p:txBody>
          <a:bodyPr/>
          <a:lstStyle/>
          <a:p>
            <a:r>
              <a:rPr lang="zh-CN" altLang="en-US" dirty="0"/>
              <a:t>若干主要数据结构（参考）</a:t>
            </a:r>
          </a:p>
        </p:txBody>
      </p:sp>
      <p:sp>
        <p:nvSpPr>
          <p:cNvPr id="3" name="内容占位符 2">
            <a:extLst>
              <a:ext uri="{FF2B5EF4-FFF2-40B4-BE49-F238E27FC236}">
                <a16:creationId xmlns:a16="http://schemas.microsoft.com/office/drawing/2014/main" id="{63C2040D-E0F7-4934-B182-8F22ED88961A}"/>
              </a:ext>
            </a:extLst>
          </p:cNvPr>
          <p:cNvSpPr>
            <a:spLocks noGrp="1"/>
          </p:cNvSpPr>
          <p:nvPr>
            <p:ph idx="1"/>
          </p:nvPr>
        </p:nvSpPr>
        <p:spPr/>
        <p:txBody>
          <a:bodyPr/>
          <a:lstStyle/>
          <a:p>
            <a:r>
              <a:rPr lang="zh-CN" altLang="en-US" dirty="0"/>
              <a:t>设计数据结构存储输入文件第一部分和第三部分的内容</a:t>
            </a:r>
            <a:endParaRPr lang="en-US" altLang="zh-CN" dirty="0"/>
          </a:p>
          <a:p>
            <a:pPr lvl="1"/>
            <a:r>
              <a:rPr lang="zh-CN" altLang="en-US" dirty="0"/>
              <a:t>存储</a:t>
            </a:r>
            <a:r>
              <a:rPr lang="en-US" altLang="zh-CN" dirty="0"/>
              <a:t>Regular Definition</a:t>
            </a:r>
          </a:p>
          <a:p>
            <a:pPr lvl="1"/>
            <a:r>
              <a:rPr lang="zh-CN" altLang="en-US" dirty="0"/>
              <a:t>存储第一个</a:t>
            </a:r>
            <a:r>
              <a:rPr lang="en-US" altLang="zh-CN" dirty="0"/>
              <a:t>%%</a:t>
            </a:r>
            <a:r>
              <a:rPr lang="zh-CN" altLang="en-US" dirty="0"/>
              <a:t>前的其他声明信息</a:t>
            </a:r>
            <a:endParaRPr lang="en-US" altLang="zh-CN" dirty="0"/>
          </a:p>
          <a:p>
            <a:pPr lvl="1"/>
            <a:r>
              <a:rPr lang="zh-CN" altLang="en-US" dirty="0"/>
              <a:t>存储最后一个</a:t>
            </a:r>
            <a:r>
              <a:rPr lang="en-US" altLang="zh-CN" dirty="0"/>
              <a:t>%%</a:t>
            </a:r>
            <a:r>
              <a:rPr lang="zh-CN" altLang="en-US" dirty="0"/>
              <a:t>后的函数体</a:t>
            </a:r>
            <a:endParaRPr lang="en-US" altLang="zh-CN" dirty="0"/>
          </a:p>
          <a:p>
            <a:r>
              <a:rPr lang="zh-CN" altLang="en-US" dirty="0"/>
              <a:t>存储正规表达式和动作的对应关系</a:t>
            </a:r>
            <a:endParaRPr lang="en-US" altLang="zh-CN" dirty="0"/>
          </a:p>
          <a:p>
            <a:pPr marL="457200" lvl="1" indent="0">
              <a:buNone/>
            </a:pPr>
            <a:r>
              <a:rPr lang="en-US" altLang="zh-CN" dirty="0"/>
              <a:t>	typedef struct {</a:t>
            </a:r>
          </a:p>
          <a:p>
            <a:pPr marL="457200" lvl="1" indent="0">
              <a:buNone/>
            </a:pPr>
            <a:r>
              <a:rPr lang="en-US" altLang="zh-CN" dirty="0"/>
              <a:t>		string expr; //RE</a:t>
            </a:r>
          </a:p>
          <a:p>
            <a:pPr marL="457200" lvl="1" indent="0">
              <a:buNone/>
            </a:pPr>
            <a:r>
              <a:rPr lang="en-US" altLang="zh-CN" dirty="0"/>
              <a:t>		string action; //</a:t>
            </a:r>
            <a:r>
              <a:rPr lang="zh-CN" altLang="en-US" dirty="0"/>
              <a:t>对应动作（语句）</a:t>
            </a:r>
          </a:p>
          <a:p>
            <a:pPr marL="457200" lvl="1" indent="0">
              <a:buNone/>
            </a:pPr>
            <a:r>
              <a:rPr lang="en-US" altLang="zh-CN" dirty="0"/>
              <a:t>	} Rule;</a:t>
            </a:r>
          </a:p>
        </p:txBody>
      </p:sp>
    </p:spTree>
    <p:extLst>
      <p:ext uri="{BB962C8B-B14F-4D97-AF65-F5344CB8AC3E}">
        <p14:creationId xmlns:p14="http://schemas.microsoft.com/office/powerpoint/2010/main" val="3094938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4F3E9B-F02D-42BF-87C2-0162AA54D71A}"/>
              </a:ext>
            </a:extLst>
          </p:cNvPr>
          <p:cNvSpPr>
            <a:spLocks noGrp="1"/>
          </p:cNvSpPr>
          <p:nvPr>
            <p:ph type="title"/>
          </p:nvPr>
        </p:nvSpPr>
        <p:spPr/>
        <p:txBody>
          <a:bodyPr/>
          <a:lstStyle/>
          <a:p>
            <a:r>
              <a:rPr lang="zh-CN" altLang="en-US" dirty="0"/>
              <a:t>若干主要数据结构（参考）</a:t>
            </a:r>
          </a:p>
        </p:txBody>
      </p:sp>
      <p:sp>
        <p:nvSpPr>
          <p:cNvPr id="3" name="内容占位符 2">
            <a:extLst>
              <a:ext uri="{FF2B5EF4-FFF2-40B4-BE49-F238E27FC236}">
                <a16:creationId xmlns:a16="http://schemas.microsoft.com/office/drawing/2014/main" id="{104A584F-81AB-45D2-AFD9-F521799FF74B}"/>
              </a:ext>
            </a:extLst>
          </p:cNvPr>
          <p:cNvSpPr>
            <a:spLocks noGrp="1"/>
          </p:cNvSpPr>
          <p:nvPr>
            <p:ph idx="1"/>
          </p:nvPr>
        </p:nvSpPr>
        <p:spPr/>
        <p:txBody>
          <a:bodyPr/>
          <a:lstStyle/>
          <a:p>
            <a:r>
              <a:rPr lang="en-US" altLang="zh-CN" dirty="0"/>
              <a:t>NFA</a:t>
            </a:r>
            <a:r>
              <a:rPr lang="zh-CN" altLang="en-US" dirty="0"/>
              <a:t>状态</a:t>
            </a:r>
            <a:endParaRPr lang="en-US" altLang="zh-CN" dirty="0"/>
          </a:p>
          <a:p>
            <a:pPr lvl="1"/>
            <a:r>
              <a:rPr lang="zh-CN" altLang="en-US" dirty="0"/>
              <a:t>存储</a:t>
            </a:r>
            <a:r>
              <a:rPr lang="en-US" altLang="zh-CN" dirty="0"/>
              <a:t>NFA</a:t>
            </a:r>
            <a:r>
              <a:rPr lang="zh-CN" altLang="en-US" dirty="0"/>
              <a:t>状态的编号和出边（</a:t>
            </a:r>
            <a:r>
              <a:rPr lang="en-US" altLang="zh-CN" sz="1800" b="0" i="0" dirty="0">
                <a:solidFill>
                  <a:srgbClr val="000000"/>
                </a:solidFill>
                <a:effectLst/>
                <a:latin typeface="Consolas" panose="020B0609020204030204" pitchFamily="49" charset="0"/>
              </a:rPr>
              <a:t> </a:t>
            </a:r>
            <a:r>
              <a:rPr lang="en-US" altLang="zh-CN" sz="1800" b="0" i="0" dirty="0" err="1">
                <a:solidFill>
                  <a:srgbClr val="000000"/>
                </a:solidFill>
                <a:effectLst/>
                <a:latin typeface="Consolas" panose="020B0609020204030204" pitchFamily="49" charset="0"/>
              </a:rPr>
              <a:t>unorder_mulitmap</a:t>
            </a:r>
            <a:r>
              <a:rPr lang="en-US" altLang="zh-CN" dirty="0"/>
              <a:t> </a:t>
            </a:r>
            <a:br>
              <a:rPr lang="en-US" altLang="zh-CN" dirty="0"/>
            </a:br>
            <a:r>
              <a:rPr lang="en-US" altLang="zh-CN" dirty="0"/>
              <a:t> </a:t>
            </a:r>
            <a:r>
              <a:rPr lang="zh-CN" altLang="en-US" dirty="0"/>
              <a:t>）。</a:t>
            </a:r>
            <a:endParaRPr lang="en-US" altLang="zh-CN" dirty="0"/>
          </a:p>
          <a:p>
            <a:pPr lvl="1"/>
            <a:r>
              <a:rPr lang="zh-CN" altLang="en-US" dirty="0"/>
              <a:t>是否是接受状态。</a:t>
            </a:r>
            <a:endParaRPr lang="en-US" altLang="zh-CN" dirty="0"/>
          </a:p>
          <a:p>
            <a:r>
              <a:rPr lang="en-US" altLang="zh-CN" dirty="0"/>
              <a:t>NFA</a:t>
            </a:r>
          </a:p>
          <a:p>
            <a:pPr lvl="1"/>
            <a:r>
              <a:rPr lang="zh-CN" altLang="en-US" dirty="0"/>
              <a:t>初始状态。</a:t>
            </a:r>
            <a:endParaRPr lang="en-US" altLang="zh-CN" dirty="0"/>
          </a:p>
          <a:p>
            <a:pPr lvl="1"/>
            <a:r>
              <a:rPr lang="zh-CN" altLang="en-US" dirty="0"/>
              <a:t>接受状态以及接受状态对应的正规式或动作。</a:t>
            </a:r>
            <a:endParaRPr lang="en-US" altLang="zh-CN" dirty="0"/>
          </a:p>
          <a:p>
            <a:r>
              <a:rPr lang="en-US" altLang="zh-CN" dirty="0"/>
              <a:t>NFA</a:t>
            </a:r>
            <a:r>
              <a:rPr lang="zh-CN" altLang="en-US" dirty="0"/>
              <a:t>上的主要操作</a:t>
            </a:r>
            <a:endParaRPr lang="en-US" altLang="zh-CN" dirty="0"/>
          </a:p>
          <a:p>
            <a:pPr lvl="1"/>
            <a:r>
              <a:rPr lang="zh-CN" altLang="en-US" dirty="0"/>
              <a:t>合并</a:t>
            </a:r>
            <a:endParaRPr lang="en-US" altLang="zh-CN" dirty="0"/>
          </a:p>
          <a:p>
            <a:pPr lvl="2"/>
            <a:r>
              <a:rPr lang="zh-CN" altLang="en-US" dirty="0"/>
              <a:t>用一个新的开始节点通过</a:t>
            </a:r>
            <a:r>
              <a:rPr lang="en-US" altLang="zh-CN" dirty="0"/>
              <a:t>epsilon</a:t>
            </a:r>
            <a:r>
              <a:rPr lang="zh-CN" altLang="en-US" dirty="0"/>
              <a:t>边连接各</a:t>
            </a:r>
            <a:r>
              <a:rPr lang="en-US" altLang="zh-CN" dirty="0"/>
              <a:t>NFA</a:t>
            </a:r>
            <a:r>
              <a:rPr lang="zh-CN" altLang="en-US" dirty="0"/>
              <a:t>的开始节点</a:t>
            </a:r>
            <a:endParaRPr lang="en-US" altLang="zh-CN" dirty="0"/>
          </a:p>
          <a:p>
            <a:pPr lvl="2"/>
            <a:r>
              <a:rPr lang="zh-CN" altLang="en-US" dirty="0"/>
              <a:t>二叉</a:t>
            </a:r>
            <a:endParaRPr lang="en-US" altLang="zh-CN" dirty="0"/>
          </a:p>
          <a:p>
            <a:pPr lvl="2"/>
            <a:r>
              <a:rPr lang="zh-CN" altLang="en-US" dirty="0"/>
              <a:t>多叉</a:t>
            </a:r>
            <a:endParaRPr lang="en-US" altLang="zh-CN" dirty="0"/>
          </a:p>
          <a:p>
            <a:pPr lvl="1"/>
            <a:r>
              <a:rPr lang="zh-CN" altLang="en-US" dirty="0"/>
              <a:t>遍历</a:t>
            </a:r>
          </a:p>
          <a:p>
            <a:endParaRPr lang="zh-CN" altLang="en-US" dirty="0"/>
          </a:p>
          <a:p>
            <a:endParaRPr lang="zh-CN" altLang="en-US" dirty="0"/>
          </a:p>
        </p:txBody>
      </p:sp>
    </p:spTree>
    <p:extLst>
      <p:ext uri="{BB962C8B-B14F-4D97-AF65-F5344CB8AC3E}">
        <p14:creationId xmlns:p14="http://schemas.microsoft.com/office/powerpoint/2010/main" val="134764591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2939F2-0619-49B3-99CC-2F888470D196}"/>
              </a:ext>
            </a:extLst>
          </p:cNvPr>
          <p:cNvSpPr>
            <a:spLocks noGrp="1"/>
          </p:cNvSpPr>
          <p:nvPr>
            <p:ph type="title"/>
          </p:nvPr>
        </p:nvSpPr>
        <p:spPr/>
        <p:txBody>
          <a:bodyPr/>
          <a:lstStyle/>
          <a:p>
            <a:r>
              <a:rPr lang="zh-CN" altLang="en-US" dirty="0"/>
              <a:t>若干主要数据结构（参考）</a:t>
            </a:r>
          </a:p>
        </p:txBody>
      </p:sp>
      <p:sp>
        <p:nvSpPr>
          <p:cNvPr id="3" name="内容占位符 2">
            <a:extLst>
              <a:ext uri="{FF2B5EF4-FFF2-40B4-BE49-F238E27FC236}">
                <a16:creationId xmlns:a16="http://schemas.microsoft.com/office/drawing/2014/main" id="{8ADB011F-0F9E-4C6C-A859-A0168A0E6A0B}"/>
              </a:ext>
            </a:extLst>
          </p:cNvPr>
          <p:cNvSpPr>
            <a:spLocks noGrp="1"/>
          </p:cNvSpPr>
          <p:nvPr>
            <p:ph idx="1"/>
          </p:nvPr>
        </p:nvSpPr>
        <p:spPr/>
        <p:txBody>
          <a:bodyPr/>
          <a:lstStyle/>
          <a:p>
            <a:r>
              <a:rPr lang="en-US" altLang="zh-CN" dirty="0"/>
              <a:t>DFA</a:t>
            </a:r>
            <a:r>
              <a:rPr lang="zh-CN" altLang="en-US" dirty="0"/>
              <a:t>状态</a:t>
            </a:r>
            <a:endParaRPr lang="en-US" altLang="zh-CN" dirty="0"/>
          </a:p>
          <a:p>
            <a:pPr lvl="1"/>
            <a:r>
              <a:rPr lang="en-US" altLang="zh-CN" dirty="0"/>
              <a:t>……</a:t>
            </a:r>
          </a:p>
          <a:p>
            <a:pPr lvl="1"/>
            <a:r>
              <a:rPr lang="zh-CN" altLang="en-US" dirty="0"/>
              <a:t>所对应的</a:t>
            </a:r>
            <a:r>
              <a:rPr lang="en-US" altLang="zh-CN" dirty="0"/>
              <a:t>NFA</a:t>
            </a:r>
            <a:r>
              <a:rPr lang="zh-CN" altLang="en-US" dirty="0"/>
              <a:t>的状态集合（</a:t>
            </a:r>
            <a:r>
              <a:rPr lang="en-US" altLang="zh-CN" sz="1800" b="0" i="0" dirty="0" err="1">
                <a:solidFill>
                  <a:srgbClr val="000000"/>
                </a:solidFill>
                <a:effectLst/>
                <a:latin typeface="Consolas" panose="020B0609020204030204" pitchFamily="49" charset="0"/>
              </a:rPr>
              <a:t>unordered_set</a:t>
            </a:r>
            <a:r>
              <a:rPr lang="en-US" altLang="zh-CN" dirty="0"/>
              <a:t> </a:t>
            </a:r>
            <a:br>
              <a:rPr lang="en-US" altLang="zh-CN" dirty="0"/>
            </a:br>
            <a:r>
              <a:rPr lang="zh-CN" altLang="en-US" dirty="0"/>
              <a:t>？）</a:t>
            </a:r>
            <a:endParaRPr lang="en-US" altLang="zh-CN" dirty="0"/>
          </a:p>
          <a:p>
            <a:r>
              <a:rPr lang="en-US" altLang="zh-CN" dirty="0"/>
              <a:t>DFA</a:t>
            </a:r>
          </a:p>
          <a:p>
            <a:pPr lvl="1"/>
            <a:r>
              <a:rPr lang="zh-CN" altLang="en-US" dirty="0"/>
              <a:t>初始状态</a:t>
            </a:r>
            <a:endParaRPr lang="en-US" altLang="zh-CN" dirty="0"/>
          </a:p>
          <a:p>
            <a:r>
              <a:rPr lang="zh-CN" altLang="en-US" dirty="0"/>
              <a:t>主要操作：</a:t>
            </a:r>
            <a:endParaRPr lang="en-US" altLang="zh-CN" dirty="0"/>
          </a:p>
          <a:p>
            <a:pPr lvl="1"/>
            <a:r>
              <a:rPr lang="zh-CN" altLang="en-US" dirty="0"/>
              <a:t>判断新生成的</a:t>
            </a:r>
            <a:r>
              <a:rPr lang="en-US" altLang="zh-CN" dirty="0"/>
              <a:t>DFA</a:t>
            </a:r>
            <a:r>
              <a:rPr lang="zh-CN" altLang="en-US" dirty="0"/>
              <a:t>状态所对应的</a:t>
            </a:r>
            <a:r>
              <a:rPr lang="en-US" altLang="zh-CN" dirty="0"/>
              <a:t>NFA</a:t>
            </a:r>
            <a:r>
              <a:rPr lang="zh-CN" altLang="en-US" dirty="0"/>
              <a:t>的状态集是否已经出现过。</a:t>
            </a:r>
            <a:endParaRPr lang="en-US" altLang="zh-CN" dirty="0"/>
          </a:p>
          <a:p>
            <a:pPr lvl="2"/>
            <a:r>
              <a:rPr lang="zh-CN" altLang="en-US" dirty="0"/>
              <a:t>通过什么样的数据结构快速获取已经生成的</a:t>
            </a:r>
            <a:r>
              <a:rPr lang="en-US" altLang="zh-CN" dirty="0"/>
              <a:t>DFA</a:t>
            </a:r>
            <a:r>
              <a:rPr lang="zh-CN" altLang="en-US" dirty="0"/>
              <a:t>？</a:t>
            </a:r>
            <a:endParaRPr lang="en-US" altLang="zh-CN" dirty="0"/>
          </a:p>
          <a:p>
            <a:pPr lvl="2"/>
            <a:r>
              <a:rPr lang="zh-CN" altLang="en-US" dirty="0"/>
              <a:t>如何加快</a:t>
            </a:r>
            <a:r>
              <a:rPr lang="en-US" altLang="zh-CN" dirty="0"/>
              <a:t>NFA</a:t>
            </a:r>
            <a:r>
              <a:rPr lang="zh-CN" altLang="en-US" dirty="0"/>
              <a:t>集合的比较速度？</a:t>
            </a:r>
            <a:endParaRPr lang="en-US" altLang="zh-CN" dirty="0"/>
          </a:p>
          <a:p>
            <a:pPr lvl="1"/>
            <a:r>
              <a:rPr lang="zh-CN" altLang="en-US" dirty="0"/>
              <a:t>判断接收状态所对应的操作</a:t>
            </a:r>
            <a:endParaRPr lang="en-US" altLang="zh-CN" dirty="0"/>
          </a:p>
          <a:p>
            <a:pPr lvl="2"/>
            <a:r>
              <a:rPr lang="zh-CN" altLang="en-US" dirty="0"/>
              <a:t>一个</a:t>
            </a:r>
            <a:r>
              <a:rPr lang="en-US" altLang="zh-CN" dirty="0"/>
              <a:t>DFA</a:t>
            </a:r>
            <a:r>
              <a:rPr lang="zh-CN" altLang="en-US" dirty="0"/>
              <a:t>状态对应的</a:t>
            </a:r>
            <a:r>
              <a:rPr lang="en-US" altLang="zh-CN" dirty="0"/>
              <a:t>NFA</a:t>
            </a:r>
            <a:r>
              <a:rPr lang="zh-CN" altLang="en-US" dirty="0"/>
              <a:t>状态集中，如果包含多个</a:t>
            </a:r>
            <a:r>
              <a:rPr lang="en-US" altLang="zh-CN" dirty="0"/>
              <a:t>NFA</a:t>
            </a:r>
            <a:r>
              <a:rPr lang="zh-CN" altLang="en-US" dirty="0"/>
              <a:t>接收状态，那么应该执行哪个动作？</a:t>
            </a:r>
          </a:p>
        </p:txBody>
      </p:sp>
    </p:spTree>
    <p:extLst>
      <p:ext uri="{BB962C8B-B14F-4D97-AF65-F5344CB8AC3E}">
        <p14:creationId xmlns:p14="http://schemas.microsoft.com/office/powerpoint/2010/main" val="387785919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6D4CCF5-FE97-4C19-A871-77B7CC3A7D2D}"/>
              </a:ext>
            </a:extLst>
          </p:cNvPr>
          <p:cNvSpPr>
            <a:spLocks noGrp="1"/>
          </p:cNvSpPr>
          <p:nvPr>
            <p:ph type="title"/>
          </p:nvPr>
        </p:nvSpPr>
        <p:spPr/>
        <p:txBody>
          <a:bodyPr/>
          <a:lstStyle/>
          <a:p>
            <a:r>
              <a:rPr lang="zh-CN" altLang="en-US" dirty="0"/>
              <a:t>若干主要数据结构（参考）</a:t>
            </a:r>
          </a:p>
        </p:txBody>
      </p:sp>
      <p:sp>
        <p:nvSpPr>
          <p:cNvPr id="3" name="内容占位符 2">
            <a:extLst>
              <a:ext uri="{FF2B5EF4-FFF2-40B4-BE49-F238E27FC236}">
                <a16:creationId xmlns:a16="http://schemas.microsoft.com/office/drawing/2014/main" id="{45BEAA7D-12A4-4D75-8CA7-9F0BBDED962A}"/>
              </a:ext>
            </a:extLst>
          </p:cNvPr>
          <p:cNvSpPr>
            <a:spLocks noGrp="1"/>
          </p:cNvSpPr>
          <p:nvPr>
            <p:ph idx="1"/>
          </p:nvPr>
        </p:nvSpPr>
        <p:spPr/>
        <p:txBody>
          <a:bodyPr/>
          <a:lstStyle/>
          <a:p>
            <a:r>
              <a:rPr lang="zh-CN" altLang="en-US" dirty="0"/>
              <a:t>最小化</a:t>
            </a:r>
            <a:endParaRPr lang="en-US" altLang="zh-CN" dirty="0"/>
          </a:p>
          <a:p>
            <a:pPr lvl="1"/>
            <a:r>
              <a:rPr lang="zh-CN" altLang="en-US" dirty="0"/>
              <a:t>大步骤通过小步骤实现，每个小步骤实现一次拆分</a:t>
            </a:r>
            <a:endParaRPr lang="en-US" altLang="zh-CN" dirty="0"/>
          </a:p>
          <a:p>
            <a:pPr lvl="1"/>
            <a:r>
              <a:rPr lang="zh-CN" altLang="en-US" dirty="0"/>
              <a:t>建立数据结构表达等价类，记录状态到等价类的映射关系。</a:t>
            </a:r>
            <a:endParaRPr lang="en-US" altLang="zh-CN" dirty="0"/>
          </a:p>
          <a:p>
            <a:pPr lvl="1"/>
            <a:r>
              <a:rPr lang="zh-CN" altLang="en-US" dirty="0"/>
              <a:t>从源状态出发，选择一个字符，将一个</a:t>
            </a:r>
            <a:r>
              <a:rPr lang="en-US" altLang="zh-CN" dirty="0"/>
              <a:t>DFA</a:t>
            </a:r>
            <a:r>
              <a:rPr lang="zh-CN" altLang="en-US" dirty="0"/>
              <a:t>状态集合（等价类）拆分成多个状态集合</a:t>
            </a:r>
            <a:endParaRPr lang="en-US" altLang="zh-CN" dirty="0"/>
          </a:p>
          <a:p>
            <a:pPr lvl="2"/>
            <a:r>
              <a:rPr lang="zh-CN" altLang="en-US" dirty="0"/>
              <a:t>记录状态与变迁后的等价类的映射关系。</a:t>
            </a:r>
            <a:endParaRPr lang="en-US" altLang="zh-CN" dirty="0"/>
          </a:p>
          <a:p>
            <a:pPr lvl="1"/>
            <a:r>
              <a:rPr lang="zh-CN" altLang="en-US" dirty="0"/>
              <a:t>从目标状态所在的等价类出发，看看各等价类中有哪些状态可以到达该目标等价类。</a:t>
            </a:r>
            <a:endParaRPr lang="en-US" altLang="zh-CN" dirty="0"/>
          </a:p>
          <a:p>
            <a:pPr lvl="2"/>
            <a:r>
              <a:rPr lang="zh-CN" altLang="en-US" dirty="0"/>
              <a:t>需要建立方便查找前状态的数据结构。</a:t>
            </a:r>
            <a:endParaRPr lang="en-US" altLang="zh-CN" dirty="0"/>
          </a:p>
          <a:p>
            <a:pPr lvl="1"/>
            <a:r>
              <a:rPr lang="zh-CN" altLang="en-US" dirty="0"/>
              <a:t>最小化后，实现等价状态的合并。</a:t>
            </a:r>
            <a:endParaRPr lang="en-US" altLang="zh-CN" dirty="0"/>
          </a:p>
          <a:p>
            <a:pPr lvl="2"/>
            <a:r>
              <a:rPr lang="zh-CN" altLang="en-US" dirty="0"/>
              <a:t>数据结构应该能表达等价类到该类内状态的映射</a:t>
            </a:r>
            <a:endParaRPr lang="en-US" altLang="zh-CN" dirty="0"/>
          </a:p>
          <a:p>
            <a:pPr lvl="2"/>
            <a:r>
              <a:rPr lang="zh-CN" altLang="en-US" dirty="0"/>
              <a:t>建立新的状态（或选一个旧状态作为代表）</a:t>
            </a:r>
            <a:endParaRPr lang="en-US" altLang="zh-CN" dirty="0"/>
          </a:p>
          <a:p>
            <a:pPr lvl="2"/>
            <a:r>
              <a:rPr lang="zh-CN" altLang="en-US" dirty="0"/>
              <a:t>合并输入边、合并输出边</a:t>
            </a:r>
          </a:p>
        </p:txBody>
      </p:sp>
    </p:spTree>
    <p:extLst>
      <p:ext uri="{BB962C8B-B14F-4D97-AF65-F5344CB8AC3E}">
        <p14:creationId xmlns:p14="http://schemas.microsoft.com/office/powerpoint/2010/main" val="382730437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98BAEA-C648-4BD5-90C8-F2D9202B6958}"/>
              </a:ext>
            </a:extLst>
          </p:cNvPr>
          <p:cNvSpPr>
            <a:spLocks noGrp="1"/>
          </p:cNvSpPr>
          <p:nvPr>
            <p:ph type="title"/>
          </p:nvPr>
        </p:nvSpPr>
        <p:spPr/>
        <p:txBody>
          <a:bodyPr/>
          <a:lstStyle/>
          <a:p>
            <a:r>
              <a:rPr lang="zh-CN" altLang="en-US" dirty="0"/>
              <a:t>若干主要数据结构（参考）</a:t>
            </a:r>
          </a:p>
        </p:txBody>
      </p:sp>
      <p:sp>
        <p:nvSpPr>
          <p:cNvPr id="3" name="内容占位符 2">
            <a:extLst>
              <a:ext uri="{FF2B5EF4-FFF2-40B4-BE49-F238E27FC236}">
                <a16:creationId xmlns:a16="http://schemas.microsoft.com/office/drawing/2014/main" id="{58C2DA8C-A9C7-4FE5-B659-5E6142BAF776}"/>
              </a:ext>
            </a:extLst>
          </p:cNvPr>
          <p:cNvSpPr>
            <a:spLocks noGrp="1"/>
          </p:cNvSpPr>
          <p:nvPr>
            <p:ph idx="1"/>
          </p:nvPr>
        </p:nvSpPr>
        <p:spPr/>
        <p:txBody>
          <a:bodyPr/>
          <a:lstStyle/>
          <a:p>
            <a:r>
              <a:rPr lang="zh-CN" altLang="en-US" dirty="0"/>
              <a:t>词法分析程序生成过程中所涉及的数据结构</a:t>
            </a:r>
            <a:endParaRPr lang="en-US" altLang="zh-CN" dirty="0"/>
          </a:p>
          <a:p>
            <a:pPr lvl="1"/>
            <a:r>
              <a:rPr lang="zh-CN" altLang="en-US" dirty="0"/>
              <a:t>识别结果的返回</a:t>
            </a:r>
            <a:endParaRPr lang="en-US" altLang="zh-CN" dirty="0"/>
          </a:p>
          <a:p>
            <a:pPr lvl="1"/>
            <a:r>
              <a:rPr lang="zh-CN" altLang="en-US" dirty="0"/>
              <a:t>实现最长匹配（可能需要回退）</a:t>
            </a:r>
            <a:endParaRPr lang="en-US" altLang="zh-CN" dirty="0"/>
          </a:p>
          <a:p>
            <a:pPr lvl="2"/>
            <a:r>
              <a:rPr lang="zh-CN" altLang="en-US" dirty="0"/>
              <a:t>记录历史上最近的接受状态</a:t>
            </a:r>
            <a:endParaRPr lang="en-US" altLang="zh-CN" dirty="0"/>
          </a:p>
          <a:p>
            <a:pPr lvl="1"/>
            <a:r>
              <a:rPr lang="en-US" altLang="zh-CN" dirty="0"/>
              <a:t>……</a:t>
            </a:r>
          </a:p>
          <a:p>
            <a:pPr lvl="1"/>
            <a:endParaRPr lang="zh-CN" altLang="en-US" dirty="0"/>
          </a:p>
        </p:txBody>
      </p:sp>
    </p:spTree>
    <p:extLst>
      <p:ext uri="{BB962C8B-B14F-4D97-AF65-F5344CB8AC3E}">
        <p14:creationId xmlns:p14="http://schemas.microsoft.com/office/powerpoint/2010/main" val="123568991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773B777-6BC2-4409-A4E6-159A3AA8D410}"/>
              </a:ext>
            </a:extLst>
          </p:cNvPr>
          <p:cNvSpPr>
            <a:spLocks noGrp="1"/>
          </p:cNvSpPr>
          <p:nvPr>
            <p:ph type="title"/>
          </p:nvPr>
        </p:nvSpPr>
        <p:spPr/>
        <p:txBody>
          <a:bodyPr/>
          <a:lstStyle/>
          <a:p>
            <a:r>
              <a:rPr lang="zh-CN" altLang="en-US" dirty="0"/>
              <a:t>算符优先分析法</a:t>
            </a:r>
          </a:p>
        </p:txBody>
      </p:sp>
      <p:sp>
        <p:nvSpPr>
          <p:cNvPr id="3" name="内容占位符 2">
            <a:extLst>
              <a:ext uri="{FF2B5EF4-FFF2-40B4-BE49-F238E27FC236}">
                <a16:creationId xmlns:a16="http://schemas.microsoft.com/office/drawing/2014/main" id="{72E68A2B-A431-47FD-9230-8C6AFBC8E754}"/>
              </a:ext>
            </a:extLst>
          </p:cNvPr>
          <p:cNvSpPr>
            <a:spLocks noGrp="1"/>
          </p:cNvSpPr>
          <p:nvPr>
            <p:ph idx="1"/>
          </p:nvPr>
        </p:nvSpPr>
        <p:spPr/>
        <p:txBody>
          <a:bodyPr/>
          <a:lstStyle/>
          <a:p>
            <a:r>
              <a:rPr lang="zh-CN" altLang="en-US" dirty="0"/>
              <a:t>作用</a:t>
            </a:r>
            <a:endParaRPr lang="en-US" altLang="zh-CN" dirty="0"/>
          </a:p>
          <a:p>
            <a:pPr lvl="1"/>
            <a:r>
              <a:rPr lang="zh-CN" altLang="en-US" dirty="0"/>
              <a:t>确定运算符对应的操作数</a:t>
            </a:r>
            <a:endParaRPr lang="en-US" altLang="zh-CN" dirty="0"/>
          </a:p>
          <a:p>
            <a:pPr lvl="2"/>
            <a:r>
              <a:rPr lang="zh-CN" altLang="en-US" dirty="0"/>
              <a:t>包括</a:t>
            </a:r>
            <a:r>
              <a:rPr lang="en-US" altLang="zh-CN" dirty="0"/>
              <a:t>( )</a:t>
            </a:r>
            <a:r>
              <a:rPr lang="zh-CN" altLang="en-US" dirty="0"/>
              <a:t>、</a:t>
            </a:r>
            <a:r>
              <a:rPr lang="en-US" altLang="zh-CN" dirty="0"/>
              <a:t>[ ]</a:t>
            </a:r>
            <a:r>
              <a:rPr lang="zh-CN" altLang="en-US" dirty="0"/>
              <a:t>、</a:t>
            </a:r>
            <a:r>
              <a:rPr lang="en-US" altLang="zh-CN" dirty="0"/>
              <a:t>{ }</a:t>
            </a:r>
            <a:r>
              <a:rPr lang="zh-CN" altLang="en-US" dirty="0"/>
              <a:t>等定界符的作用范围。</a:t>
            </a:r>
            <a:endParaRPr lang="en-US" altLang="zh-CN" dirty="0"/>
          </a:p>
          <a:p>
            <a:pPr lvl="1"/>
            <a:endParaRPr lang="zh-CN" altLang="en-US" dirty="0"/>
          </a:p>
        </p:txBody>
      </p:sp>
    </p:spTree>
    <p:extLst>
      <p:ext uri="{BB962C8B-B14F-4D97-AF65-F5344CB8AC3E}">
        <p14:creationId xmlns:p14="http://schemas.microsoft.com/office/powerpoint/2010/main" val="232127670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7850F4-86EF-41F4-9C3D-EA2DA61147F9}"/>
              </a:ext>
            </a:extLst>
          </p:cNvPr>
          <p:cNvSpPr>
            <a:spLocks noGrp="1"/>
          </p:cNvSpPr>
          <p:nvPr>
            <p:ph type="title"/>
          </p:nvPr>
        </p:nvSpPr>
        <p:spPr/>
        <p:txBody>
          <a:bodyPr/>
          <a:lstStyle/>
          <a:p>
            <a:r>
              <a:rPr lang="zh-CN" altLang="en-US" dirty="0"/>
              <a:t>算符优先分析法</a:t>
            </a:r>
          </a:p>
        </p:txBody>
      </p:sp>
      <p:sp>
        <p:nvSpPr>
          <p:cNvPr id="3" name="内容占位符 2">
            <a:extLst>
              <a:ext uri="{FF2B5EF4-FFF2-40B4-BE49-F238E27FC236}">
                <a16:creationId xmlns:a16="http://schemas.microsoft.com/office/drawing/2014/main" id="{91AC75C7-2A41-4A2A-B2E6-8E842D7673D1}"/>
              </a:ext>
            </a:extLst>
          </p:cNvPr>
          <p:cNvSpPr>
            <a:spLocks noGrp="1"/>
          </p:cNvSpPr>
          <p:nvPr>
            <p:ph idx="1"/>
          </p:nvPr>
        </p:nvSpPr>
        <p:spPr>
          <a:xfrm>
            <a:off x="685800" y="1052738"/>
            <a:ext cx="7772400" cy="555349"/>
          </a:xfrm>
        </p:spPr>
        <p:txBody>
          <a:bodyPr/>
          <a:lstStyle/>
          <a:p>
            <a:r>
              <a:rPr lang="zh-CN" altLang="en-US" dirty="0"/>
              <a:t>只比较相邻操作符之间的优先关系</a:t>
            </a:r>
          </a:p>
        </p:txBody>
      </p:sp>
      <p:graphicFrame>
        <p:nvGraphicFramePr>
          <p:cNvPr id="5" name="对象 4">
            <a:extLst>
              <a:ext uri="{FF2B5EF4-FFF2-40B4-BE49-F238E27FC236}">
                <a16:creationId xmlns:a16="http://schemas.microsoft.com/office/drawing/2014/main" id="{A37FF594-45C6-4709-964E-9B33679F8718}"/>
              </a:ext>
            </a:extLst>
          </p:cNvPr>
          <p:cNvGraphicFramePr>
            <a:graphicFrameLocks noChangeAspect="1"/>
          </p:cNvGraphicFramePr>
          <p:nvPr>
            <p:extLst>
              <p:ext uri="{D42A27DB-BD31-4B8C-83A1-F6EECF244321}">
                <p14:modId xmlns:p14="http://schemas.microsoft.com/office/powerpoint/2010/main" val="4011501681"/>
              </p:ext>
            </p:extLst>
          </p:nvPr>
        </p:nvGraphicFramePr>
        <p:xfrm>
          <a:off x="1259632" y="1772818"/>
          <a:ext cx="6840760" cy="4779161"/>
        </p:xfrm>
        <a:graphic>
          <a:graphicData uri="http://schemas.openxmlformats.org/presentationml/2006/ole">
            <mc:AlternateContent xmlns:mc="http://schemas.openxmlformats.org/markup-compatibility/2006">
              <mc:Choice xmlns:v="urn:schemas-microsoft-com:vml" Requires="v">
                <p:oleObj name="Visio" r:id="rId2" imgW="4172046" imgH="2914522" progId="Visio.Drawing.15">
                  <p:embed/>
                </p:oleObj>
              </mc:Choice>
              <mc:Fallback>
                <p:oleObj name="Visio" r:id="rId2" imgW="4172046" imgH="2914522" progId="Visio.Drawing.15">
                  <p:embed/>
                  <p:pic>
                    <p:nvPicPr>
                      <p:cNvPr id="5" name="对象 4">
                        <a:extLst>
                          <a:ext uri="{FF2B5EF4-FFF2-40B4-BE49-F238E27FC236}">
                            <a16:creationId xmlns:a16="http://schemas.microsoft.com/office/drawing/2014/main" id="{A37FF594-45C6-4709-964E-9B33679F8718}"/>
                          </a:ext>
                        </a:extLst>
                      </p:cNvPr>
                      <p:cNvPicPr/>
                      <p:nvPr/>
                    </p:nvPicPr>
                    <p:blipFill>
                      <a:blip r:embed="rId3"/>
                      <a:stretch>
                        <a:fillRect/>
                      </a:stretch>
                    </p:blipFill>
                    <p:spPr>
                      <a:xfrm>
                        <a:off x="1259632" y="1772818"/>
                        <a:ext cx="6840760" cy="4779161"/>
                      </a:xfrm>
                      <a:prstGeom prst="rect">
                        <a:avLst/>
                      </a:prstGeom>
                    </p:spPr>
                  </p:pic>
                </p:oleObj>
              </mc:Fallback>
            </mc:AlternateContent>
          </a:graphicData>
        </a:graphic>
      </p:graphicFrame>
    </p:spTree>
    <p:extLst>
      <p:ext uri="{BB962C8B-B14F-4D97-AF65-F5344CB8AC3E}">
        <p14:creationId xmlns:p14="http://schemas.microsoft.com/office/powerpoint/2010/main" val="164921626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4B8E1688-2C67-4DC3-BFB8-B64F68825A75}"/>
              </a:ext>
            </a:extLst>
          </p:cNvPr>
          <p:cNvSpPr>
            <a:spLocks noGrp="1" noChangeArrowheads="1"/>
          </p:cNvSpPr>
          <p:nvPr>
            <p:ph type="title"/>
          </p:nvPr>
        </p:nvSpPr>
        <p:spPr/>
        <p:txBody>
          <a:bodyPr/>
          <a:lstStyle/>
          <a:p>
            <a:pPr eaLnBrk="1" hangingPunct="1"/>
            <a:r>
              <a:rPr lang="zh-CN" altLang="en-US" dirty="0"/>
              <a:t>算符优先关系</a:t>
            </a:r>
            <a:endParaRPr lang="en-US" altLang="zh-CN" dirty="0"/>
          </a:p>
        </p:txBody>
      </p:sp>
      <p:grpSp>
        <p:nvGrpSpPr>
          <p:cNvPr id="114691" name="Group 4">
            <a:extLst>
              <a:ext uri="{FF2B5EF4-FFF2-40B4-BE49-F238E27FC236}">
                <a16:creationId xmlns:a16="http://schemas.microsoft.com/office/drawing/2014/main" id="{8A5A6992-7D72-4E03-BE43-DEBD38C7F741}"/>
              </a:ext>
            </a:extLst>
          </p:cNvPr>
          <p:cNvGrpSpPr>
            <a:grpSpLocks/>
          </p:cNvGrpSpPr>
          <p:nvPr/>
        </p:nvGrpSpPr>
        <p:grpSpPr bwMode="auto">
          <a:xfrm>
            <a:off x="101947" y="1700810"/>
            <a:ext cx="8991600" cy="3744913"/>
            <a:chOff x="96" y="672"/>
            <a:chExt cx="5424" cy="3228"/>
          </a:xfrm>
        </p:grpSpPr>
        <p:sp>
          <p:nvSpPr>
            <p:cNvPr id="114721" name="Rectangle 5">
              <a:extLst>
                <a:ext uri="{FF2B5EF4-FFF2-40B4-BE49-F238E27FC236}">
                  <a16:creationId xmlns:a16="http://schemas.microsoft.com/office/drawing/2014/main" id="{1EAF0713-F69E-4BD4-B804-4793155CB01C}"/>
                </a:ext>
              </a:extLst>
            </p:cNvPr>
            <p:cNvSpPr>
              <a:spLocks noChangeArrowheads="1"/>
            </p:cNvSpPr>
            <p:nvPr/>
          </p:nvSpPr>
          <p:spPr bwMode="auto">
            <a:xfrm>
              <a:off x="4765" y="3461"/>
              <a:ext cx="755"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endParaRPr lang="zh-CN" altLang="zh-CN"/>
            </a:p>
          </p:txBody>
        </p:sp>
        <p:sp>
          <p:nvSpPr>
            <p:cNvPr id="114722" name="Rectangle 6">
              <a:extLst>
                <a:ext uri="{FF2B5EF4-FFF2-40B4-BE49-F238E27FC236}">
                  <a16:creationId xmlns:a16="http://schemas.microsoft.com/office/drawing/2014/main" id="{608B0CFF-AA40-4477-B56E-F9C3DDCE0F95}"/>
                </a:ext>
              </a:extLst>
            </p:cNvPr>
            <p:cNvSpPr>
              <a:spLocks noChangeArrowheads="1"/>
            </p:cNvSpPr>
            <p:nvPr/>
          </p:nvSpPr>
          <p:spPr bwMode="auto">
            <a:xfrm>
              <a:off x="4012" y="3461"/>
              <a:ext cx="753"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endParaRPr lang="zh-CN" altLang="zh-CN"/>
            </a:p>
          </p:txBody>
        </p:sp>
        <p:sp>
          <p:nvSpPr>
            <p:cNvPr id="114723" name="Rectangle 7">
              <a:extLst>
                <a:ext uri="{FF2B5EF4-FFF2-40B4-BE49-F238E27FC236}">
                  <a16:creationId xmlns:a16="http://schemas.microsoft.com/office/drawing/2014/main" id="{9F0C4E81-2B97-4522-B966-39700DEE404A}"/>
                </a:ext>
              </a:extLst>
            </p:cNvPr>
            <p:cNvSpPr>
              <a:spLocks noChangeArrowheads="1"/>
            </p:cNvSpPr>
            <p:nvPr/>
          </p:nvSpPr>
          <p:spPr bwMode="auto">
            <a:xfrm>
              <a:off x="3257" y="3461"/>
              <a:ext cx="755"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endParaRPr lang="zh-CN" altLang="zh-CN"/>
            </a:p>
          </p:txBody>
        </p:sp>
        <p:sp>
          <p:nvSpPr>
            <p:cNvPr id="114724" name="Rectangle 8">
              <a:extLst>
                <a:ext uri="{FF2B5EF4-FFF2-40B4-BE49-F238E27FC236}">
                  <a16:creationId xmlns:a16="http://schemas.microsoft.com/office/drawing/2014/main" id="{DB1D231F-35C6-4C75-850B-B947A8938B07}"/>
                </a:ext>
              </a:extLst>
            </p:cNvPr>
            <p:cNvSpPr>
              <a:spLocks noChangeArrowheads="1"/>
            </p:cNvSpPr>
            <p:nvPr/>
          </p:nvSpPr>
          <p:spPr bwMode="auto">
            <a:xfrm>
              <a:off x="2503" y="3461"/>
              <a:ext cx="754"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endParaRPr lang="zh-CN" altLang="zh-CN"/>
            </a:p>
          </p:txBody>
        </p:sp>
        <p:sp>
          <p:nvSpPr>
            <p:cNvPr id="114725" name="Rectangle 9">
              <a:extLst>
                <a:ext uri="{FF2B5EF4-FFF2-40B4-BE49-F238E27FC236}">
                  <a16:creationId xmlns:a16="http://schemas.microsoft.com/office/drawing/2014/main" id="{3ECC9648-CBAA-4FCC-ADFD-F39329613428}"/>
                </a:ext>
              </a:extLst>
            </p:cNvPr>
            <p:cNvSpPr>
              <a:spLocks noChangeArrowheads="1"/>
            </p:cNvSpPr>
            <p:nvPr/>
          </p:nvSpPr>
          <p:spPr bwMode="auto">
            <a:xfrm>
              <a:off x="1748" y="3461"/>
              <a:ext cx="755"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endParaRPr lang="zh-CN" altLang="zh-CN"/>
            </a:p>
          </p:txBody>
        </p:sp>
        <p:sp>
          <p:nvSpPr>
            <p:cNvPr id="114726" name="Rectangle 10">
              <a:extLst>
                <a:ext uri="{FF2B5EF4-FFF2-40B4-BE49-F238E27FC236}">
                  <a16:creationId xmlns:a16="http://schemas.microsoft.com/office/drawing/2014/main" id="{1A6016B8-8569-467D-886D-709E224C6391}"/>
                </a:ext>
              </a:extLst>
            </p:cNvPr>
            <p:cNvSpPr>
              <a:spLocks noChangeArrowheads="1"/>
            </p:cNvSpPr>
            <p:nvPr/>
          </p:nvSpPr>
          <p:spPr bwMode="auto">
            <a:xfrm>
              <a:off x="995" y="3461"/>
              <a:ext cx="753"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endParaRPr lang="zh-CN" altLang="zh-CN"/>
            </a:p>
          </p:txBody>
        </p:sp>
        <p:sp>
          <p:nvSpPr>
            <p:cNvPr id="114727" name="Rectangle 11">
              <a:extLst>
                <a:ext uri="{FF2B5EF4-FFF2-40B4-BE49-F238E27FC236}">
                  <a16:creationId xmlns:a16="http://schemas.microsoft.com/office/drawing/2014/main" id="{AE0FD11D-A08E-4C2D-87A5-051949CCE705}"/>
                </a:ext>
              </a:extLst>
            </p:cNvPr>
            <p:cNvSpPr>
              <a:spLocks noChangeArrowheads="1"/>
            </p:cNvSpPr>
            <p:nvPr/>
          </p:nvSpPr>
          <p:spPr bwMode="auto">
            <a:xfrm>
              <a:off x="96" y="3461"/>
              <a:ext cx="899"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en-US" altLang="zh-CN" sz="2400"/>
                <a:t>#</a:t>
              </a:r>
            </a:p>
          </p:txBody>
        </p:sp>
        <p:sp>
          <p:nvSpPr>
            <p:cNvPr id="114728" name="Rectangle 12">
              <a:extLst>
                <a:ext uri="{FF2B5EF4-FFF2-40B4-BE49-F238E27FC236}">
                  <a16:creationId xmlns:a16="http://schemas.microsoft.com/office/drawing/2014/main" id="{5456D289-4569-4539-B6A3-8CF6BC0470C8}"/>
                </a:ext>
              </a:extLst>
            </p:cNvPr>
            <p:cNvSpPr>
              <a:spLocks noChangeArrowheads="1"/>
            </p:cNvSpPr>
            <p:nvPr/>
          </p:nvSpPr>
          <p:spPr bwMode="auto">
            <a:xfrm>
              <a:off x="4765" y="3023"/>
              <a:ext cx="755"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endParaRPr lang="zh-CN" altLang="zh-CN"/>
            </a:p>
          </p:txBody>
        </p:sp>
        <p:sp>
          <p:nvSpPr>
            <p:cNvPr id="114729" name="Rectangle 13">
              <a:extLst>
                <a:ext uri="{FF2B5EF4-FFF2-40B4-BE49-F238E27FC236}">
                  <a16:creationId xmlns:a16="http://schemas.microsoft.com/office/drawing/2014/main" id="{FF21A6CC-7053-4415-B72E-050D4988D084}"/>
                </a:ext>
              </a:extLst>
            </p:cNvPr>
            <p:cNvSpPr>
              <a:spLocks noChangeArrowheads="1"/>
            </p:cNvSpPr>
            <p:nvPr/>
          </p:nvSpPr>
          <p:spPr bwMode="auto">
            <a:xfrm>
              <a:off x="4012" y="3023"/>
              <a:ext cx="753"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endParaRPr lang="zh-CN" altLang="zh-CN"/>
            </a:p>
          </p:txBody>
        </p:sp>
        <p:sp>
          <p:nvSpPr>
            <p:cNvPr id="114730" name="Rectangle 14">
              <a:extLst>
                <a:ext uri="{FF2B5EF4-FFF2-40B4-BE49-F238E27FC236}">
                  <a16:creationId xmlns:a16="http://schemas.microsoft.com/office/drawing/2014/main" id="{74B2B38B-BE45-411C-BB7F-8F2AFD163284}"/>
                </a:ext>
              </a:extLst>
            </p:cNvPr>
            <p:cNvSpPr>
              <a:spLocks noChangeArrowheads="1"/>
            </p:cNvSpPr>
            <p:nvPr/>
          </p:nvSpPr>
          <p:spPr bwMode="auto">
            <a:xfrm>
              <a:off x="3257" y="3023"/>
              <a:ext cx="755"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endParaRPr lang="zh-CN" altLang="zh-CN"/>
            </a:p>
          </p:txBody>
        </p:sp>
        <p:sp>
          <p:nvSpPr>
            <p:cNvPr id="114731" name="Rectangle 15">
              <a:extLst>
                <a:ext uri="{FF2B5EF4-FFF2-40B4-BE49-F238E27FC236}">
                  <a16:creationId xmlns:a16="http://schemas.microsoft.com/office/drawing/2014/main" id="{A88D7204-2310-4FCD-946F-99722287DD6F}"/>
                </a:ext>
              </a:extLst>
            </p:cNvPr>
            <p:cNvSpPr>
              <a:spLocks noChangeArrowheads="1"/>
            </p:cNvSpPr>
            <p:nvPr/>
          </p:nvSpPr>
          <p:spPr bwMode="auto">
            <a:xfrm>
              <a:off x="2503" y="3023"/>
              <a:ext cx="754"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endParaRPr lang="zh-CN" altLang="zh-CN"/>
            </a:p>
          </p:txBody>
        </p:sp>
        <p:sp>
          <p:nvSpPr>
            <p:cNvPr id="114732" name="Rectangle 16">
              <a:extLst>
                <a:ext uri="{FF2B5EF4-FFF2-40B4-BE49-F238E27FC236}">
                  <a16:creationId xmlns:a16="http://schemas.microsoft.com/office/drawing/2014/main" id="{7095241B-B8DD-4F20-94B8-D8EAFDF0D6FD}"/>
                </a:ext>
              </a:extLst>
            </p:cNvPr>
            <p:cNvSpPr>
              <a:spLocks noChangeArrowheads="1"/>
            </p:cNvSpPr>
            <p:nvPr/>
          </p:nvSpPr>
          <p:spPr bwMode="auto">
            <a:xfrm>
              <a:off x="1748" y="3023"/>
              <a:ext cx="755"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endParaRPr lang="zh-CN" altLang="zh-CN"/>
            </a:p>
          </p:txBody>
        </p:sp>
        <p:sp>
          <p:nvSpPr>
            <p:cNvPr id="114733" name="Rectangle 17">
              <a:extLst>
                <a:ext uri="{FF2B5EF4-FFF2-40B4-BE49-F238E27FC236}">
                  <a16:creationId xmlns:a16="http://schemas.microsoft.com/office/drawing/2014/main" id="{A58C3006-A81B-4AEF-B968-AD73F236CF62}"/>
                </a:ext>
              </a:extLst>
            </p:cNvPr>
            <p:cNvSpPr>
              <a:spLocks noChangeArrowheads="1"/>
            </p:cNvSpPr>
            <p:nvPr/>
          </p:nvSpPr>
          <p:spPr bwMode="auto">
            <a:xfrm>
              <a:off x="995" y="3023"/>
              <a:ext cx="753"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endParaRPr lang="zh-CN" altLang="zh-CN"/>
            </a:p>
          </p:txBody>
        </p:sp>
        <p:sp>
          <p:nvSpPr>
            <p:cNvPr id="114734" name="Rectangle 18">
              <a:extLst>
                <a:ext uri="{FF2B5EF4-FFF2-40B4-BE49-F238E27FC236}">
                  <a16:creationId xmlns:a16="http://schemas.microsoft.com/office/drawing/2014/main" id="{F77321CF-B98B-4689-964F-13B7017CA840}"/>
                </a:ext>
              </a:extLst>
            </p:cNvPr>
            <p:cNvSpPr>
              <a:spLocks noChangeArrowheads="1"/>
            </p:cNvSpPr>
            <p:nvPr/>
          </p:nvSpPr>
          <p:spPr bwMode="auto">
            <a:xfrm>
              <a:off x="96" y="3023"/>
              <a:ext cx="899"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en-US" altLang="zh-CN"/>
                <a:t> </a:t>
              </a:r>
              <a:r>
                <a:rPr lang="en-US" altLang="zh-CN" sz="2400"/>
                <a:t>i</a:t>
              </a:r>
            </a:p>
          </p:txBody>
        </p:sp>
        <p:sp>
          <p:nvSpPr>
            <p:cNvPr id="114735" name="Rectangle 19">
              <a:extLst>
                <a:ext uri="{FF2B5EF4-FFF2-40B4-BE49-F238E27FC236}">
                  <a16:creationId xmlns:a16="http://schemas.microsoft.com/office/drawing/2014/main" id="{651493A9-C950-4B9F-B121-3D45F792DD1E}"/>
                </a:ext>
              </a:extLst>
            </p:cNvPr>
            <p:cNvSpPr>
              <a:spLocks noChangeArrowheads="1"/>
            </p:cNvSpPr>
            <p:nvPr/>
          </p:nvSpPr>
          <p:spPr bwMode="auto">
            <a:xfrm>
              <a:off x="4765" y="2584"/>
              <a:ext cx="755"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endParaRPr lang="zh-CN" altLang="zh-CN"/>
            </a:p>
          </p:txBody>
        </p:sp>
        <p:sp>
          <p:nvSpPr>
            <p:cNvPr id="114736" name="Rectangle 20">
              <a:extLst>
                <a:ext uri="{FF2B5EF4-FFF2-40B4-BE49-F238E27FC236}">
                  <a16:creationId xmlns:a16="http://schemas.microsoft.com/office/drawing/2014/main" id="{A3919938-AB7C-4458-8D42-479C34513FC8}"/>
                </a:ext>
              </a:extLst>
            </p:cNvPr>
            <p:cNvSpPr>
              <a:spLocks noChangeArrowheads="1"/>
            </p:cNvSpPr>
            <p:nvPr/>
          </p:nvSpPr>
          <p:spPr bwMode="auto">
            <a:xfrm>
              <a:off x="4012" y="2584"/>
              <a:ext cx="753"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endParaRPr lang="zh-CN" altLang="zh-CN"/>
            </a:p>
          </p:txBody>
        </p:sp>
        <p:sp>
          <p:nvSpPr>
            <p:cNvPr id="114737" name="Rectangle 21">
              <a:extLst>
                <a:ext uri="{FF2B5EF4-FFF2-40B4-BE49-F238E27FC236}">
                  <a16:creationId xmlns:a16="http://schemas.microsoft.com/office/drawing/2014/main" id="{2D2A6F04-C3CE-49EE-87B5-A08F70BF30AE}"/>
                </a:ext>
              </a:extLst>
            </p:cNvPr>
            <p:cNvSpPr>
              <a:spLocks noChangeArrowheads="1"/>
            </p:cNvSpPr>
            <p:nvPr/>
          </p:nvSpPr>
          <p:spPr bwMode="auto">
            <a:xfrm>
              <a:off x="3257" y="2584"/>
              <a:ext cx="755"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endParaRPr lang="zh-CN" altLang="zh-CN"/>
            </a:p>
          </p:txBody>
        </p:sp>
        <p:sp>
          <p:nvSpPr>
            <p:cNvPr id="114738" name="Rectangle 22">
              <a:extLst>
                <a:ext uri="{FF2B5EF4-FFF2-40B4-BE49-F238E27FC236}">
                  <a16:creationId xmlns:a16="http://schemas.microsoft.com/office/drawing/2014/main" id="{4FA39E20-7C57-4ED0-9AE5-EA1A68476C5E}"/>
                </a:ext>
              </a:extLst>
            </p:cNvPr>
            <p:cNvSpPr>
              <a:spLocks noChangeArrowheads="1"/>
            </p:cNvSpPr>
            <p:nvPr/>
          </p:nvSpPr>
          <p:spPr bwMode="auto">
            <a:xfrm>
              <a:off x="2503" y="2584"/>
              <a:ext cx="754"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endParaRPr lang="zh-CN" altLang="zh-CN"/>
            </a:p>
          </p:txBody>
        </p:sp>
        <p:sp>
          <p:nvSpPr>
            <p:cNvPr id="114739" name="Rectangle 23">
              <a:extLst>
                <a:ext uri="{FF2B5EF4-FFF2-40B4-BE49-F238E27FC236}">
                  <a16:creationId xmlns:a16="http://schemas.microsoft.com/office/drawing/2014/main" id="{8B4BF450-D3A5-43E7-BCFB-00A345BFD6EF}"/>
                </a:ext>
              </a:extLst>
            </p:cNvPr>
            <p:cNvSpPr>
              <a:spLocks noChangeArrowheads="1"/>
            </p:cNvSpPr>
            <p:nvPr/>
          </p:nvSpPr>
          <p:spPr bwMode="auto">
            <a:xfrm>
              <a:off x="1748" y="2584"/>
              <a:ext cx="755"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endParaRPr lang="zh-CN" altLang="zh-CN"/>
            </a:p>
          </p:txBody>
        </p:sp>
        <p:sp>
          <p:nvSpPr>
            <p:cNvPr id="114740" name="Rectangle 24">
              <a:extLst>
                <a:ext uri="{FF2B5EF4-FFF2-40B4-BE49-F238E27FC236}">
                  <a16:creationId xmlns:a16="http://schemas.microsoft.com/office/drawing/2014/main" id="{2F7C4CEB-0EB2-4FEE-B08C-E383611862F5}"/>
                </a:ext>
              </a:extLst>
            </p:cNvPr>
            <p:cNvSpPr>
              <a:spLocks noChangeArrowheads="1"/>
            </p:cNvSpPr>
            <p:nvPr/>
          </p:nvSpPr>
          <p:spPr bwMode="auto">
            <a:xfrm>
              <a:off x="995" y="2584"/>
              <a:ext cx="753"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endParaRPr lang="zh-CN" altLang="zh-CN"/>
            </a:p>
          </p:txBody>
        </p:sp>
        <p:sp>
          <p:nvSpPr>
            <p:cNvPr id="114741" name="Rectangle 25">
              <a:extLst>
                <a:ext uri="{FF2B5EF4-FFF2-40B4-BE49-F238E27FC236}">
                  <a16:creationId xmlns:a16="http://schemas.microsoft.com/office/drawing/2014/main" id="{5AC84996-BF8D-44FC-88FB-CCEBEEA57524}"/>
                </a:ext>
              </a:extLst>
            </p:cNvPr>
            <p:cNvSpPr>
              <a:spLocks noChangeArrowheads="1"/>
            </p:cNvSpPr>
            <p:nvPr/>
          </p:nvSpPr>
          <p:spPr bwMode="auto">
            <a:xfrm>
              <a:off x="96" y="2584"/>
              <a:ext cx="899"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en-US" altLang="zh-CN" sz="2400"/>
                <a:t>)</a:t>
              </a:r>
            </a:p>
          </p:txBody>
        </p:sp>
        <p:sp>
          <p:nvSpPr>
            <p:cNvPr id="114742" name="Rectangle 26">
              <a:extLst>
                <a:ext uri="{FF2B5EF4-FFF2-40B4-BE49-F238E27FC236}">
                  <a16:creationId xmlns:a16="http://schemas.microsoft.com/office/drawing/2014/main" id="{E5D55283-CD72-4E52-9A08-5F7C54E9BA2B}"/>
                </a:ext>
              </a:extLst>
            </p:cNvPr>
            <p:cNvSpPr>
              <a:spLocks noChangeArrowheads="1"/>
            </p:cNvSpPr>
            <p:nvPr/>
          </p:nvSpPr>
          <p:spPr bwMode="auto">
            <a:xfrm>
              <a:off x="4765" y="2144"/>
              <a:ext cx="755" cy="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endParaRPr lang="zh-CN" altLang="zh-CN"/>
            </a:p>
          </p:txBody>
        </p:sp>
        <p:sp>
          <p:nvSpPr>
            <p:cNvPr id="114743" name="Rectangle 27">
              <a:extLst>
                <a:ext uri="{FF2B5EF4-FFF2-40B4-BE49-F238E27FC236}">
                  <a16:creationId xmlns:a16="http://schemas.microsoft.com/office/drawing/2014/main" id="{CF336F9B-9857-4514-80B8-42BAF46B470C}"/>
                </a:ext>
              </a:extLst>
            </p:cNvPr>
            <p:cNvSpPr>
              <a:spLocks noChangeArrowheads="1"/>
            </p:cNvSpPr>
            <p:nvPr/>
          </p:nvSpPr>
          <p:spPr bwMode="auto">
            <a:xfrm>
              <a:off x="4012" y="2144"/>
              <a:ext cx="753" cy="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endParaRPr lang="zh-CN" altLang="zh-CN"/>
            </a:p>
          </p:txBody>
        </p:sp>
        <p:sp>
          <p:nvSpPr>
            <p:cNvPr id="114744" name="Rectangle 28">
              <a:extLst>
                <a:ext uri="{FF2B5EF4-FFF2-40B4-BE49-F238E27FC236}">
                  <a16:creationId xmlns:a16="http://schemas.microsoft.com/office/drawing/2014/main" id="{88D7C3A1-306D-45EE-A74A-817C033BA5A9}"/>
                </a:ext>
              </a:extLst>
            </p:cNvPr>
            <p:cNvSpPr>
              <a:spLocks noChangeArrowheads="1"/>
            </p:cNvSpPr>
            <p:nvPr/>
          </p:nvSpPr>
          <p:spPr bwMode="auto">
            <a:xfrm>
              <a:off x="3257" y="2144"/>
              <a:ext cx="755" cy="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endParaRPr lang="zh-CN" altLang="zh-CN"/>
            </a:p>
          </p:txBody>
        </p:sp>
        <p:sp>
          <p:nvSpPr>
            <p:cNvPr id="114745" name="Rectangle 29">
              <a:extLst>
                <a:ext uri="{FF2B5EF4-FFF2-40B4-BE49-F238E27FC236}">
                  <a16:creationId xmlns:a16="http://schemas.microsoft.com/office/drawing/2014/main" id="{9A933156-A4FC-4A07-A7B4-B326C22AF49D}"/>
                </a:ext>
              </a:extLst>
            </p:cNvPr>
            <p:cNvSpPr>
              <a:spLocks noChangeArrowheads="1"/>
            </p:cNvSpPr>
            <p:nvPr/>
          </p:nvSpPr>
          <p:spPr bwMode="auto">
            <a:xfrm>
              <a:off x="2503" y="2144"/>
              <a:ext cx="754" cy="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endParaRPr lang="zh-CN" altLang="zh-CN"/>
            </a:p>
          </p:txBody>
        </p:sp>
        <p:sp>
          <p:nvSpPr>
            <p:cNvPr id="114746" name="Rectangle 30">
              <a:extLst>
                <a:ext uri="{FF2B5EF4-FFF2-40B4-BE49-F238E27FC236}">
                  <a16:creationId xmlns:a16="http://schemas.microsoft.com/office/drawing/2014/main" id="{2D1F7521-9EB4-47A2-8EBF-63E9065C36F6}"/>
                </a:ext>
              </a:extLst>
            </p:cNvPr>
            <p:cNvSpPr>
              <a:spLocks noChangeArrowheads="1"/>
            </p:cNvSpPr>
            <p:nvPr/>
          </p:nvSpPr>
          <p:spPr bwMode="auto">
            <a:xfrm>
              <a:off x="1748" y="2144"/>
              <a:ext cx="755" cy="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endParaRPr lang="zh-CN" altLang="zh-CN"/>
            </a:p>
          </p:txBody>
        </p:sp>
        <p:sp>
          <p:nvSpPr>
            <p:cNvPr id="114747" name="Rectangle 31">
              <a:extLst>
                <a:ext uri="{FF2B5EF4-FFF2-40B4-BE49-F238E27FC236}">
                  <a16:creationId xmlns:a16="http://schemas.microsoft.com/office/drawing/2014/main" id="{EBF00725-328D-46D9-B77D-44457DD0E968}"/>
                </a:ext>
              </a:extLst>
            </p:cNvPr>
            <p:cNvSpPr>
              <a:spLocks noChangeArrowheads="1"/>
            </p:cNvSpPr>
            <p:nvPr/>
          </p:nvSpPr>
          <p:spPr bwMode="auto">
            <a:xfrm>
              <a:off x="995" y="2144"/>
              <a:ext cx="753" cy="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endParaRPr lang="zh-CN" altLang="zh-CN"/>
            </a:p>
          </p:txBody>
        </p:sp>
        <p:sp>
          <p:nvSpPr>
            <p:cNvPr id="114748" name="Rectangle 32">
              <a:extLst>
                <a:ext uri="{FF2B5EF4-FFF2-40B4-BE49-F238E27FC236}">
                  <a16:creationId xmlns:a16="http://schemas.microsoft.com/office/drawing/2014/main" id="{4294E4C1-12BD-486D-8512-A05ABA6E3387}"/>
                </a:ext>
              </a:extLst>
            </p:cNvPr>
            <p:cNvSpPr>
              <a:spLocks noChangeArrowheads="1"/>
            </p:cNvSpPr>
            <p:nvPr/>
          </p:nvSpPr>
          <p:spPr bwMode="auto">
            <a:xfrm>
              <a:off x="96" y="2144"/>
              <a:ext cx="899" cy="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en-US" altLang="zh-CN" sz="2400"/>
                <a:t>(</a:t>
              </a:r>
            </a:p>
          </p:txBody>
        </p:sp>
        <p:sp>
          <p:nvSpPr>
            <p:cNvPr id="114749" name="Rectangle 33">
              <a:extLst>
                <a:ext uri="{FF2B5EF4-FFF2-40B4-BE49-F238E27FC236}">
                  <a16:creationId xmlns:a16="http://schemas.microsoft.com/office/drawing/2014/main" id="{8DCAEFF8-085D-4A7C-B6AD-7DA3A99FAEEA}"/>
                </a:ext>
              </a:extLst>
            </p:cNvPr>
            <p:cNvSpPr>
              <a:spLocks noChangeArrowheads="1"/>
            </p:cNvSpPr>
            <p:nvPr/>
          </p:nvSpPr>
          <p:spPr bwMode="auto">
            <a:xfrm>
              <a:off x="4765" y="1705"/>
              <a:ext cx="755"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endParaRPr lang="zh-CN" altLang="zh-CN"/>
            </a:p>
          </p:txBody>
        </p:sp>
        <p:sp>
          <p:nvSpPr>
            <p:cNvPr id="114750" name="Rectangle 34">
              <a:extLst>
                <a:ext uri="{FF2B5EF4-FFF2-40B4-BE49-F238E27FC236}">
                  <a16:creationId xmlns:a16="http://schemas.microsoft.com/office/drawing/2014/main" id="{C9A7F241-CD77-49E3-95D8-E8DCEA80C65A}"/>
                </a:ext>
              </a:extLst>
            </p:cNvPr>
            <p:cNvSpPr>
              <a:spLocks noChangeArrowheads="1"/>
            </p:cNvSpPr>
            <p:nvPr/>
          </p:nvSpPr>
          <p:spPr bwMode="auto">
            <a:xfrm>
              <a:off x="4012" y="1705"/>
              <a:ext cx="753"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endParaRPr lang="zh-CN" altLang="zh-CN"/>
            </a:p>
          </p:txBody>
        </p:sp>
        <p:sp>
          <p:nvSpPr>
            <p:cNvPr id="114751" name="Rectangle 35">
              <a:extLst>
                <a:ext uri="{FF2B5EF4-FFF2-40B4-BE49-F238E27FC236}">
                  <a16:creationId xmlns:a16="http://schemas.microsoft.com/office/drawing/2014/main" id="{2563E296-60AC-4015-AD08-0496F1C5A225}"/>
                </a:ext>
              </a:extLst>
            </p:cNvPr>
            <p:cNvSpPr>
              <a:spLocks noChangeArrowheads="1"/>
            </p:cNvSpPr>
            <p:nvPr/>
          </p:nvSpPr>
          <p:spPr bwMode="auto">
            <a:xfrm>
              <a:off x="3257" y="1705"/>
              <a:ext cx="755"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endParaRPr lang="zh-CN" altLang="zh-CN"/>
            </a:p>
          </p:txBody>
        </p:sp>
        <p:sp>
          <p:nvSpPr>
            <p:cNvPr id="114752" name="Rectangle 36">
              <a:extLst>
                <a:ext uri="{FF2B5EF4-FFF2-40B4-BE49-F238E27FC236}">
                  <a16:creationId xmlns:a16="http://schemas.microsoft.com/office/drawing/2014/main" id="{2545D1BE-AADF-43B0-89C6-6F697652ECC6}"/>
                </a:ext>
              </a:extLst>
            </p:cNvPr>
            <p:cNvSpPr>
              <a:spLocks noChangeArrowheads="1"/>
            </p:cNvSpPr>
            <p:nvPr/>
          </p:nvSpPr>
          <p:spPr bwMode="auto">
            <a:xfrm>
              <a:off x="2503" y="1705"/>
              <a:ext cx="754"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endParaRPr lang="zh-CN" altLang="zh-CN"/>
            </a:p>
          </p:txBody>
        </p:sp>
        <p:sp>
          <p:nvSpPr>
            <p:cNvPr id="114753" name="Rectangle 37">
              <a:extLst>
                <a:ext uri="{FF2B5EF4-FFF2-40B4-BE49-F238E27FC236}">
                  <a16:creationId xmlns:a16="http://schemas.microsoft.com/office/drawing/2014/main" id="{76E3D014-65A7-4479-A44A-713EB61AD6BF}"/>
                </a:ext>
              </a:extLst>
            </p:cNvPr>
            <p:cNvSpPr>
              <a:spLocks noChangeArrowheads="1"/>
            </p:cNvSpPr>
            <p:nvPr/>
          </p:nvSpPr>
          <p:spPr bwMode="auto">
            <a:xfrm>
              <a:off x="1748" y="1705"/>
              <a:ext cx="755"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endParaRPr lang="zh-CN" altLang="zh-CN"/>
            </a:p>
          </p:txBody>
        </p:sp>
        <p:sp>
          <p:nvSpPr>
            <p:cNvPr id="114754" name="Rectangle 38">
              <a:extLst>
                <a:ext uri="{FF2B5EF4-FFF2-40B4-BE49-F238E27FC236}">
                  <a16:creationId xmlns:a16="http://schemas.microsoft.com/office/drawing/2014/main" id="{4B63F4A8-620C-4C34-9862-24063F38DCB0}"/>
                </a:ext>
              </a:extLst>
            </p:cNvPr>
            <p:cNvSpPr>
              <a:spLocks noChangeArrowheads="1"/>
            </p:cNvSpPr>
            <p:nvPr/>
          </p:nvSpPr>
          <p:spPr bwMode="auto">
            <a:xfrm>
              <a:off x="995" y="1705"/>
              <a:ext cx="753"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endParaRPr lang="zh-CN" altLang="zh-CN"/>
            </a:p>
          </p:txBody>
        </p:sp>
        <p:sp>
          <p:nvSpPr>
            <p:cNvPr id="114755" name="Rectangle 39">
              <a:extLst>
                <a:ext uri="{FF2B5EF4-FFF2-40B4-BE49-F238E27FC236}">
                  <a16:creationId xmlns:a16="http://schemas.microsoft.com/office/drawing/2014/main" id="{C7A59565-EB58-48EF-BB6F-85F92341FBC5}"/>
                </a:ext>
              </a:extLst>
            </p:cNvPr>
            <p:cNvSpPr>
              <a:spLocks noChangeArrowheads="1"/>
            </p:cNvSpPr>
            <p:nvPr/>
          </p:nvSpPr>
          <p:spPr bwMode="auto">
            <a:xfrm>
              <a:off x="96" y="1705"/>
              <a:ext cx="899"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en-US" altLang="zh-CN" sz="2400"/>
                <a:t>*</a:t>
              </a:r>
            </a:p>
          </p:txBody>
        </p:sp>
        <p:sp>
          <p:nvSpPr>
            <p:cNvPr id="114756" name="Rectangle 40">
              <a:extLst>
                <a:ext uri="{FF2B5EF4-FFF2-40B4-BE49-F238E27FC236}">
                  <a16:creationId xmlns:a16="http://schemas.microsoft.com/office/drawing/2014/main" id="{47053D4C-88C2-4CA0-B7BF-8AFEBA4A70C2}"/>
                </a:ext>
              </a:extLst>
            </p:cNvPr>
            <p:cNvSpPr>
              <a:spLocks noChangeArrowheads="1"/>
            </p:cNvSpPr>
            <p:nvPr/>
          </p:nvSpPr>
          <p:spPr bwMode="auto">
            <a:xfrm>
              <a:off x="4765" y="1267"/>
              <a:ext cx="755"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endParaRPr lang="zh-CN" altLang="zh-CN"/>
            </a:p>
          </p:txBody>
        </p:sp>
        <p:sp>
          <p:nvSpPr>
            <p:cNvPr id="114757" name="Rectangle 41">
              <a:extLst>
                <a:ext uri="{FF2B5EF4-FFF2-40B4-BE49-F238E27FC236}">
                  <a16:creationId xmlns:a16="http://schemas.microsoft.com/office/drawing/2014/main" id="{EDF6706B-4533-4003-9516-2EC798E83FCD}"/>
                </a:ext>
              </a:extLst>
            </p:cNvPr>
            <p:cNvSpPr>
              <a:spLocks noChangeArrowheads="1"/>
            </p:cNvSpPr>
            <p:nvPr/>
          </p:nvSpPr>
          <p:spPr bwMode="auto">
            <a:xfrm>
              <a:off x="4012" y="1267"/>
              <a:ext cx="753"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endParaRPr lang="zh-CN" altLang="zh-CN"/>
            </a:p>
          </p:txBody>
        </p:sp>
        <p:sp>
          <p:nvSpPr>
            <p:cNvPr id="114758" name="Rectangle 42">
              <a:extLst>
                <a:ext uri="{FF2B5EF4-FFF2-40B4-BE49-F238E27FC236}">
                  <a16:creationId xmlns:a16="http://schemas.microsoft.com/office/drawing/2014/main" id="{07EA0B6C-BB28-4CAD-A3BE-0CA09C23B910}"/>
                </a:ext>
              </a:extLst>
            </p:cNvPr>
            <p:cNvSpPr>
              <a:spLocks noChangeArrowheads="1"/>
            </p:cNvSpPr>
            <p:nvPr/>
          </p:nvSpPr>
          <p:spPr bwMode="auto">
            <a:xfrm>
              <a:off x="3257" y="1267"/>
              <a:ext cx="755"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endParaRPr lang="zh-CN" altLang="zh-CN"/>
            </a:p>
          </p:txBody>
        </p:sp>
        <p:sp>
          <p:nvSpPr>
            <p:cNvPr id="114759" name="Rectangle 43">
              <a:extLst>
                <a:ext uri="{FF2B5EF4-FFF2-40B4-BE49-F238E27FC236}">
                  <a16:creationId xmlns:a16="http://schemas.microsoft.com/office/drawing/2014/main" id="{F1C3A94D-4267-407A-930F-9D0B00303DFB}"/>
                </a:ext>
              </a:extLst>
            </p:cNvPr>
            <p:cNvSpPr>
              <a:spLocks noChangeArrowheads="1"/>
            </p:cNvSpPr>
            <p:nvPr/>
          </p:nvSpPr>
          <p:spPr bwMode="auto">
            <a:xfrm>
              <a:off x="2503" y="1267"/>
              <a:ext cx="754"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endParaRPr lang="zh-CN" altLang="zh-CN"/>
            </a:p>
          </p:txBody>
        </p:sp>
        <p:sp>
          <p:nvSpPr>
            <p:cNvPr id="114760" name="Rectangle 44">
              <a:extLst>
                <a:ext uri="{FF2B5EF4-FFF2-40B4-BE49-F238E27FC236}">
                  <a16:creationId xmlns:a16="http://schemas.microsoft.com/office/drawing/2014/main" id="{417CDFEA-6BC7-4977-B120-3B90F8BEC70B}"/>
                </a:ext>
              </a:extLst>
            </p:cNvPr>
            <p:cNvSpPr>
              <a:spLocks noChangeArrowheads="1"/>
            </p:cNvSpPr>
            <p:nvPr/>
          </p:nvSpPr>
          <p:spPr bwMode="auto">
            <a:xfrm>
              <a:off x="1748" y="1267"/>
              <a:ext cx="755"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endParaRPr lang="zh-CN" altLang="zh-CN"/>
            </a:p>
          </p:txBody>
        </p:sp>
        <p:sp>
          <p:nvSpPr>
            <p:cNvPr id="114761" name="Rectangle 45">
              <a:extLst>
                <a:ext uri="{FF2B5EF4-FFF2-40B4-BE49-F238E27FC236}">
                  <a16:creationId xmlns:a16="http://schemas.microsoft.com/office/drawing/2014/main" id="{AA8823B4-0B00-4CEF-B564-2B718E8B414B}"/>
                </a:ext>
              </a:extLst>
            </p:cNvPr>
            <p:cNvSpPr>
              <a:spLocks noChangeArrowheads="1"/>
            </p:cNvSpPr>
            <p:nvPr/>
          </p:nvSpPr>
          <p:spPr bwMode="auto">
            <a:xfrm>
              <a:off x="995" y="1267"/>
              <a:ext cx="753"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endParaRPr lang="zh-CN" altLang="zh-CN"/>
            </a:p>
          </p:txBody>
        </p:sp>
        <p:sp>
          <p:nvSpPr>
            <p:cNvPr id="114762" name="Rectangle 46">
              <a:extLst>
                <a:ext uri="{FF2B5EF4-FFF2-40B4-BE49-F238E27FC236}">
                  <a16:creationId xmlns:a16="http://schemas.microsoft.com/office/drawing/2014/main" id="{324FB99E-838D-4BE3-8C27-3062C2A6B42A}"/>
                </a:ext>
              </a:extLst>
            </p:cNvPr>
            <p:cNvSpPr>
              <a:spLocks noChangeArrowheads="1"/>
            </p:cNvSpPr>
            <p:nvPr/>
          </p:nvSpPr>
          <p:spPr bwMode="auto">
            <a:xfrm>
              <a:off x="96" y="1267"/>
              <a:ext cx="899"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en-US" altLang="zh-CN" sz="2400"/>
                <a:t>+</a:t>
              </a:r>
            </a:p>
          </p:txBody>
        </p:sp>
        <p:sp>
          <p:nvSpPr>
            <p:cNvPr id="114763" name="Rectangle 47">
              <a:extLst>
                <a:ext uri="{FF2B5EF4-FFF2-40B4-BE49-F238E27FC236}">
                  <a16:creationId xmlns:a16="http://schemas.microsoft.com/office/drawing/2014/main" id="{B7814BDB-B8B8-4141-B8E9-D92840F6D346}"/>
                </a:ext>
              </a:extLst>
            </p:cNvPr>
            <p:cNvSpPr>
              <a:spLocks noChangeArrowheads="1"/>
            </p:cNvSpPr>
            <p:nvPr/>
          </p:nvSpPr>
          <p:spPr bwMode="auto">
            <a:xfrm>
              <a:off x="4765" y="672"/>
              <a:ext cx="755" cy="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en-US" altLang="zh-CN" sz="2400"/>
                <a:t>#</a:t>
              </a:r>
            </a:p>
          </p:txBody>
        </p:sp>
        <p:sp>
          <p:nvSpPr>
            <p:cNvPr id="114764" name="Rectangle 48">
              <a:extLst>
                <a:ext uri="{FF2B5EF4-FFF2-40B4-BE49-F238E27FC236}">
                  <a16:creationId xmlns:a16="http://schemas.microsoft.com/office/drawing/2014/main" id="{DD3E0769-565F-4E9A-AB10-5C80DAE5F465}"/>
                </a:ext>
              </a:extLst>
            </p:cNvPr>
            <p:cNvSpPr>
              <a:spLocks noChangeArrowheads="1"/>
            </p:cNvSpPr>
            <p:nvPr/>
          </p:nvSpPr>
          <p:spPr bwMode="auto">
            <a:xfrm>
              <a:off x="4012" y="672"/>
              <a:ext cx="753" cy="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en-US" altLang="zh-CN" sz="2400"/>
                <a:t>i</a:t>
              </a:r>
            </a:p>
          </p:txBody>
        </p:sp>
        <p:sp>
          <p:nvSpPr>
            <p:cNvPr id="114765" name="Rectangle 49">
              <a:extLst>
                <a:ext uri="{FF2B5EF4-FFF2-40B4-BE49-F238E27FC236}">
                  <a16:creationId xmlns:a16="http://schemas.microsoft.com/office/drawing/2014/main" id="{B8FC19FF-12E6-44E3-BC4E-1CCCA57C8949}"/>
                </a:ext>
              </a:extLst>
            </p:cNvPr>
            <p:cNvSpPr>
              <a:spLocks noChangeArrowheads="1"/>
            </p:cNvSpPr>
            <p:nvPr/>
          </p:nvSpPr>
          <p:spPr bwMode="auto">
            <a:xfrm>
              <a:off x="3257" y="672"/>
              <a:ext cx="755" cy="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en-US" altLang="zh-CN" sz="2400"/>
                <a:t>)</a:t>
              </a:r>
            </a:p>
          </p:txBody>
        </p:sp>
        <p:sp>
          <p:nvSpPr>
            <p:cNvPr id="114766" name="Rectangle 50">
              <a:extLst>
                <a:ext uri="{FF2B5EF4-FFF2-40B4-BE49-F238E27FC236}">
                  <a16:creationId xmlns:a16="http://schemas.microsoft.com/office/drawing/2014/main" id="{F81C225E-7933-433D-9A89-F464F27176E5}"/>
                </a:ext>
              </a:extLst>
            </p:cNvPr>
            <p:cNvSpPr>
              <a:spLocks noChangeArrowheads="1"/>
            </p:cNvSpPr>
            <p:nvPr/>
          </p:nvSpPr>
          <p:spPr bwMode="auto">
            <a:xfrm>
              <a:off x="2503" y="672"/>
              <a:ext cx="754" cy="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en-US" altLang="zh-CN" sz="2400"/>
                <a:t>(</a:t>
              </a:r>
            </a:p>
          </p:txBody>
        </p:sp>
        <p:sp>
          <p:nvSpPr>
            <p:cNvPr id="114767" name="Rectangle 51">
              <a:extLst>
                <a:ext uri="{FF2B5EF4-FFF2-40B4-BE49-F238E27FC236}">
                  <a16:creationId xmlns:a16="http://schemas.microsoft.com/office/drawing/2014/main" id="{153A2EA8-D0F4-4173-A717-D5C926045ADF}"/>
                </a:ext>
              </a:extLst>
            </p:cNvPr>
            <p:cNvSpPr>
              <a:spLocks noChangeArrowheads="1"/>
            </p:cNvSpPr>
            <p:nvPr/>
          </p:nvSpPr>
          <p:spPr bwMode="auto">
            <a:xfrm>
              <a:off x="1748" y="672"/>
              <a:ext cx="755" cy="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en-US" altLang="zh-CN" sz="2400"/>
                <a:t>*</a:t>
              </a:r>
            </a:p>
          </p:txBody>
        </p:sp>
        <p:sp>
          <p:nvSpPr>
            <p:cNvPr id="114768" name="Rectangle 52">
              <a:extLst>
                <a:ext uri="{FF2B5EF4-FFF2-40B4-BE49-F238E27FC236}">
                  <a16:creationId xmlns:a16="http://schemas.microsoft.com/office/drawing/2014/main" id="{12525CD6-E630-49E1-B467-77ABC998BE33}"/>
                </a:ext>
              </a:extLst>
            </p:cNvPr>
            <p:cNvSpPr>
              <a:spLocks noChangeArrowheads="1"/>
            </p:cNvSpPr>
            <p:nvPr/>
          </p:nvSpPr>
          <p:spPr bwMode="auto">
            <a:xfrm>
              <a:off x="995" y="672"/>
              <a:ext cx="753" cy="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buFont typeface="Wingdings" panose="05000000000000000000" pitchFamily="2" charset="2"/>
                <a:buNone/>
              </a:pPr>
              <a:r>
                <a:rPr lang="en-US" altLang="zh-CN" sz="2400"/>
                <a:t>+</a:t>
              </a:r>
            </a:p>
          </p:txBody>
        </p:sp>
        <p:sp>
          <p:nvSpPr>
            <p:cNvPr id="114769" name="Rectangle 53">
              <a:extLst>
                <a:ext uri="{FF2B5EF4-FFF2-40B4-BE49-F238E27FC236}">
                  <a16:creationId xmlns:a16="http://schemas.microsoft.com/office/drawing/2014/main" id="{5D3EE8D5-5468-4B1F-B8A6-AEF9B7B4C5F4}"/>
                </a:ext>
              </a:extLst>
            </p:cNvPr>
            <p:cNvSpPr>
              <a:spLocks noChangeArrowheads="1"/>
            </p:cNvSpPr>
            <p:nvPr/>
          </p:nvSpPr>
          <p:spPr bwMode="auto">
            <a:xfrm>
              <a:off x="96" y="672"/>
              <a:ext cx="899" cy="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buFont typeface="Wingdings" panose="05000000000000000000" pitchFamily="2" charset="2"/>
                <a:buNone/>
              </a:pPr>
              <a:r>
                <a:rPr lang="en-US" altLang="zh-CN" sz="2400"/>
                <a:t>     </a:t>
              </a:r>
            </a:p>
          </p:txBody>
        </p:sp>
        <p:sp>
          <p:nvSpPr>
            <p:cNvPr id="114770" name="Line 54">
              <a:extLst>
                <a:ext uri="{FF2B5EF4-FFF2-40B4-BE49-F238E27FC236}">
                  <a16:creationId xmlns:a16="http://schemas.microsoft.com/office/drawing/2014/main" id="{A1A5B337-887C-4E4B-907D-91F36FFCAA91}"/>
                </a:ext>
              </a:extLst>
            </p:cNvPr>
            <p:cNvSpPr>
              <a:spLocks noChangeShapeType="1"/>
            </p:cNvSpPr>
            <p:nvPr/>
          </p:nvSpPr>
          <p:spPr bwMode="auto">
            <a:xfrm>
              <a:off x="96" y="672"/>
              <a:ext cx="5424"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71" name="Line 55">
              <a:extLst>
                <a:ext uri="{FF2B5EF4-FFF2-40B4-BE49-F238E27FC236}">
                  <a16:creationId xmlns:a16="http://schemas.microsoft.com/office/drawing/2014/main" id="{6C28EAA9-A36D-493F-854B-74A0D897DEF9}"/>
                </a:ext>
              </a:extLst>
            </p:cNvPr>
            <p:cNvSpPr>
              <a:spLocks noChangeShapeType="1"/>
            </p:cNvSpPr>
            <p:nvPr/>
          </p:nvSpPr>
          <p:spPr bwMode="auto">
            <a:xfrm>
              <a:off x="96" y="1267"/>
              <a:ext cx="542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72" name="Line 56">
              <a:extLst>
                <a:ext uri="{FF2B5EF4-FFF2-40B4-BE49-F238E27FC236}">
                  <a16:creationId xmlns:a16="http://schemas.microsoft.com/office/drawing/2014/main" id="{A76E0EF5-3DC8-45B0-B0F8-1B2B20E75779}"/>
                </a:ext>
              </a:extLst>
            </p:cNvPr>
            <p:cNvSpPr>
              <a:spLocks noChangeShapeType="1"/>
            </p:cNvSpPr>
            <p:nvPr/>
          </p:nvSpPr>
          <p:spPr bwMode="auto">
            <a:xfrm>
              <a:off x="96" y="1705"/>
              <a:ext cx="542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73" name="Line 57">
              <a:extLst>
                <a:ext uri="{FF2B5EF4-FFF2-40B4-BE49-F238E27FC236}">
                  <a16:creationId xmlns:a16="http://schemas.microsoft.com/office/drawing/2014/main" id="{7997AFFF-EA18-4A8E-9F5B-2FDEE07B9287}"/>
                </a:ext>
              </a:extLst>
            </p:cNvPr>
            <p:cNvSpPr>
              <a:spLocks noChangeShapeType="1"/>
            </p:cNvSpPr>
            <p:nvPr/>
          </p:nvSpPr>
          <p:spPr bwMode="auto">
            <a:xfrm>
              <a:off x="96" y="2144"/>
              <a:ext cx="542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74" name="Line 58">
              <a:extLst>
                <a:ext uri="{FF2B5EF4-FFF2-40B4-BE49-F238E27FC236}">
                  <a16:creationId xmlns:a16="http://schemas.microsoft.com/office/drawing/2014/main" id="{FAE1152D-E891-4C33-9638-F70E71FBBE0C}"/>
                </a:ext>
              </a:extLst>
            </p:cNvPr>
            <p:cNvSpPr>
              <a:spLocks noChangeShapeType="1"/>
            </p:cNvSpPr>
            <p:nvPr/>
          </p:nvSpPr>
          <p:spPr bwMode="auto">
            <a:xfrm>
              <a:off x="96" y="2584"/>
              <a:ext cx="542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75" name="Line 59">
              <a:extLst>
                <a:ext uri="{FF2B5EF4-FFF2-40B4-BE49-F238E27FC236}">
                  <a16:creationId xmlns:a16="http://schemas.microsoft.com/office/drawing/2014/main" id="{3A9232B0-EAA8-4E64-A28C-B65FBA434FC4}"/>
                </a:ext>
              </a:extLst>
            </p:cNvPr>
            <p:cNvSpPr>
              <a:spLocks noChangeShapeType="1"/>
            </p:cNvSpPr>
            <p:nvPr/>
          </p:nvSpPr>
          <p:spPr bwMode="auto">
            <a:xfrm>
              <a:off x="96" y="3023"/>
              <a:ext cx="542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76" name="Line 60">
              <a:extLst>
                <a:ext uri="{FF2B5EF4-FFF2-40B4-BE49-F238E27FC236}">
                  <a16:creationId xmlns:a16="http://schemas.microsoft.com/office/drawing/2014/main" id="{6CFC291B-4E94-4EB7-B203-4BA96411EE38}"/>
                </a:ext>
              </a:extLst>
            </p:cNvPr>
            <p:cNvSpPr>
              <a:spLocks noChangeShapeType="1"/>
            </p:cNvSpPr>
            <p:nvPr/>
          </p:nvSpPr>
          <p:spPr bwMode="auto">
            <a:xfrm>
              <a:off x="96" y="3461"/>
              <a:ext cx="542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77" name="Line 61">
              <a:extLst>
                <a:ext uri="{FF2B5EF4-FFF2-40B4-BE49-F238E27FC236}">
                  <a16:creationId xmlns:a16="http://schemas.microsoft.com/office/drawing/2014/main" id="{A92E0444-7260-4AD3-8868-F73B2638F75F}"/>
                </a:ext>
              </a:extLst>
            </p:cNvPr>
            <p:cNvSpPr>
              <a:spLocks noChangeShapeType="1"/>
            </p:cNvSpPr>
            <p:nvPr/>
          </p:nvSpPr>
          <p:spPr bwMode="auto">
            <a:xfrm>
              <a:off x="96" y="3900"/>
              <a:ext cx="5424"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78" name="Line 62">
              <a:extLst>
                <a:ext uri="{FF2B5EF4-FFF2-40B4-BE49-F238E27FC236}">
                  <a16:creationId xmlns:a16="http://schemas.microsoft.com/office/drawing/2014/main" id="{71F8D383-A7CA-44DA-9693-28FE95422BD2}"/>
                </a:ext>
              </a:extLst>
            </p:cNvPr>
            <p:cNvSpPr>
              <a:spLocks noChangeShapeType="1"/>
            </p:cNvSpPr>
            <p:nvPr/>
          </p:nvSpPr>
          <p:spPr bwMode="auto">
            <a:xfrm>
              <a:off x="96" y="672"/>
              <a:ext cx="0" cy="3228"/>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79" name="Line 63">
              <a:extLst>
                <a:ext uri="{FF2B5EF4-FFF2-40B4-BE49-F238E27FC236}">
                  <a16:creationId xmlns:a16="http://schemas.microsoft.com/office/drawing/2014/main" id="{880C259D-0F77-4638-9049-01097A486728}"/>
                </a:ext>
              </a:extLst>
            </p:cNvPr>
            <p:cNvSpPr>
              <a:spLocks noChangeShapeType="1"/>
            </p:cNvSpPr>
            <p:nvPr/>
          </p:nvSpPr>
          <p:spPr bwMode="auto">
            <a:xfrm>
              <a:off x="995" y="672"/>
              <a:ext cx="0" cy="322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80" name="Line 64">
              <a:extLst>
                <a:ext uri="{FF2B5EF4-FFF2-40B4-BE49-F238E27FC236}">
                  <a16:creationId xmlns:a16="http://schemas.microsoft.com/office/drawing/2014/main" id="{25C1FA41-D953-4C54-8509-E5AE437204D7}"/>
                </a:ext>
              </a:extLst>
            </p:cNvPr>
            <p:cNvSpPr>
              <a:spLocks noChangeShapeType="1"/>
            </p:cNvSpPr>
            <p:nvPr/>
          </p:nvSpPr>
          <p:spPr bwMode="auto">
            <a:xfrm>
              <a:off x="1748" y="672"/>
              <a:ext cx="0" cy="322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81" name="Line 65">
              <a:extLst>
                <a:ext uri="{FF2B5EF4-FFF2-40B4-BE49-F238E27FC236}">
                  <a16:creationId xmlns:a16="http://schemas.microsoft.com/office/drawing/2014/main" id="{450BD452-18C2-4AFD-83A5-D2DB5E033942}"/>
                </a:ext>
              </a:extLst>
            </p:cNvPr>
            <p:cNvSpPr>
              <a:spLocks noChangeShapeType="1"/>
            </p:cNvSpPr>
            <p:nvPr/>
          </p:nvSpPr>
          <p:spPr bwMode="auto">
            <a:xfrm>
              <a:off x="2503" y="672"/>
              <a:ext cx="0" cy="322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82" name="Line 66">
              <a:extLst>
                <a:ext uri="{FF2B5EF4-FFF2-40B4-BE49-F238E27FC236}">
                  <a16:creationId xmlns:a16="http://schemas.microsoft.com/office/drawing/2014/main" id="{8E069C26-407E-4168-AC94-F0DEAF52AB64}"/>
                </a:ext>
              </a:extLst>
            </p:cNvPr>
            <p:cNvSpPr>
              <a:spLocks noChangeShapeType="1"/>
            </p:cNvSpPr>
            <p:nvPr/>
          </p:nvSpPr>
          <p:spPr bwMode="auto">
            <a:xfrm>
              <a:off x="3257" y="672"/>
              <a:ext cx="0" cy="322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83" name="Line 67">
              <a:extLst>
                <a:ext uri="{FF2B5EF4-FFF2-40B4-BE49-F238E27FC236}">
                  <a16:creationId xmlns:a16="http://schemas.microsoft.com/office/drawing/2014/main" id="{E875F6AF-54B5-4FA6-AD62-74801C67B5FB}"/>
                </a:ext>
              </a:extLst>
            </p:cNvPr>
            <p:cNvSpPr>
              <a:spLocks noChangeShapeType="1"/>
            </p:cNvSpPr>
            <p:nvPr/>
          </p:nvSpPr>
          <p:spPr bwMode="auto">
            <a:xfrm>
              <a:off x="4012" y="672"/>
              <a:ext cx="0" cy="322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84" name="Line 68">
              <a:extLst>
                <a:ext uri="{FF2B5EF4-FFF2-40B4-BE49-F238E27FC236}">
                  <a16:creationId xmlns:a16="http://schemas.microsoft.com/office/drawing/2014/main" id="{0730B418-F591-47F8-8226-CD3BA5D94AE5}"/>
                </a:ext>
              </a:extLst>
            </p:cNvPr>
            <p:cNvSpPr>
              <a:spLocks noChangeShapeType="1"/>
            </p:cNvSpPr>
            <p:nvPr/>
          </p:nvSpPr>
          <p:spPr bwMode="auto">
            <a:xfrm>
              <a:off x="4765" y="672"/>
              <a:ext cx="0" cy="322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85" name="Line 69">
              <a:extLst>
                <a:ext uri="{FF2B5EF4-FFF2-40B4-BE49-F238E27FC236}">
                  <a16:creationId xmlns:a16="http://schemas.microsoft.com/office/drawing/2014/main" id="{569C9AA7-897F-468B-A03A-6063FA630141}"/>
                </a:ext>
              </a:extLst>
            </p:cNvPr>
            <p:cNvSpPr>
              <a:spLocks noChangeShapeType="1"/>
            </p:cNvSpPr>
            <p:nvPr/>
          </p:nvSpPr>
          <p:spPr bwMode="auto">
            <a:xfrm>
              <a:off x="5520" y="672"/>
              <a:ext cx="0" cy="3228"/>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86" name="Line 70">
              <a:extLst>
                <a:ext uri="{FF2B5EF4-FFF2-40B4-BE49-F238E27FC236}">
                  <a16:creationId xmlns:a16="http://schemas.microsoft.com/office/drawing/2014/main" id="{C85053EA-9E02-4894-8371-C1B8DBEEDF55}"/>
                </a:ext>
              </a:extLst>
            </p:cNvPr>
            <p:cNvSpPr>
              <a:spLocks noChangeShapeType="1"/>
            </p:cNvSpPr>
            <p:nvPr/>
          </p:nvSpPr>
          <p:spPr bwMode="auto">
            <a:xfrm>
              <a:off x="96" y="672"/>
              <a:ext cx="899" cy="595"/>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pic>
        <p:nvPicPr>
          <p:cNvPr id="114692" name="Picture 71">
            <a:extLst>
              <a:ext uri="{FF2B5EF4-FFF2-40B4-BE49-F238E27FC236}">
                <a16:creationId xmlns:a16="http://schemas.microsoft.com/office/drawing/2014/main" id="{56224685-E932-4C37-B285-9B445F2F37DB}"/>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3203575" y="2564904"/>
            <a:ext cx="2286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693" name="Picture 72">
            <a:extLst>
              <a:ext uri="{FF2B5EF4-FFF2-40B4-BE49-F238E27FC236}">
                <a16:creationId xmlns:a16="http://schemas.microsoft.com/office/drawing/2014/main" id="{7AF80B90-32D2-4870-BFA5-7D7591808EA2}"/>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2051050" y="3645991"/>
            <a:ext cx="2286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694" name="Picture 73">
            <a:extLst>
              <a:ext uri="{FF2B5EF4-FFF2-40B4-BE49-F238E27FC236}">
                <a16:creationId xmlns:a16="http://schemas.microsoft.com/office/drawing/2014/main" id="{09F809A6-678E-4CD2-9E1D-92B2C5E73F0C}"/>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2065338" y="5169991"/>
            <a:ext cx="2286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695" name="Picture 74">
            <a:extLst>
              <a:ext uri="{FF2B5EF4-FFF2-40B4-BE49-F238E27FC236}">
                <a16:creationId xmlns:a16="http://schemas.microsoft.com/office/drawing/2014/main" id="{094971B7-967E-4419-85BB-684B0644DB0F}"/>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3203575" y="3645991"/>
            <a:ext cx="2286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696" name="Picture 75">
            <a:extLst>
              <a:ext uri="{FF2B5EF4-FFF2-40B4-BE49-F238E27FC236}">
                <a16:creationId xmlns:a16="http://schemas.microsoft.com/office/drawing/2014/main" id="{FFB98A3D-FE95-4F5A-9080-DCBF57F9A0F8}"/>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3208338" y="5157291"/>
            <a:ext cx="2286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697" name="Picture 76">
            <a:extLst>
              <a:ext uri="{FF2B5EF4-FFF2-40B4-BE49-F238E27FC236}">
                <a16:creationId xmlns:a16="http://schemas.microsoft.com/office/drawing/2014/main" id="{690A7B8F-6F87-4C3E-AAA1-9285C5C10BD0}"/>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4427538" y="5158779"/>
            <a:ext cx="2286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698" name="Picture 77">
            <a:extLst>
              <a:ext uri="{FF2B5EF4-FFF2-40B4-BE49-F238E27FC236}">
                <a16:creationId xmlns:a16="http://schemas.microsoft.com/office/drawing/2014/main" id="{DC3B5EBD-A4FA-4991-BF42-2204E7489639}"/>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4427538" y="3645991"/>
            <a:ext cx="2286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699" name="Picture 78">
            <a:extLst>
              <a:ext uri="{FF2B5EF4-FFF2-40B4-BE49-F238E27FC236}">
                <a16:creationId xmlns:a16="http://schemas.microsoft.com/office/drawing/2014/main" id="{CF24957C-8DB2-40AA-A155-DDB82C92501C}"/>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4427538" y="3141166"/>
            <a:ext cx="2286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700" name="Picture 79">
            <a:extLst>
              <a:ext uri="{FF2B5EF4-FFF2-40B4-BE49-F238E27FC236}">
                <a16:creationId xmlns:a16="http://schemas.microsoft.com/office/drawing/2014/main" id="{06D97E25-44B4-4F5A-91DA-910B03A95426}"/>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4427538" y="2637929"/>
            <a:ext cx="2286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701" name="Picture 80">
            <a:extLst>
              <a:ext uri="{FF2B5EF4-FFF2-40B4-BE49-F238E27FC236}">
                <a16:creationId xmlns:a16="http://schemas.microsoft.com/office/drawing/2014/main" id="{595EB46D-2C0E-4E9A-B21A-E171D2C1A7F7}"/>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6877050" y="2564904"/>
            <a:ext cx="2286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702" name="Picture 81">
            <a:extLst>
              <a:ext uri="{FF2B5EF4-FFF2-40B4-BE49-F238E27FC236}">
                <a16:creationId xmlns:a16="http://schemas.microsoft.com/office/drawing/2014/main" id="{F7E09196-9E35-4B34-BAB6-3C80607A8F69}"/>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6877050" y="3141166"/>
            <a:ext cx="2286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703" name="Picture 82">
            <a:extLst>
              <a:ext uri="{FF2B5EF4-FFF2-40B4-BE49-F238E27FC236}">
                <a16:creationId xmlns:a16="http://schemas.microsoft.com/office/drawing/2014/main" id="{68116281-5D80-4347-B240-EEE6C900E16A}"/>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6877050" y="3645991"/>
            <a:ext cx="2286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704" name="Picture 83">
            <a:extLst>
              <a:ext uri="{FF2B5EF4-FFF2-40B4-BE49-F238E27FC236}">
                <a16:creationId xmlns:a16="http://schemas.microsoft.com/office/drawing/2014/main" id="{4B88C3F0-1BD0-4761-80C3-6ABB870F5948}"/>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6948488" y="5157291"/>
            <a:ext cx="2286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705" name="Picture 84">
            <a:extLst>
              <a:ext uri="{FF2B5EF4-FFF2-40B4-BE49-F238E27FC236}">
                <a16:creationId xmlns:a16="http://schemas.microsoft.com/office/drawing/2014/main" id="{F45FDD32-99AC-47B1-9C96-9250EC580474}"/>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2051050" y="2564904"/>
            <a:ext cx="24765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706" name="Picture 85">
            <a:extLst>
              <a:ext uri="{FF2B5EF4-FFF2-40B4-BE49-F238E27FC236}">
                <a16:creationId xmlns:a16="http://schemas.microsoft.com/office/drawing/2014/main" id="{B57FED91-8278-444C-886A-CEDADA481FCC}"/>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2051050" y="3069729"/>
            <a:ext cx="24765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707" name="Picture 86">
            <a:extLst>
              <a:ext uri="{FF2B5EF4-FFF2-40B4-BE49-F238E27FC236}">
                <a16:creationId xmlns:a16="http://schemas.microsoft.com/office/drawing/2014/main" id="{4FC83FC0-3EA6-4112-8C36-E18F97E5AD86}"/>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2051050" y="4149229"/>
            <a:ext cx="24765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708" name="Picture 87">
            <a:extLst>
              <a:ext uri="{FF2B5EF4-FFF2-40B4-BE49-F238E27FC236}">
                <a16:creationId xmlns:a16="http://schemas.microsoft.com/office/drawing/2014/main" id="{0DFF5974-0A42-4B81-9979-22B82E131B79}"/>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2051050" y="4654054"/>
            <a:ext cx="24765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709" name="Picture 88">
            <a:extLst>
              <a:ext uri="{FF2B5EF4-FFF2-40B4-BE49-F238E27FC236}">
                <a16:creationId xmlns:a16="http://schemas.microsoft.com/office/drawing/2014/main" id="{E3EB0CD1-A2E1-4B79-A0DC-C98B4EE6E51B}"/>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3203575" y="3069729"/>
            <a:ext cx="24765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710" name="Picture 89">
            <a:extLst>
              <a:ext uri="{FF2B5EF4-FFF2-40B4-BE49-F238E27FC236}">
                <a16:creationId xmlns:a16="http://schemas.microsoft.com/office/drawing/2014/main" id="{F5E49EC4-CCBD-4221-BBC3-11471B9EDBC5}"/>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3203575" y="4077791"/>
            <a:ext cx="24765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711" name="Picture 90">
            <a:extLst>
              <a:ext uri="{FF2B5EF4-FFF2-40B4-BE49-F238E27FC236}">
                <a16:creationId xmlns:a16="http://schemas.microsoft.com/office/drawing/2014/main" id="{55C46853-6108-4B8B-B940-8213C4E472B2}"/>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3175000" y="4660404"/>
            <a:ext cx="24765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712" name="Picture 91">
            <a:extLst>
              <a:ext uri="{FF2B5EF4-FFF2-40B4-BE49-F238E27FC236}">
                <a16:creationId xmlns:a16="http://schemas.microsoft.com/office/drawing/2014/main" id="{95057C4E-0D4D-4C20-8877-CAC0222A88B7}"/>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5580063" y="2564904"/>
            <a:ext cx="24765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713" name="Picture 92">
            <a:extLst>
              <a:ext uri="{FF2B5EF4-FFF2-40B4-BE49-F238E27FC236}">
                <a16:creationId xmlns:a16="http://schemas.microsoft.com/office/drawing/2014/main" id="{A9FFB47E-3826-4A5D-89AC-7E514A931404}"/>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5651500" y="3069729"/>
            <a:ext cx="24765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714" name="Picture 93">
            <a:extLst>
              <a:ext uri="{FF2B5EF4-FFF2-40B4-BE49-F238E27FC236}">
                <a16:creationId xmlns:a16="http://schemas.microsoft.com/office/drawing/2014/main" id="{6711EF4E-58FA-4269-BEBA-E815F8285D36}"/>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5724525" y="4149229"/>
            <a:ext cx="24765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715" name="Picture 94">
            <a:extLst>
              <a:ext uri="{FF2B5EF4-FFF2-40B4-BE49-F238E27FC236}">
                <a16:creationId xmlns:a16="http://schemas.microsoft.com/office/drawing/2014/main" id="{48391D82-36E5-4F70-9A0A-FF6830082DB4}"/>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5613400" y="4660404"/>
            <a:ext cx="24765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716" name="Picture 95">
            <a:extLst>
              <a:ext uri="{FF2B5EF4-FFF2-40B4-BE49-F238E27FC236}">
                <a16:creationId xmlns:a16="http://schemas.microsoft.com/office/drawing/2014/main" id="{CA6E35AF-91DB-44E3-8481-159B8DCE8717}"/>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8027988" y="2637929"/>
            <a:ext cx="24765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717" name="Picture 96">
            <a:extLst>
              <a:ext uri="{FF2B5EF4-FFF2-40B4-BE49-F238E27FC236}">
                <a16:creationId xmlns:a16="http://schemas.microsoft.com/office/drawing/2014/main" id="{9A1E5C18-23DE-4C78-AAA4-D1CB06E4A420}"/>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8101013" y="3141166"/>
            <a:ext cx="24765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718" name="Picture 97">
            <a:extLst>
              <a:ext uri="{FF2B5EF4-FFF2-40B4-BE49-F238E27FC236}">
                <a16:creationId xmlns:a16="http://schemas.microsoft.com/office/drawing/2014/main" id="{35215693-40B0-4019-AE55-F08EEE97089B}"/>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8027988" y="4149229"/>
            <a:ext cx="24765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719" name="Picture 98">
            <a:extLst>
              <a:ext uri="{FF2B5EF4-FFF2-40B4-BE49-F238E27FC236}">
                <a16:creationId xmlns:a16="http://schemas.microsoft.com/office/drawing/2014/main" id="{967BC079-4704-4E4E-BC2A-0E4A7846A530}"/>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8051800" y="4654054"/>
            <a:ext cx="24765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720" name="Picture 99">
            <a:extLst>
              <a:ext uri="{FF2B5EF4-FFF2-40B4-BE49-F238E27FC236}">
                <a16:creationId xmlns:a16="http://schemas.microsoft.com/office/drawing/2014/main" id="{CA1A153D-4505-49BE-A586-223144FEB1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80063" y="3645993"/>
            <a:ext cx="309562"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1079759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296EF3-3230-4449-9F7E-6BD435ED102D}"/>
              </a:ext>
            </a:extLst>
          </p:cNvPr>
          <p:cNvSpPr>
            <a:spLocks noGrp="1"/>
          </p:cNvSpPr>
          <p:nvPr>
            <p:ph type="title"/>
          </p:nvPr>
        </p:nvSpPr>
        <p:spPr/>
        <p:txBody>
          <a:bodyPr/>
          <a:lstStyle/>
          <a:p>
            <a:r>
              <a:rPr lang="zh-CN" altLang="en-US" dirty="0"/>
              <a:t>确定运算符的优先级（可以暂时忽略）</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A18EE63-D339-4DEF-BCA1-BF18B8891758}"/>
                  </a:ext>
                </a:extLst>
              </p:cNvPr>
              <p:cNvSpPr>
                <a:spLocks noGrp="1"/>
              </p:cNvSpPr>
              <p:nvPr>
                <p:ph idx="1"/>
              </p:nvPr>
            </p:nvSpPr>
            <p:spPr/>
            <p:txBody>
              <a:bodyPr/>
              <a:lstStyle/>
              <a:p>
                <a:r>
                  <a:rPr lang="zh-CN" altLang="en-US" dirty="0"/>
                  <a:t>设</a:t>
                </a:r>
                <a:r>
                  <a:rPr lang="en-US" altLang="zh-CN" dirty="0"/>
                  <a:t>G</a:t>
                </a:r>
                <a:r>
                  <a:rPr lang="zh-CN" altLang="en-US" dirty="0"/>
                  <a:t>是一个不包含空串产生式的算符文法，并设</a:t>
                </a:r>
                <a:r>
                  <a:rPr lang="en-US" altLang="zh-CN" dirty="0"/>
                  <a:t>a, </a:t>
                </a:r>
                <a:r>
                  <a:rPr lang="en-US" altLang="zh-CN" dirty="0" err="1"/>
                  <a:t>b∈V</a:t>
                </a:r>
                <a:r>
                  <a:rPr lang="en-US" altLang="zh-CN" i="0" baseline="-25000" dirty="0" err="1">
                    <a:latin typeface="+mj-lt"/>
                  </a:rPr>
                  <a:t>T</a:t>
                </a:r>
                <a:r>
                  <a:rPr lang="en-US" altLang="zh-CN" dirty="0"/>
                  <a:t>; P, Q, R ∈V</a:t>
                </a:r>
                <a:r>
                  <a:rPr lang="en-US" altLang="zh-CN" baseline="-25000" dirty="0"/>
                  <a:t>N</a:t>
                </a:r>
                <a:r>
                  <a:rPr lang="zh-CN" altLang="en-US" dirty="0"/>
                  <a:t>，定义关系</a:t>
                </a:r>
                <a:endParaRPr lang="en-US" altLang="zh-CN" dirty="0"/>
              </a:p>
              <a:p>
                <a:pPr lvl="1"/>
                <a:r>
                  <a:rPr lang="en-US" altLang="zh-CN" dirty="0"/>
                  <a:t>a</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a14:m>
                <a:r>
                  <a:rPr lang="en-US" altLang="zh-CN" dirty="0"/>
                  <a:t> b </a:t>
                </a:r>
                <a:r>
                  <a:rPr lang="zh-CN" altLang="en-US" dirty="0"/>
                  <a:t>当且仅当</a:t>
                </a:r>
                <a:r>
                  <a:rPr lang="en-US" altLang="zh-CN" dirty="0"/>
                  <a:t>G</a:t>
                </a:r>
                <a:r>
                  <a:rPr lang="zh-CN" altLang="en-US" dirty="0"/>
                  <a:t>中含有形如</a:t>
                </a:r>
                <a:r>
                  <a:rPr lang="en-US" altLang="zh-CN" dirty="0"/>
                  <a:t>P → …ab…</a:t>
                </a:r>
                <a:r>
                  <a:rPr lang="zh-CN" altLang="en-US" dirty="0"/>
                  <a:t>产生式，或者</a:t>
                </a:r>
                <a:r>
                  <a:rPr lang="en-US" altLang="zh-CN" dirty="0"/>
                  <a:t>P → …</a:t>
                </a:r>
                <a:r>
                  <a:rPr lang="en-US" altLang="zh-CN" dirty="0" err="1"/>
                  <a:t>aQb</a:t>
                </a:r>
                <a:r>
                  <a:rPr lang="en-US" altLang="zh-CN" dirty="0"/>
                  <a:t>…</a:t>
                </a:r>
                <a:r>
                  <a:rPr lang="zh-CN" altLang="en-US" dirty="0"/>
                  <a:t>产生式；</a:t>
                </a:r>
                <a:endParaRPr lang="en-US" altLang="zh-CN" dirty="0"/>
              </a:p>
              <a:p>
                <a:pPr lvl="2"/>
                <a:r>
                  <a:rPr lang="zh-CN" altLang="en-US" dirty="0"/>
                  <a:t>产生式右部不存在相邻的非终结符</a:t>
                </a:r>
              </a:p>
              <a:p>
                <a:pPr lvl="1"/>
                <a:r>
                  <a:rPr lang="en-US" altLang="zh-CN" dirty="0"/>
                  <a:t>a</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a14:m>
                <a:r>
                  <a:rPr lang="en-US" altLang="zh-CN" dirty="0"/>
                  <a:t> b </a:t>
                </a:r>
                <a:r>
                  <a:rPr lang="zh-CN" altLang="en-US" dirty="0"/>
                  <a:t>当且仅当</a:t>
                </a:r>
                <a:r>
                  <a:rPr lang="en-US" altLang="zh-CN" dirty="0"/>
                  <a:t>G</a:t>
                </a:r>
                <a:r>
                  <a:rPr lang="zh-CN" altLang="en-US" dirty="0"/>
                  <a:t>中含有形如</a:t>
                </a:r>
                <a:r>
                  <a:rPr lang="en-US" altLang="zh-CN" dirty="0"/>
                  <a:t>P → …</a:t>
                </a:r>
                <a:r>
                  <a:rPr lang="en-US" altLang="zh-CN" dirty="0" err="1"/>
                  <a:t>aR</a:t>
                </a:r>
                <a:r>
                  <a:rPr lang="en-US" altLang="zh-CN" dirty="0"/>
                  <a:t>…</a:t>
                </a:r>
                <a:r>
                  <a:rPr lang="zh-CN" altLang="en-US" dirty="0"/>
                  <a:t>的产生式，其中</a:t>
                </a:r>
                <a:r>
                  <a:rPr lang="en-US" altLang="zh-CN" dirty="0" err="1"/>
                  <a:t>R→b</a:t>
                </a:r>
                <a:r>
                  <a:rPr lang="en-US" altLang="zh-CN" dirty="0"/>
                  <a:t>…, </a:t>
                </a:r>
                <a:r>
                  <a:rPr lang="zh-CN" altLang="en-US" dirty="0"/>
                  <a:t>或</a:t>
                </a:r>
                <a:r>
                  <a:rPr lang="en-US" altLang="zh-CN" dirty="0" err="1"/>
                  <a:t>R→Qb</a:t>
                </a:r>
                <a:r>
                  <a:rPr lang="en-US" altLang="zh-CN" dirty="0"/>
                  <a:t>…</a:t>
                </a:r>
                <a:r>
                  <a:rPr lang="zh-CN" altLang="en-US" dirty="0"/>
                  <a:t>；</a:t>
                </a:r>
                <a:endParaRPr lang="en-US" altLang="zh-CN" dirty="0"/>
              </a:p>
              <a:p>
                <a:pPr lvl="2"/>
                <a:r>
                  <a:rPr lang="en-US" altLang="zh-CN" b="0" dirty="0"/>
                  <a:t>b</a:t>
                </a:r>
                <a14:m>
                  <m:oMath xmlns:m="http://schemas.openxmlformats.org/officeDocument/2006/math">
                    <m:r>
                      <a:rPr lang="en-US" altLang="zh-CN" b="0" i="1" smtClean="0">
                        <a:latin typeface="Cambria Math" panose="02040503050406030204" pitchFamily="18" charset="0"/>
                      </a:rPr>
                      <m:t>∈ </m:t>
                    </m:r>
                  </m:oMath>
                </a14:m>
                <a:r>
                  <a:rPr lang="en-US" altLang="zh-CN" dirty="0" err="1"/>
                  <a:t>FirstVT</a:t>
                </a:r>
                <a:r>
                  <a:rPr lang="en-US" altLang="zh-CN" dirty="0"/>
                  <a:t>(R)</a:t>
                </a:r>
                <a:r>
                  <a:rPr lang="zh-CN" altLang="en-US" dirty="0"/>
                  <a:t>，后者通过递增法计算（不动点）</a:t>
                </a:r>
                <a:endParaRPr lang="en-US" altLang="zh-CN" dirty="0"/>
              </a:p>
              <a:p>
                <a:pPr lvl="1"/>
                <a:r>
                  <a:rPr lang="en-US" altLang="zh-CN" dirty="0"/>
                  <a:t>a</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a14:m>
                <a:r>
                  <a:rPr lang="en-US" altLang="zh-CN" dirty="0"/>
                  <a:t>b </a:t>
                </a:r>
                <a:r>
                  <a:rPr lang="zh-CN" altLang="en-US" dirty="0"/>
                  <a:t>当且仅当</a:t>
                </a:r>
                <a:r>
                  <a:rPr lang="en-US" altLang="zh-CN" dirty="0"/>
                  <a:t>G</a:t>
                </a:r>
                <a:r>
                  <a:rPr lang="zh-CN" altLang="en-US" dirty="0"/>
                  <a:t>中有形如</a:t>
                </a:r>
                <a:r>
                  <a:rPr lang="en-US" altLang="zh-CN" dirty="0"/>
                  <a:t>P →…Rb…</a:t>
                </a:r>
                <a:r>
                  <a:rPr lang="zh-CN" altLang="en-US" dirty="0"/>
                  <a:t>产生式，其中</a:t>
                </a:r>
                <a:r>
                  <a:rPr lang="en-US" altLang="zh-CN" dirty="0"/>
                  <a:t>R→…a</a:t>
                </a:r>
                <a:r>
                  <a:rPr lang="zh-CN" altLang="en-US" dirty="0"/>
                  <a:t>，或</a:t>
                </a:r>
                <a:r>
                  <a:rPr lang="en-US" altLang="zh-CN" dirty="0"/>
                  <a:t>R →…</a:t>
                </a:r>
                <a:r>
                  <a:rPr lang="en-US" altLang="zh-CN" dirty="0" err="1"/>
                  <a:t>aQ</a:t>
                </a:r>
                <a:r>
                  <a:rPr lang="zh-CN" altLang="en-US" dirty="0"/>
                  <a:t>；</a:t>
                </a:r>
                <a:endParaRPr lang="en-US" altLang="zh-CN" dirty="0"/>
              </a:p>
              <a:p>
                <a:pPr lvl="2"/>
                <a:r>
                  <a:rPr lang="en-US" altLang="zh-CN" dirty="0"/>
                  <a:t>a</a:t>
                </a:r>
                <a14:m>
                  <m:oMath xmlns:m="http://schemas.openxmlformats.org/officeDocument/2006/math">
                    <m:r>
                      <a:rPr lang="en-US" altLang="zh-CN" b="0" i="1" smtClean="0">
                        <a:latin typeface="Cambria Math" panose="02040503050406030204" pitchFamily="18" charset="0"/>
                      </a:rPr>
                      <m:t>∈</m:t>
                    </m:r>
                  </m:oMath>
                </a14:m>
                <a:r>
                  <a:rPr lang="en-US" altLang="zh-CN" dirty="0" err="1"/>
                  <a:t>LastVT</a:t>
                </a:r>
                <a:r>
                  <a:rPr lang="en-US" altLang="zh-CN" dirty="0"/>
                  <a:t>(R)</a:t>
                </a:r>
                <a:r>
                  <a:rPr lang="zh-CN" altLang="en-US" dirty="0"/>
                  <a:t>，后者通过递增法计算（不动点）</a:t>
                </a:r>
                <a:endParaRPr lang="en-US" altLang="zh-CN" dirty="0"/>
              </a:p>
              <a:p>
                <a:r>
                  <a:rPr lang="zh-CN" altLang="en-US" dirty="0"/>
                  <a:t>若</a:t>
                </a:r>
                <a:r>
                  <a:rPr lang="en-US" altLang="zh-CN" dirty="0"/>
                  <a:t>G</a:t>
                </a:r>
                <a:r>
                  <a:rPr lang="zh-CN" altLang="en-US" dirty="0"/>
                  <a:t>中任何终结符序偶（</a:t>
                </a:r>
                <a:r>
                  <a:rPr lang="en-US" altLang="zh-CN" dirty="0" err="1"/>
                  <a:t>a,b</a:t>
                </a:r>
                <a:r>
                  <a:rPr lang="zh-CN" altLang="en-US" dirty="0"/>
                  <a:t>）至多满足上述关系之一，则称</a:t>
                </a:r>
                <a:r>
                  <a:rPr lang="en-US" altLang="zh-CN" dirty="0"/>
                  <a:t>G</a:t>
                </a:r>
                <a:r>
                  <a:rPr lang="zh-CN" altLang="en-US" dirty="0"/>
                  <a:t>为算符优先文法（</a:t>
                </a:r>
                <a:r>
                  <a:rPr lang="en-US" altLang="zh-CN" dirty="0"/>
                  <a:t>OPG</a:t>
                </a:r>
                <a:r>
                  <a:rPr lang="zh-CN" altLang="en-US" dirty="0"/>
                  <a:t>）</a:t>
                </a:r>
              </a:p>
            </p:txBody>
          </p:sp>
        </mc:Choice>
        <mc:Fallback xmlns="">
          <p:sp>
            <p:nvSpPr>
              <p:cNvPr id="3" name="内容占位符 2">
                <a:extLst>
                  <a:ext uri="{FF2B5EF4-FFF2-40B4-BE49-F238E27FC236}">
                    <a16:creationId xmlns:a16="http://schemas.microsoft.com/office/drawing/2014/main" id="{3A18EE63-D339-4DEF-BCA1-BF18B8891758}"/>
                  </a:ext>
                </a:extLst>
              </p:cNvPr>
              <p:cNvSpPr>
                <a:spLocks noGrp="1" noRot="1" noChangeAspect="1" noMove="1" noResize="1" noEditPoints="1" noAdjustHandles="1" noChangeArrowheads="1" noChangeShapeType="1" noTextEdit="1"/>
              </p:cNvSpPr>
              <p:nvPr>
                <p:ph idx="1"/>
              </p:nvPr>
            </p:nvSpPr>
            <p:spPr>
              <a:blipFill>
                <a:blip r:embed="rId2"/>
                <a:stretch>
                  <a:fillRect l="-1412" t="-1795" b="-1717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6462634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标题 1">
            <a:extLst>
              <a:ext uri="{FF2B5EF4-FFF2-40B4-BE49-F238E27FC236}">
                <a16:creationId xmlns:a16="http://schemas.microsoft.com/office/drawing/2014/main" id="{95FAB29E-FDB6-4203-BABD-648925E652E2}"/>
              </a:ext>
            </a:extLst>
          </p:cNvPr>
          <p:cNvSpPr>
            <a:spLocks noGrp="1" noChangeArrowheads="1"/>
          </p:cNvSpPr>
          <p:nvPr>
            <p:ph type="title"/>
          </p:nvPr>
        </p:nvSpPr>
        <p:spPr/>
        <p:txBody>
          <a:bodyPr/>
          <a:lstStyle/>
          <a:p>
            <a:endParaRPr lang="zh-CN" altLang="en-US"/>
          </a:p>
        </p:txBody>
      </p:sp>
      <p:pic>
        <p:nvPicPr>
          <p:cNvPr id="115715" name="内容占位符 3">
            <a:extLst>
              <a:ext uri="{FF2B5EF4-FFF2-40B4-BE49-F238E27FC236}">
                <a16:creationId xmlns:a16="http://schemas.microsoft.com/office/drawing/2014/main" id="{7D755EC0-E9BB-49A1-A767-E55AAB76959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547664" y="1402432"/>
            <a:ext cx="5737225" cy="4114800"/>
          </a:xfrm>
        </p:spPr>
      </p:pic>
    </p:spTree>
    <p:extLst>
      <p:ext uri="{BB962C8B-B14F-4D97-AF65-F5344CB8AC3E}">
        <p14:creationId xmlns:p14="http://schemas.microsoft.com/office/powerpoint/2010/main" val="328889568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8EBB04-ECC8-49A7-BC59-E36397F3DEF8}"/>
              </a:ext>
            </a:extLst>
          </p:cNvPr>
          <p:cNvSpPr>
            <a:spLocks noGrp="1"/>
          </p:cNvSpPr>
          <p:nvPr>
            <p:ph type="title"/>
          </p:nvPr>
        </p:nvSpPr>
        <p:spPr/>
        <p:txBody>
          <a:bodyPr/>
          <a:lstStyle/>
          <a:p>
            <a:r>
              <a:rPr lang="zh-CN" altLang="en-US" dirty="0"/>
              <a:t>直观算符优先分析法</a:t>
            </a:r>
          </a:p>
        </p:txBody>
      </p:sp>
      <p:sp>
        <p:nvSpPr>
          <p:cNvPr id="3" name="内容占位符 2">
            <a:extLst>
              <a:ext uri="{FF2B5EF4-FFF2-40B4-BE49-F238E27FC236}">
                <a16:creationId xmlns:a16="http://schemas.microsoft.com/office/drawing/2014/main" id="{0F7C049F-6DC9-4B44-9D4E-9FACE19945E3}"/>
              </a:ext>
            </a:extLst>
          </p:cNvPr>
          <p:cNvSpPr>
            <a:spLocks noGrp="1"/>
          </p:cNvSpPr>
          <p:nvPr>
            <p:ph idx="1"/>
          </p:nvPr>
        </p:nvSpPr>
        <p:spPr/>
        <p:txBody>
          <a:bodyPr/>
          <a:lstStyle/>
          <a:p>
            <a:r>
              <a:rPr lang="zh-CN" altLang="en-US" dirty="0"/>
              <a:t>使用两个工作栈：</a:t>
            </a:r>
            <a:endParaRPr lang="en-US" altLang="zh-CN" dirty="0"/>
          </a:p>
          <a:p>
            <a:pPr lvl="1"/>
            <a:r>
              <a:rPr lang="zh-CN" altLang="en-US" dirty="0"/>
              <a:t>一个操作符栈（</a:t>
            </a:r>
            <a:r>
              <a:rPr lang="en-US" altLang="zh-CN" dirty="0"/>
              <a:t>OPTR</a:t>
            </a:r>
            <a:r>
              <a:rPr lang="zh-CN" altLang="en-US" dirty="0"/>
              <a:t>）存放运算符和括号，栈顶符号用</a:t>
            </a:r>
            <a:r>
              <a:rPr lang="en-US" altLang="zh-CN" dirty="0"/>
              <a:t>θ</a:t>
            </a:r>
            <a:r>
              <a:rPr lang="zh-CN" altLang="en-US" dirty="0"/>
              <a:t>表示。</a:t>
            </a:r>
            <a:endParaRPr lang="en-US" altLang="zh-CN" dirty="0"/>
          </a:p>
          <a:p>
            <a:pPr lvl="1"/>
            <a:r>
              <a:rPr lang="zh-CN" altLang="en-US" dirty="0"/>
              <a:t>一个操作数栈（</a:t>
            </a:r>
            <a:r>
              <a:rPr lang="en-US" altLang="zh-CN" dirty="0"/>
              <a:t>OPND</a:t>
            </a:r>
            <a:r>
              <a:rPr lang="zh-CN" altLang="en-US" dirty="0"/>
              <a:t>）用于存放操作数和运算结果，栈顶符号用</a:t>
            </a:r>
            <a:r>
              <a:rPr lang="en-US" altLang="zh-CN" dirty="0"/>
              <a:t>π</a:t>
            </a:r>
            <a:r>
              <a:rPr lang="zh-CN" altLang="en-US" dirty="0"/>
              <a:t>表示。</a:t>
            </a:r>
          </a:p>
        </p:txBody>
      </p:sp>
    </p:spTree>
    <p:extLst>
      <p:ext uri="{BB962C8B-B14F-4D97-AF65-F5344CB8AC3E}">
        <p14:creationId xmlns:p14="http://schemas.microsoft.com/office/powerpoint/2010/main" val="183319461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7B4A75-3785-4CD2-8D97-9B9389B312AB}"/>
              </a:ext>
            </a:extLst>
          </p:cNvPr>
          <p:cNvSpPr>
            <a:spLocks noGrp="1"/>
          </p:cNvSpPr>
          <p:nvPr>
            <p:ph type="title"/>
          </p:nvPr>
        </p:nvSpPr>
        <p:spPr/>
        <p:txBody>
          <a:bodyPr/>
          <a:lstStyle/>
          <a:p>
            <a:r>
              <a:rPr lang="zh-CN" altLang="en-US" dirty="0"/>
              <a:t>直观算符分析法算法</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EDBC0866-6341-4175-B547-DED71875AFEE}"/>
                  </a:ext>
                </a:extLst>
              </p:cNvPr>
              <p:cNvSpPr>
                <a:spLocks noGrp="1"/>
              </p:cNvSpPr>
              <p:nvPr>
                <p:ph idx="1"/>
              </p:nvPr>
            </p:nvSpPr>
            <p:spPr/>
            <p:txBody>
              <a:bodyPr/>
              <a:lstStyle/>
              <a:p>
                <a:pPr marL="0" indent="0">
                  <a:buNone/>
                </a:pPr>
                <a:r>
                  <a:rPr lang="en-US" altLang="zh-CN" sz="2400" dirty="0"/>
                  <a:t>OPND=“”;</a:t>
                </a:r>
              </a:p>
              <a:p>
                <a:pPr marL="0" indent="0">
                  <a:buNone/>
                </a:pPr>
                <a:r>
                  <a:rPr lang="en-US" altLang="zh-CN" sz="2400" dirty="0"/>
                  <a:t>OPTR=“#”;</a:t>
                </a:r>
              </a:p>
              <a:p>
                <a:pPr marL="0" indent="0">
                  <a:buNone/>
                </a:pPr>
                <a:r>
                  <a:rPr lang="en-US" altLang="zh-CN" sz="2400" dirty="0"/>
                  <a:t>flag=true;</a:t>
                </a:r>
              </a:p>
              <a:p>
                <a:pPr marL="0" indent="0">
                  <a:buNone/>
                </a:pPr>
                <a:r>
                  <a:rPr lang="en-US" altLang="zh-CN" sz="2400" dirty="0"/>
                  <a:t>advance; /*</a:t>
                </a:r>
                <a:r>
                  <a:rPr lang="zh-CN" altLang="en-US" sz="2400" dirty="0"/>
                  <a:t>读入一个单词*</a:t>
                </a:r>
                <a:r>
                  <a:rPr lang="en-US" altLang="zh-CN" sz="2400" dirty="0"/>
                  <a:t>/</a:t>
                </a:r>
              </a:p>
              <a:p>
                <a:pPr marL="0" indent="0">
                  <a:buNone/>
                </a:pPr>
                <a:r>
                  <a:rPr lang="en-US" altLang="zh-CN" sz="2400" dirty="0"/>
                  <a:t>while flag {</a:t>
                </a:r>
              </a:p>
              <a:p>
                <a:pPr marL="0" indent="0">
                  <a:buNone/>
                </a:pPr>
                <a:r>
                  <a:rPr lang="en-US" altLang="zh-CN" sz="2400" dirty="0"/>
                  <a:t>    if </a:t>
                </a:r>
                <a:r>
                  <a:rPr lang="el-GR" altLang="zh-CN" sz="2400" dirty="0"/>
                  <a:t>θ=“#” </a:t>
                </a:r>
                <a:r>
                  <a:rPr lang="en-US" altLang="zh-CN" sz="2400" dirty="0"/>
                  <a:t>and SYM=“#” then flag=false /*</a:t>
                </a:r>
                <a:r>
                  <a:rPr lang="zh-CN" altLang="en-US" sz="2400" dirty="0"/>
                  <a:t>成功*</a:t>
                </a:r>
                <a:r>
                  <a:rPr lang="en-US" altLang="zh-CN" sz="2400" dirty="0"/>
                  <a:t>/</a:t>
                </a:r>
              </a:p>
              <a:p>
                <a:pPr marL="0" indent="0">
                  <a:buNone/>
                </a:pPr>
                <a:r>
                  <a:rPr lang="en-US" altLang="zh-CN" sz="2400" dirty="0"/>
                  <a:t>    else if </a:t>
                </a:r>
                <a:r>
                  <a:rPr lang="el-GR" altLang="zh-CN" sz="2400" dirty="0"/>
                  <a:t>θ=“(“ </a:t>
                </a:r>
                <a:r>
                  <a:rPr lang="en-US" altLang="zh-CN" sz="2400" dirty="0"/>
                  <a:t>and SYM=“)” then /*</a:t>
                </a:r>
                <a:r>
                  <a:rPr lang="zh-CN" altLang="en-US" sz="2400" dirty="0"/>
                  <a:t>匹配括号对*</a:t>
                </a:r>
                <a:r>
                  <a:rPr lang="en-US" altLang="zh-CN" sz="2400" dirty="0"/>
                  <a:t>/</a:t>
                </a:r>
              </a:p>
              <a:p>
                <a:pPr marL="0" indent="0">
                  <a:buNone/>
                </a:pPr>
                <a:r>
                  <a:rPr lang="en-US" altLang="zh-CN" sz="2400" dirty="0"/>
                  <a:t>        {OPTR</a:t>
                </a:r>
                <a:r>
                  <a:rPr lang="zh-CN" altLang="en-US" sz="2400" dirty="0"/>
                  <a:t>栈顶出栈； </a:t>
                </a:r>
                <a:r>
                  <a:rPr lang="en-US" altLang="zh-CN" sz="2400" dirty="0"/>
                  <a:t>advance;}</a:t>
                </a:r>
              </a:p>
              <a:p>
                <a:pPr marL="0" indent="0">
                  <a:buNone/>
                </a:pPr>
                <a:r>
                  <a:rPr lang="en-US" altLang="zh-CN" sz="2400" dirty="0"/>
                  <a:t>    else if SYM</a:t>
                </a:r>
                <a:r>
                  <a:rPr lang="zh-CN" altLang="en-US" sz="2400" dirty="0"/>
                  <a:t>是操作数 </a:t>
                </a:r>
                <a:r>
                  <a:rPr lang="en-US" altLang="zh-CN" sz="2400" dirty="0"/>
                  <a:t>then /*</a:t>
                </a:r>
                <a:r>
                  <a:rPr lang="zh-CN" altLang="en-US" sz="2400" dirty="0"/>
                  <a:t>移进操作数*</a:t>
                </a:r>
                <a:r>
                  <a:rPr lang="en-US" altLang="zh-CN" sz="2400" dirty="0"/>
                  <a:t>/</a:t>
                </a:r>
              </a:p>
              <a:p>
                <a:pPr marL="0" indent="0">
                  <a:buNone/>
                </a:pPr>
                <a:r>
                  <a:rPr lang="en-US" altLang="zh-CN" sz="2400" dirty="0"/>
                  <a:t>        {SYM</a:t>
                </a:r>
                <a:r>
                  <a:rPr lang="zh-CN" altLang="en-US" sz="2400" dirty="0"/>
                  <a:t>入</a:t>
                </a:r>
                <a:r>
                  <a:rPr lang="en-US" altLang="zh-CN" sz="2400" dirty="0"/>
                  <a:t>OPND</a:t>
                </a:r>
                <a:r>
                  <a:rPr lang="zh-CN" altLang="en-US" sz="2400" dirty="0"/>
                  <a:t>栈； </a:t>
                </a:r>
                <a:r>
                  <a:rPr lang="en-US" altLang="zh-CN" sz="2400" dirty="0"/>
                  <a:t>advance;}</a:t>
                </a:r>
              </a:p>
              <a:p>
                <a:pPr marL="0" indent="0">
                  <a:buNone/>
                </a:pPr>
                <a:r>
                  <a:rPr lang="en-US" altLang="zh-CN" sz="2400" dirty="0"/>
                  <a:t>    else if </a:t>
                </a:r>
                <a:r>
                  <a:rPr lang="el-GR" altLang="zh-CN" sz="2400" dirty="0"/>
                  <a:t>θ</a:t>
                </a:r>
                <a:r>
                  <a:rPr lang="en-US" altLang="zh-CN" sz="2400" dirty="0"/>
                  <a:t> </a:t>
                </a:r>
                <a14:m>
                  <m:oMath xmlns:m="http://schemas.openxmlformats.org/officeDocument/2006/math">
                    <m:r>
                      <a:rPr lang="en-US" altLang="zh-CN" sz="2400" i="1">
                        <a:latin typeface="Cambria Math" panose="02040503050406030204" pitchFamily="18" charset="0"/>
                        <a:ea typeface="Cambria Math" panose="02040503050406030204" pitchFamily="18" charset="0"/>
                      </a:rPr>
                      <m:t>⋖</m:t>
                    </m:r>
                  </m:oMath>
                </a14:m>
                <a:r>
                  <a:rPr lang="el-GR" altLang="zh-CN" sz="2400" dirty="0"/>
                  <a:t> </a:t>
                </a:r>
                <a:r>
                  <a:rPr lang="en-US" altLang="zh-CN" sz="2400" dirty="0"/>
                  <a:t>SYM then /*</a:t>
                </a:r>
                <a:r>
                  <a:rPr lang="zh-CN" altLang="en-US" sz="2400" dirty="0"/>
                  <a:t>移进操作符*</a:t>
                </a:r>
                <a:r>
                  <a:rPr lang="en-US" altLang="zh-CN" sz="2400" dirty="0"/>
                  <a:t>/</a:t>
                </a:r>
              </a:p>
              <a:p>
                <a:pPr marL="0" indent="0">
                  <a:buNone/>
                </a:pPr>
                <a:r>
                  <a:rPr lang="en-US" altLang="zh-CN" sz="2400" dirty="0"/>
                  <a:t>        {SYM</a:t>
                </a:r>
                <a:r>
                  <a:rPr lang="zh-CN" altLang="en-US" sz="2400" dirty="0"/>
                  <a:t>入</a:t>
                </a:r>
                <a:r>
                  <a:rPr lang="en-US" altLang="zh-CN" sz="2400" dirty="0"/>
                  <a:t>OPTR</a:t>
                </a:r>
                <a:r>
                  <a:rPr lang="zh-CN" altLang="en-US" sz="2400" dirty="0"/>
                  <a:t>栈； </a:t>
                </a:r>
                <a:r>
                  <a:rPr lang="en-US" altLang="zh-CN" sz="2400" dirty="0"/>
                  <a:t>advance;}</a:t>
                </a:r>
              </a:p>
              <a:p>
                <a:pPr marL="0" indent="0">
                  <a:buNone/>
                </a:pPr>
                <a:endParaRPr lang="zh-CN" altLang="en-US" sz="2400" dirty="0"/>
              </a:p>
            </p:txBody>
          </p:sp>
        </mc:Choice>
        <mc:Fallback xmlns="">
          <p:sp>
            <p:nvSpPr>
              <p:cNvPr id="3" name="内容占位符 2">
                <a:extLst>
                  <a:ext uri="{FF2B5EF4-FFF2-40B4-BE49-F238E27FC236}">
                    <a16:creationId xmlns:a16="http://schemas.microsoft.com/office/drawing/2014/main" id="{EDBC0866-6341-4175-B547-DED71875AFEE}"/>
                  </a:ext>
                </a:extLst>
              </p:cNvPr>
              <p:cNvSpPr>
                <a:spLocks noGrp="1" noRot="1" noChangeAspect="1" noMove="1" noResize="1" noEditPoints="1" noAdjustHandles="1" noChangeArrowheads="1" noChangeShapeType="1" noTextEdit="1"/>
              </p:cNvSpPr>
              <p:nvPr>
                <p:ph idx="1"/>
              </p:nvPr>
            </p:nvSpPr>
            <p:spPr>
              <a:blipFill>
                <a:blip r:embed="rId2"/>
                <a:stretch>
                  <a:fillRect l="-1255" t="-1026" b="-1423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4815590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FB964BF5-B72D-498A-BCE1-895C252FE82B}"/>
                  </a:ext>
                </a:extLst>
              </p:cNvPr>
              <p:cNvSpPr>
                <a:spLocks noGrp="1"/>
              </p:cNvSpPr>
              <p:nvPr>
                <p:ph idx="1"/>
              </p:nvPr>
            </p:nvSpPr>
            <p:spPr>
              <a:xfrm>
                <a:off x="685800" y="404664"/>
                <a:ext cx="7772400" cy="5403304"/>
              </a:xfrm>
            </p:spPr>
            <p:txBody>
              <a:bodyPr/>
              <a:lstStyle/>
              <a:p>
                <a:pPr marL="0" indent="0">
                  <a:buNone/>
                </a:pPr>
                <a:r>
                  <a:rPr lang="en-US" altLang="zh-CN" sz="2400" dirty="0"/>
                  <a:t>    else if θ </a:t>
                </a:r>
                <a14:m>
                  <m:oMath xmlns:m="http://schemas.openxmlformats.org/officeDocument/2006/math">
                    <m:r>
                      <a:rPr lang="en-US" altLang="zh-CN" sz="2400" i="1" smtClean="0">
                        <a:latin typeface="Cambria Math" panose="02040503050406030204" pitchFamily="18" charset="0"/>
                        <a:ea typeface="Cambria Math" panose="02040503050406030204" pitchFamily="18" charset="0"/>
                      </a:rPr>
                      <m:t>⋗</m:t>
                    </m:r>
                  </m:oMath>
                </a14:m>
                <a:r>
                  <a:rPr lang="en-US" altLang="zh-CN" sz="2400" dirty="0"/>
                  <a:t> SYM then /*</a:t>
                </a:r>
                <a:r>
                  <a:rPr lang="zh-CN" altLang="en-US" sz="2400" dirty="0"/>
                  <a:t>归约*</a:t>
                </a:r>
                <a:r>
                  <a:rPr lang="en-US" altLang="zh-CN" sz="2400" dirty="0"/>
                  <a:t>/</a:t>
                </a:r>
              </a:p>
              <a:p>
                <a:pPr marL="0" indent="0">
                  <a:buNone/>
                </a:pPr>
                <a:r>
                  <a:rPr lang="en-US" altLang="zh-CN" sz="2400" dirty="0"/>
                  <a:t>        {OPND</a:t>
                </a:r>
                <a:r>
                  <a:rPr lang="zh-CN" altLang="en-US" sz="2400" dirty="0"/>
                  <a:t>栈顶两个元素</a:t>
                </a:r>
                <a:r>
                  <a:rPr lang="en-US" altLang="zh-CN" sz="2400" dirty="0"/>
                  <a:t>π1</a:t>
                </a:r>
                <a:r>
                  <a:rPr lang="zh-CN" altLang="en-US" sz="2400" dirty="0"/>
                  <a:t>、 </a:t>
                </a:r>
                <a:r>
                  <a:rPr lang="en-US" altLang="zh-CN" sz="2400" dirty="0"/>
                  <a:t>π2</a:t>
                </a:r>
                <a:r>
                  <a:rPr lang="zh-CN" altLang="en-US" sz="2400" dirty="0"/>
                  <a:t>弹出；</a:t>
                </a:r>
              </a:p>
              <a:p>
                <a:pPr marL="0" indent="0">
                  <a:buNone/>
                </a:pPr>
                <a:r>
                  <a:rPr lang="zh-CN" altLang="en-US" sz="2400" dirty="0"/>
                  <a:t>        弹出</a:t>
                </a:r>
                <a:r>
                  <a:rPr lang="en-US" altLang="zh-CN" sz="2400" dirty="0"/>
                  <a:t>OPTR</a:t>
                </a:r>
                <a:r>
                  <a:rPr lang="zh-CN" altLang="en-US" sz="2400" dirty="0"/>
                  <a:t>栈顶元素</a:t>
                </a:r>
                <a:r>
                  <a:rPr lang="en-US" altLang="zh-CN" sz="2400" dirty="0"/>
                  <a:t>θ</a:t>
                </a:r>
                <a:r>
                  <a:rPr lang="zh-CN" altLang="en-US" sz="2400" dirty="0"/>
                  <a:t>；</a:t>
                </a:r>
              </a:p>
              <a:p>
                <a:pPr marL="0" indent="0">
                  <a:buNone/>
                </a:pPr>
                <a:r>
                  <a:rPr lang="zh-CN" altLang="en-US" sz="2400" dirty="0"/>
                  <a:t>        将</a:t>
                </a:r>
                <a:r>
                  <a:rPr lang="en-US" altLang="zh-CN" sz="2400" dirty="0"/>
                  <a:t>π1θπ2 </a:t>
                </a:r>
                <a:r>
                  <a:rPr lang="zh-CN" altLang="en-US" sz="2400" dirty="0"/>
                  <a:t>规约得到的结果入</a:t>
                </a:r>
                <a:r>
                  <a:rPr lang="en-US" altLang="zh-CN" sz="2400" dirty="0"/>
                  <a:t>OPND</a:t>
                </a:r>
                <a:r>
                  <a:rPr lang="zh-CN" altLang="en-US" sz="2400" dirty="0"/>
                  <a:t>栈；</a:t>
                </a:r>
              </a:p>
              <a:p>
                <a:pPr marL="0" indent="0">
                  <a:buNone/>
                </a:pPr>
                <a:r>
                  <a:rPr lang="en-US" altLang="zh-CN" sz="2400" dirty="0"/>
                  <a:t>        }</a:t>
                </a:r>
              </a:p>
              <a:p>
                <a:pPr marL="0" indent="0">
                  <a:buNone/>
                </a:pPr>
                <a:r>
                  <a:rPr lang="en-US" altLang="zh-CN" sz="2400" dirty="0"/>
                  <a:t>    else ERROR;</a:t>
                </a:r>
              </a:p>
              <a:p>
                <a:pPr marL="0" indent="0">
                  <a:buNone/>
                </a:pPr>
                <a:r>
                  <a:rPr lang="en-US" altLang="zh-CN" sz="2400" dirty="0"/>
                  <a:t>}}</a:t>
                </a:r>
              </a:p>
              <a:p>
                <a:pPr marL="0" indent="0">
                  <a:buNone/>
                </a:pPr>
                <a:r>
                  <a:rPr lang="en-US" altLang="zh-CN" dirty="0"/>
                  <a:t>//</a:t>
                </a:r>
                <a:r>
                  <a:rPr lang="zh-CN" altLang="en-US" dirty="0"/>
                  <a:t>在此基础上补充对一元运算符和其他定界符的操作。</a:t>
                </a:r>
              </a:p>
            </p:txBody>
          </p:sp>
        </mc:Choice>
        <mc:Fallback xmlns="">
          <p:sp>
            <p:nvSpPr>
              <p:cNvPr id="3" name="内容占位符 2">
                <a:extLst>
                  <a:ext uri="{FF2B5EF4-FFF2-40B4-BE49-F238E27FC236}">
                    <a16:creationId xmlns:a16="http://schemas.microsoft.com/office/drawing/2014/main" id="{FB964BF5-B72D-498A-BCE1-895C252FE82B}"/>
                  </a:ext>
                </a:extLst>
              </p:cNvPr>
              <p:cNvSpPr>
                <a:spLocks noGrp="1" noRot="1" noChangeAspect="1" noMove="1" noResize="1" noEditPoints="1" noAdjustHandles="1" noChangeArrowheads="1" noChangeShapeType="1" noTextEdit="1"/>
              </p:cNvSpPr>
              <p:nvPr>
                <p:ph idx="1"/>
              </p:nvPr>
            </p:nvSpPr>
            <p:spPr>
              <a:xfrm>
                <a:off x="685800" y="404664"/>
                <a:ext cx="7772400" cy="5403304"/>
              </a:xfrm>
              <a:blipFill>
                <a:blip r:embed="rId2"/>
                <a:stretch>
                  <a:fillRect l="-1647" t="-124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5884339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5E95DD-67AA-45C5-9A0B-24361EC76C8C}"/>
              </a:ext>
            </a:extLst>
          </p:cNvPr>
          <p:cNvSpPr>
            <a:spLocks noGrp="1"/>
          </p:cNvSpPr>
          <p:nvPr>
            <p:ph type="title"/>
          </p:nvPr>
        </p:nvSpPr>
        <p:spPr/>
        <p:txBody>
          <a:bodyPr/>
          <a:lstStyle/>
          <a:p>
            <a:r>
              <a:rPr lang="zh-CN" altLang="en-US" dirty="0"/>
              <a:t>算符优先分析法的优、缺点</a:t>
            </a:r>
          </a:p>
        </p:txBody>
      </p:sp>
      <p:sp>
        <p:nvSpPr>
          <p:cNvPr id="3" name="内容占位符 2">
            <a:extLst>
              <a:ext uri="{FF2B5EF4-FFF2-40B4-BE49-F238E27FC236}">
                <a16:creationId xmlns:a16="http://schemas.microsoft.com/office/drawing/2014/main" id="{DE8BF486-8E21-42E1-B276-1F2D0DC28245}"/>
              </a:ext>
            </a:extLst>
          </p:cNvPr>
          <p:cNvSpPr>
            <a:spLocks noGrp="1"/>
          </p:cNvSpPr>
          <p:nvPr>
            <p:ph idx="1"/>
          </p:nvPr>
        </p:nvSpPr>
        <p:spPr/>
        <p:txBody>
          <a:bodyPr/>
          <a:lstStyle/>
          <a:p>
            <a:r>
              <a:rPr lang="zh-CN" altLang="en-US" dirty="0"/>
              <a:t>概念简单</a:t>
            </a:r>
            <a:endParaRPr lang="en-US" altLang="zh-CN" dirty="0"/>
          </a:p>
          <a:p>
            <a:r>
              <a:rPr lang="zh-CN" altLang="en-US" dirty="0"/>
              <a:t>单目正负号与双目正负号相同，不便处理</a:t>
            </a:r>
            <a:endParaRPr lang="en-US" altLang="zh-CN" dirty="0"/>
          </a:p>
          <a:p>
            <a:pPr lvl="1"/>
            <a:r>
              <a:rPr lang="zh-CN" altLang="en-US" dirty="0"/>
              <a:t>事先替换成有区别的符号</a:t>
            </a:r>
            <a:endParaRPr lang="en-US" altLang="zh-CN" dirty="0"/>
          </a:p>
          <a:p>
            <a:r>
              <a:rPr lang="zh-CN" altLang="en-US" dirty="0"/>
              <a:t>难以处理不含终结符的产生式。</a:t>
            </a:r>
            <a:endParaRPr lang="en-US" altLang="zh-CN" dirty="0"/>
          </a:p>
          <a:p>
            <a:pPr marL="0" indent="0">
              <a:buNone/>
            </a:pPr>
            <a:r>
              <a:rPr lang="en-US" altLang="zh-CN" dirty="0"/>
              <a:t>    </a:t>
            </a:r>
            <a:r>
              <a:rPr lang="zh-CN" altLang="en-US" dirty="0"/>
              <a:t>（含</a:t>
            </a:r>
            <a:r>
              <a:rPr lang="en-US" altLang="zh-CN" dirty="0"/>
              <a:t>epsilon</a:t>
            </a:r>
            <a:r>
              <a:rPr lang="zh-CN" altLang="en-US" dirty="0"/>
              <a:t>产生式）</a:t>
            </a:r>
          </a:p>
        </p:txBody>
      </p:sp>
      <p:pic>
        <p:nvPicPr>
          <p:cNvPr id="5" name="图片 4">
            <a:extLst>
              <a:ext uri="{FF2B5EF4-FFF2-40B4-BE49-F238E27FC236}">
                <a16:creationId xmlns:a16="http://schemas.microsoft.com/office/drawing/2014/main" id="{F0906DC8-1477-4190-BA41-82BFD31B53D1}"/>
              </a:ext>
            </a:extLst>
          </p:cNvPr>
          <p:cNvPicPr>
            <a:picLocks noChangeAspect="1"/>
          </p:cNvPicPr>
          <p:nvPr/>
        </p:nvPicPr>
        <p:blipFill>
          <a:blip r:embed="rId2"/>
          <a:stretch>
            <a:fillRect/>
          </a:stretch>
        </p:blipFill>
        <p:spPr>
          <a:xfrm>
            <a:off x="5796138" y="2952328"/>
            <a:ext cx="3131843" cy="3573016"/>
          </a:xfrm>
          <a:prstGeom prst="rect">
            <a:avLst/>
          </a:prstGeom>
        </p:spPr>
      </p:pic>
    </p:spTree>
    <p:extLst>
      <p:ext uri="{BB962C8B-B14F-4D97-AF65-F5344CB8AC3E}">
        <p14:creationId xmlns:p14="http://schemas.microsoft.com/office/powerpoint/2010/main" val="231908659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3">
            <a:extLst>
              <a:ext uri="{FF2B5EF4-FFF2-40B4-BE49-F238E27FC236}">
                <a16:creationId xmlns:a16="http://schemas.microsoft.com/office/drawing/2014/main" id="{E5DE83B7-9881-49A0-89BA-D8BAE960ACAB}"/>
              </a:ext>
            </a:extLst>
          </p:cNvPr>
          <p:cNvSpPr>
            <a:spLocks noGrp="1" noChangeArrowheads="1"/>
          </p:cNvSpPr>
          <p:nvPr>
            <p:ph type="body" idx="1"/>
          </p:nvPr>
        </p:nvSpPr>
        <p:spPr>
          <a:xfrm>
            <a:off x="228600" y="1447800"/>
            <a:ext cx="8458200" cy="5181600"/>
          </a:xfrm>
        </p:spPr>
        <p:txBody>
          <a:bodyPr/>
          <a:lstStyle/>
          <a:p>
            <a:pPr eaLnBrk="1" hangingPunct="1">
              <a:defRPr/>
            </a:pPr>
            <a:r>
              <a:rPr lang="en-US" altLang="zh-CN" dirty="0" err="1"/>
              <a:t>Yacc</a:t>
            </a:r>
            <a:r>
              <a:rPr lang="zh-CN" altLang="en-US" dirty="0"/>
              <a:t>输入文件的结构</a:t>
            </a:r>
            <a:endParaRPr lang="en-US" altLang="zh-CN" dirty="0"/>
          </a:p>
          <a:p>
            <a:pPr marL="0" indent="0" eaLnBrk="1" hangingPunct="1">
              <a:buNone/>
              <a:defRPr/>
            </a:pPr>
            <a:r>
              <a:rPr lang="en-US" altLang="zh-CN" dirty="0"/>
              <a:t>    ... </a:t>
            </a:r>
            <a:r>
              <a:rPr lang="en-US" altLang="zh-CN" i="1" dirty="0"/>
              <a:t>definition section ...</a:t>
            </a:r>
            <a:br>
              <a:rPr lang="en-US" altLang="zh-CN" i="1" dirty="0"/>
            </a:br>
            <a:r>
              <a:rPr lang="en-US" altLang="zh-CN" i="1" dirty="0"/>
              <a:t>    </a:t>
            </a:r>
            <a:r>
              <a:rPr lang="en-US" altLang="zh-CN" dirty="0"/>
              <a:t>%%</a:t>
            </a:r>
            <a:br>
              <a:rPr lang="en-US" altLang="zh-CN" dirty="0"/>
            </a:br>
            <a:r>
              <a:rPr lang="en-US" altLang="zh-CN" dirty="0"/>
              <a:t>    ... </a:t>
            </a:r>
            <a:r>
              <a:rPr lang="en-US" altLang="zh-CN" i="1" dirty="0"/>
              <a:t>rules section ...</a:t>
            </a:r>
            <a:br>
              <a:rPr lang="en-US" altLang="zh-CN" i="1" dirty="0"/>
            </a:br>
            <a:r>
              <a:rPr lang="en-US" altLang="zh-CN" i="1" dirty="0"/>
              <a:t>    </a:t>
            </a:r>
            <a:r>
              <a:rPr lang="en-US" altLang="zh-CN" dirty="0"/>
              <a:t>%%</a:t>
            </a:r>
            <a:br>
              <a:rPr lang="en-US" altLang="zh-CN" dirty="0"/>
            </a:br>
            <a:r>
              <a:rPr lang="en-US" altLang="zh-CN" dirty="0"/>
              <a:t>    ... </a:t>
            </a:r>
            <a:r>
              <a:rPr lang="en-US" altLang="zh-CN" i="1" dirty="0"/>
              <a:t>user subroutines section ...</a:t>
            </a:r>
            <a:r>
              <a:rPr lang="en-US" altLang="zh-CN" dirty="0"/>
              <a:t> </a:t>
            </a:r>
          </a:p>
          <a:p>
            <a:pPr lvl="1" eaLnBrk="1" hangingPunct="1">
              <a:defRPr/>
            </a:pPr>
            <a:r>
              <a:rPr lang="zh-CN" altLang="en-US" dirty="0"/>
              <a:t>前两个部分是必须的，即便其中的一个为空。</a:t>
            </a:r>
            <a:endParaRPr lang="en-US" altLang="zh-CN" dirty="0"/>
          </a:p>
          <a:p>
            <a:pPr lvl="1" eaLnBrk="1" hangingPunct="1">
              <a:defRPr/>
            </a:pPr>
            <a:r>
              <a:rPr lang="zh-CN" altLang="en-US" dirty="0"/>
              <a:t>第三部分以及作为第三部分开始的“</a:t>
            </a:r>
            <a:r>
              <a:rPr lang="en-US" altLang="zh-CN" dirty="0"/>
              <a:t>%%</a:t>
            </a:r>
            <a:r>
              <a:rPr lang="zh-CN" altLang="en-US" dirty="0"/>
              <a:t>”可以为空。</a:t>
            </a:r>
            <a:br>
              <a:rPr lang="en-US" altLang="zh-CN" dirty="0"/>
            </a:br>
            <a:br>
              <a:rPr lang="en-US" altLang="zh-CN" dirty="0"/>
            </a:br>
            <a:r>
              <a:rPr lang="zh-CN" altLang="en-US" dirty="0">
                <a:sym typeface="Symbol" panose="05050102010706020507" pitchFamily="18" charset="2"/>
              </a:rPr>
              <a:t> </a:t>
            </a:r>
          </a:p>
        </p:txBody>
      </p:sp>
      <p:sp>
        <p:nvSpPr>
          <p:cNvPr id="55299" name="Rectangle 4">
            <a:extLst>
              <a:ext uri="{FF2B5EF4-FFF2-40B4-BE49-F238E27FC236}">
                <a16:creationId xmlns:a16="http://schemas.microsoft.com/office/drawing/2014/main" id="{F920AAA1-426E-47E6-B81E-D39DB636AFDB}"/>
              </a:ext>
            </a:extLst>
          </p:cNvPr>
          <p:cNvSpPr>
            <a:spLocks noGrp="1" noChangeArrowheads="1"/>
          </p:cNvSpPr>
          <p:nvPr/>
        </p:nvSpPr>
        <p:spPr bwMode="auto">
          <a:xfrm>
            <a:off x="304800" y="381000"/>
            <a:ext cx="7772400" cy="7437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dirty="0">
                <a:solidFill>
                  <a:schemeClr val="tx2"/>
                </a:solidFill>
              </a:rPr>
              <a:t>Yacc</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855ABF97-1CDD-4C34-9B4C-D22839B455A0}"/>
              </a:ext>
            </a:extLst>
          </p:cNvPr>
          <p:cNvSpPr>
            <a:spLocks noGrp="1" noChangeArrowheads="1"/>
          </p:cNvSpPr>
          <p:nvPr>
            <p:ph type="body" idx="1"/>
          </p:nvPr>
        </p:nvSpPr>
        <p:spPr>
          <a:xfrm>
            <a:off x="228600" y="1447800"/>
            <a:ext cx="7295728" cy="5181600"/>
          </a:xfrm>
        </p:spPr>
        <p:txBody>
          <a:bodyPr/>
          <a:lstStyle/>
          <a:p>
            <a:pPr eaLnBrk="1" hangingPunct="1"/>
            <a:r>
              <a:rPr lang="zh-CN" altLang="en-US" dirty="0">
                <a:sym typeface="Symbol" panose="05050102010706020507" pitchFamily="18" charset="2"/>
              </a:rPr>
              <a:t>定义部分（</a:t>
            </a:r>
            <a:r>
              <a:rPr lang="en-US" altLang="zh-CN" dirty="0">
                <a:sym typeface="Symbol" panose="05050102010706020507" pitchFamily="18" charset="2"/>
              </a:rPr>
              <a:t>definition section</a:t>
            </a:r>
            <a:r>
              <a:rPr lang="zh-CN" altLang="en-US" dirty="0">
                <a:sym typeface="Symbol" panose="05050102010706020507" pitchFamily="18" charset="2"/>
              </a:rPr>
              <a:t>）</a:t>
            </a:r>
          </a:p>
          <a:p>
            <a:pPr eaLnBrk="1" hangingPunct="1">
              <a:buFontTx/>
              <a:buNone/>
            </a:pPr>
            <a:r>
              <a:rPr lang="zh-CN" altLang="en-US" sz="2400" dirty="0">
                <a:sym typeface="Symbol" panose="05050102010706020507" pitchFamily="18" charset="2"/>
              </a:rPr>
              <a:t>  </a:t>
            </a:r>
            <a:r>
              <a:rPr lang="en-US" altLang="zh-CN" sz="2400" dirty="0">
                <a:solidFill>
                  <a:srgbClr val="000000"/>
                </a:solidFill>
                <a:latin typeface="Arial" panose="020B0604020202020204" pitchFamily="34" charset="0"/>
                <a:cs typeface="Arial" panose="020B0604020202020204" pitchFamily="34" charset="0"/>
                <a:sym typeface="Symbol" panose="05050102010706020507" pitchFamily="18" charset="2"/>
              </a:rPr>
              <a:t>%{ </a:t>
            </a:r>
            <a:br>
              <a:rPr lang="en-US" altLang="zh-CN" sz="2400" dirty="0">
                <a:solidFill>
                  <a:srgbClr val="000000"/>
                </a:solidFill>
                <a:latin typeface="Arial" panose="020B0604020202020204" pitchFamily="34" charset="0"/>
                <a:cs typeface="Arial" panose="020B0604020202020204" pitchFamily="34" charset="0"/>
                <a:sym typeface="Symbol" panose="05050102010706020507" pitchFamily="18" charset="2"/>
              </a:rPr>
            </a:br>
            <a:r>
              <a:rPr lang="en-US" altLang="zh-CN" sz="2400" dirty="0">
                <a:solidFill>
                  <a:srgbClr val="000000"/>
                </a:solidFill>
                <a:latin typeface="Arial" panose="020B0604020202020204" pitchFamily="34" charset="0"/>
                <a:cs typeface="Arial" panose="020B0604020202020204" pitchFamily="34" charset="0"/>
                <a:sym typeface="Symbol" panose="05050102010706020507" pitchFamily="18" charset="2"/>
              </a:rPr>
              <a:t> </a:t>
            </a:r>
            <a:r>
              <a:rPr lang="zh-CN" altLang="en-US" sz="2400" dirty="0">
                <a:solidFill>
                  <a:srgbClr val="000000"/>
                </a:solidFill>
                <a:latin typeface="宋体" panose="02010600030101010101" pitchFamily="2" charset="-122"/>
                <a:cs typeface="Arial" panose="020B0604020202020204" pitchFamily="34" charset="0"/>
                <a:sym typeface="Symbol" panose="05050102010706020507" pitchFamily="18" charset="2"/>
              </a:rPr>
              <a:t>头文件表</a:t>
            </a:r>
            <a:endParaRPr lang="en-US" altLang="zh-CN" sz="2400" dirty="0">
              <a:solidFill>
                <a:srgbClr val="000000"/>
              </a:solidFill>
              <a:latin typeface="宋体" panose="02010600030101010101" pitchFamily="2" charset="-122"/>
              <a:cs typeface="Arial" panose="020B0604020202020204" pitchFamily="34" charset="0"/>
              <a:sym typeface="Symbol" panose="05050102010706020507" pitchFamily="18" charset="2"/>
            </a:endParaRPr>
          </a:p>
          <a:p>
            <a:pPr eaLnBrk="1" hangingPunct="1">
              <a:buFontTx/>
              <a:buNone/>
            </a:pPr>
            <a:r>
              <a:rPr lang="zh-CN" altLang="en-US" sz="2400" dirty="0">
                <a:solidFill>
                  <a:srgbClr val="000000"/>
                </a:solidFill>
                <a:latin typeface="宋体" panose="02010600030101010101" pitchFamily="2" charset="-122"/>
                <a:cs typeface="Arial" panose="020B0604020202020204" pitchFamily="34" charset="0"/>
                <a:sym typeface="Symbol" panose="05050102010706020507" pitchFamily="18" charset="2"/>
              </a:rPr>
              <a:t>   宏定义</a:t>
            </a:r>
            <a:r>
              <a:rPr lang="zh-CN" altLang="en-US" sz="2400" dirty="0">
                <a:solidFill>
                  <a:srgbClr val="000000"/>
                </a:solidFill>
                <a:latin typeface="Arial" panose="020B0604020202020204" pitchFamily="34" charset="0"/>
                <a:cs typeface="Arial" panose="020B0604020202020204" pitchFamily="34" charset="0"/>
                <a:sym typeface="Symbol" panose="05050102010706020507" pitchFamily="18" charset="2"/>
              </a:rPr>
              <a:t>  </a:t>
            </a:r>
            <a:endParaRPr lang="en-US" altLang="zh-CN" sz="2400" dirty="0">
              <a:solidFill>
                <a:srgbClr val="000000"/>
              </a:solidFill>
              <a:latin typeface="Arial" panose="020B0604020202020204" pitchFamily="34" charset="0"/>
              <a:cs typeface="Arial" panose="020B0604020202020204" pitchFamily="34" charset="0"/>
              <a:sym typeface="Symbol" panose="05050102010706020507" pitchFamily="18" charset="2"/>
            </a:endParaRPr>
          </a:p>
          <a:p>
            <a:pPr eaLnBrk="1" hangingPunct="1">
              <a:buNone/>
            </a:pPr>
            <a:r>
              <a:rPr lang="zh-CN" altLang="en-US" sz="2400" dirty="0">
                <a:solidFill>
                  <a:srgbClr val="000000"/>
                </a:solidFill>
                <a:latin typeface="Arial" panose="020B0604020202020204" pitchFamily="34" charset="0"/>
                <a:cs typeface="Arial" panose="020B0604020202020204" pitchFamily="34" charset="0"/>
                <a:sym typeface="Symbol" panose="05050102010706020507" pitchFamily="18" charset="2"/>
              </a:rPr>
              <a:t>     数据类型定义（</a:t>
            </a:r>
            <a:r>
              <a:rPr lang="zh-CN" altLang="en-US" sz="2400" dirty="0">
                <a:solidFill>
                  <a:srgbClr val="000000"/>
                </a:solidFill>
                <a:latin typeface="Arial" charset="0"/>
                <a:cs typeface="Arial" charset="0"/>
                <a:sym typeface="Symbol" pitchFamily="18" charset="2"/>
              </a:rPr>
              <a:t>语义值类型定义</a:t>
            </a:r>
            <a:r>
              <a:rPr lang="zh-CN" altLang="en-US" sz="2400" dirty="0">
                <a:solidFill>
                  <a:srgbClr val="000000"/>
                </a:solidFill>
                <a:latin typeface="Arial" panose="020B0604020202020204" pitchFamily="34" charset="0"/>
                <a:cs typeface="Arial" panose="020B0604020202020204" pitchFamily="34" charset="0"/>
                <a:sym typeface="Symbol" panose="05050102010706020507" pitchFamily="18" charset="2"/>
              </a:rPr>
              <a:t>）</a:t>
            </a:r>
            <a:r>
              <a:rPr lang="en-US" altLang="zh-CN" sz="2400" dirty="0">
                <a:solidFill>
                  <a:srgbClr val="000000"/>
                </a:solidFill>
                <a:latin typeface="Arial" panose="020B0604020202020204" pitchFamily="34" charset="0"/>
                <a:cs typeface="Arial" panose="020B0604020202020204" pitchFamily="34" charset="0"/>
                <a:sym typeface="Symbol" panose="05050102010706020507" pitchFamily="18" charset="2"/>
              </a:rPr>
              <a:t>		</a:t>
            </a:r>
          </a:p>
          <a:p>
            <a:pPr eaLnBrk="1" hangingPunct="1">
              <a:buFontTx/>
              <a:buNone/>
            </a:pPr>
            <a:r>
              <a:rPr lang="zh-CN" altLang="en-US" sz="2400" dirty="0">
                <a:solidFill>
                  <a:srgbClr val="000000"/>
                </a:solidFill>
                <a:latin typeface="Arial" panose="020B0604020202020204" pitchFamily="34" charset="0"/>
                <a:cs typeface="Arial" panose="020B0604020202020204" pitchFamily="34" charset="0"/>
                <a:sym typeface="Symbol" panose="05050102010706020507" pitchFamily="18" charset="2"/>
              </a:rPr>
              <a:t>     全局变量定义</a:t>
            </a:r>
            <a:endParaRPr lang="en-US" altLang="zh-CN" sz="2400" dirty="0">
              <a:solidFill>
                <a:srgbClr val="000000"/>
              </a:solidFill>
              <a:latin typeface="Arial" panose="020B0604020202020204" pitchFamily="34" charset="0"/>
              <a:cs typeface="Arial" panose="020B0604020202020204" pitchFamily="34" charset="0"/>
              <a:sym typeface="Symbol" panose="05050102010706020507" pitchFamily="18" charset="2"/>
            </a:endParaRPr>
          </a:p>
          <a:p>
            <a:pPr marL="400050" lvl="1" indent="0" eaLnBrk="1" hangingPunct="1">
              <a:buNone/>
              <a:defRPr/>
            </a:pPr>
            <a:r>
              <a:rPr lang="zh-CN" altLang="en-US" dirty="0">
                <a:solidFill>
                  <a:srgbClr val="000000"/>
                </a:solidFill>
                <a:latin typeface="Arial" charset="0"/>
                <a:cs typeface="Arial" charset="0"/>
                <a:sym typeface="Symbol" pitchFamily="18" charset="2"/>
              </a:rPr>
              <a:t>语法开始符号定义</a:t>
            </a:r>
            <a:endParaRPr lang="en-US" altLang="zh-CN" dirty="0">
              <a:solidFill>
                <a:srgbClr val="000000"/>
              </a:solidFill>
              <a:latin typeface="Arial" charset="0"/>
              <a:cs typeface="Arial" charset="0"/>
              <a:sym typeface="Symbol" pitchFamily="18" charset="2"/>
            </a:endParaRPr>
          </a:p>
          <a:p>
            <a:pPr marL="400050" lvl="1" indent="0" eaLnBrk="1" hangingPunct="1">
              <a:buNone/>
              <a:defRPr/>
            </a:pPr>
            <a:r>
              <a:rPr lang="zh-CN" altLang="en-US" dirty="0">
                <a:solidFill>
                  <a:srgbClr val="000000"/>
                </a:solidFill>
                <a:latin typeface="Arial" charset="0"/>
                <a:cs typeface="Arial" charset="0"/>
                <a:sym typeface="Symbol" pitchFamily="18" charset="2"/>
              </a:rPr>
              <a:t>终结符号定义</a:t>
            </a:r>
            <a:r>
              <a:rPr lang="en-US" altLang="zh-CN" dirty="0">
                <a:solidFill>
                  <a:srgbClr val="000000"/>
                </a:solidFill>
                <a:latin typeface="Arial" charset="0"/>
                <a:cs typeface="Arial" charset="0"/>
                <a:sym typeface="Symbol" pitchFamily="18" charset="2"/>
              </a:rPr>
              <a:t>(tokens)</a:t>
            </a:r>
          </a:p>
          <a:p>
            <a:pPr marL="400050" lvl="1" indent="0" eaLnBrk="1" hangingPunct="1">
              <a:buNone/>
              <a:defRPr/>
            </a:pPr>
            <a:r>
              <a:rPr lang="zh-CN" altLang="en-US" dirty="0">
                <a:solidFill>
                  <a:srgbClr val="000000"/>
                </a:solidFill>
                <a:latin typeface="Arial" charset="0"/>
                <a:cs typeface="Arial" charset="0"/>
                <a:sym typeface="Symbol" pitchFamily="18" charset="2"/>
              </a:rPr>
              <a:t>运算符优先级及结合性定义</a:t>
            </a:r>
            <a:endParaRPr lang="en-US" altLang="zh-CN" dirty="0">
              <a:solidFill>
                <a:srgbClr val="000000"/>
              </a:solidFill>
              <a:latin typeface="Arial" panose="020B0604020202020204" pitchFamily="34" charset="0"/>
              <a:cs typeface="Arial" panose="020B0604020202020204" pitchFamily="34" charset="0"/>
              <a:sym typeface="Symbol" panose="05050102010706020507" pitchFamily="18" charset="2"/>
            </a:endParaRPr>
          </a:p>
          <a:p>
            <a:pPr eaLnBrk="1" hangingPunct="1">
              <a:buFontTx/>
              <a:buNone/>
            </a:pPr>
            <a:r>
              <a:rPr lang="zh-CN" altLang="en-US" sz="2400" dirty="0">
                <a:solidFill>
                  <a:srgbClr val="000000"/>
                </a:solidFill>
                <a:latin typeface="Arial" panose="020B0604020202020204" pitchFamily="34" charset="0"/>
                <a:cs typeface="Arial" panose="020B0604020202020204" pitchFamily="34" charset="0"/>
                <a:sym typeface="Symbol" panose="05050102010706020507" pitchFamily="18" charset="2"/>
              </a:rPr>
              <a:t>   </a:t>
            </a:r>
            <a:r>
              <a:rPr lang="en-US" altLang="zh-CN" sz="2400" dirty="0">
                <a:solidFill>
                  <a:srgbClr val="000000"/>
                </a:solidFill>
                <a:latin typeface="Arial" panose="020B0604020202020204" pitchFamily="34" charset="0"/>
                <a:cs typeface="Arial" panose="020B0604020202020204" pitchFamily="34" charset="0"/>
                <a:sym typeface="Symbol" panose="05050102010706020507" pitchFamily="18" charset="2"/>
              </a:rPr>
              <a:t>%}</a:t>
            </a:r>
          </a:p>
          <a:p>
            <a:pPr eaLnBrk="1" hangingPunct="1">
              <a:buFontTx/>
              <a:buNone/>
            </a:pPr>
            <a:r>
              <a:rPr lang="zh-CN" altLang="en-US" dirty="0">
                <a:solidFill>
                  <a:srgbClr val="000000"/>
                </a:solidFill>
                <a:latin typeface="Arial" panose="020B0604020202020204" pitchFamily="34" charset="0"/>
                <a:cs typeface="Arial" panose="020B0604020202020204" pitchFamily="34" charset="0"/>
                <a:sym typeface="Symbol" panose="05050102010706020507" pitchFamily="18" charset="2"/>
              </a:rPr>
              <a:t>   </a:t>
            </a:r>
          </a:p>
        </p:txBody>
      </p:sp>
      <p:sp>
        <p:nvSpPr>
          <p:cNvPr id="71683" name="Rectangle 3">
            <a:extLst>
              <a:ext uri="{FF2B5EF4-FFF2-40B4-BE49-F238E27FC236}">
                <a16:creationId xmlns:a16="http://schemas.microsoft.com/office/drawing/2014/main" id="{CFCBFEAA-FAB9-4791-9E7E-D3466830A4DF}"/>
              </a:ext>
            </a:extLst>
          </p:cNvPr>
          <p:cNvSpPr>
            <a:spLocks noGrp="1" noChangeArrowheads="1"/>
          </p:cNvSpPr>
          <p:nvPr/>
        </p:nvSpPr>
        <p:spPr bwMode="auto">
          <a:xfrm>
            <a:off x="304800" y="381002"/>
            <a:ext cx="7772400"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dirty="0" err="1">
                <a:solidFill>
                  <a:schemeClr val="tx2"/>
                </a:solidFill>
              </a:rPr>
              <a:t>Yacc</a:t>
            </a:r>
            <a:r>
              <a:rPr kumimoji="0" lang="zh-CN" altLang="en-US" dirty="0">
                <a:solidFill>
                  <a:schemeClr val="tx2"/>
                </a:solidFill>
              </a:rPr>
              <a:t>输入文件的定义部分</a:t>
            </a:r>
            <a:endParaRPr kumimoji="0" lang="en-US" altLang="zh-CN" dirty="0">
              <a:solidFill>
                <a:schemeClr val="tx2"/>
              </a:solidFill>
            </a:endParaRPr>
          </a:p>
        </p:txBody>
      </p:sp>
    </p:spTree>
    <p:extLst>
      <p:ext uri="{BB962C8B-B14F-4D97-AF65-F5344CB8AC3E}">
        <p14:creationId xmlns:p14="http://schemas.microsoft.com/office/powerpoint/2010/main" val="344539450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
            <a:extLst>
              <a:ext uri="{FF2B5EF4-FFF2-40B4-BE49-F238E27FC236}">
                <a16:creationId xmlns:a16="http://schemas.microsoft.com/office/drawing/2014/main" id="{AEEAABE4-0A2C-407E-AD20-56B7AA2981D7}"/>
              </a:ext>
            </a:extLst>
          </p:cNvPr>
          <p:cNvSpPr>
            <a:spLocks noGrp="1" noChangeArrowheads="1"/>
          </p:cNvSpPr>
          <p:nvPr>
            <p:ph type="title"/>
          </p:nvPr>
        </p:nvSpPr>
        <p:spPr/>
        <p:txBody>
          <a:bodyPr/>
          <a:lstStyle/>
          <a:p>
            <a:r>
              <a:rPr lang="zh-CN" altLang="en-US" dirty="0"/>
              <a:t>符号（</a:t>
            </a:r>
            <a:r>
              <a:rPr lang="en-US" altLang="zh-CN" dirty="0"/>
              <a:t>Symbols </a:t>
            </a:r>
            <a:r>
              <a:rPr lang="zh-CN" altLang="en-US" dirty="0"/>
              <a:t>）</a:t>
            </a:r>
          </a:p>
        </p:txBody>
      </p:sp>
      <p:sp>
        <p:nvSpPr>
          <p:cNvPr id="56323" name="内容占位符 2">
            <a:extLst>
              <a:ext uri="{FF2B5EF4-FFF2-40B4-BE49-F238E27FC236}">
                <a16:creationId xmlns:a16="http://schemas.microsoft.com/office/drawing/2014/main" id="{66B3E80F-E2C9-4C2D-82CA-0AFFE44E4BB7}"/>
              </a:ext>
            </a:extLst>
          </p:cNvPr>
          <p:cNvSpPr>
            <a:spLocks noGrp="1" noChangeArrowheads="1"/>
          </p:cNvSpPr>
          <p:nvPr>
            <p:ph idx="1"/>
          </p:nvPr>
        </p:nvSpPr>
        <p:spPr/>
        <p:txBody>
          <a:bodyPr/>
          <a:lstStyle/>
          <a:p>
            <a:r>
              <a:rPr lang="en-US" altLang="zh-CN" dirty="0" err="1"/>
              <a:t>Yacc</a:t>
            </a:r>
            <a:r>
              <a:rPr lang="zh-CN" altLang="en-US" dirty="0"/>
              <a:t>文法由符号组成</a:t>
            </a:r>
            <a:r>
              <a:rPr lang="en-US" altLang="zh-CN" dirty="0"/>
              <a:t>, </a:t>
            </a:r>
          </a:p>
          <a:p>
            <a:pPr lvl="1"/>
            <a:r>
              <a:rPr lang="zh-CN" altLang="en-US" dirty="0"/>
              <a:t>由</a:t>
            </a:r>
            <a:r>
              <a:rPr lang="en-US" altLang="zh-CN" dirty="0" err="1"/>
              <a:t>lexer</a:t>
            </a:r>
            <a:r>
              <a:rPr lang="zh-CN" altLang="en-US" dirty="0"/>
              <a:t>生成的叫做终结符（</a:t>
            </a:r>
            <a:r>
              <a:rPr lang="en-US" altLang="zh-CN" i="1" dirty="0"/>
              <a:t>terminal symbols</a:t>
            </a:r>
            <a:r>
              <a:rPr lang="zh-CN" altLang="en-US" i="1" dirty="0"/>
              <a:t>）</a:t>
            </a:r>
            <a:r>
              <a:rPr lang="zh-CN" altLang="en-US" dirty="0"/>
              <a:t>或</a:t>
            </a:r>
            <a:r>
              <a:rPr lang="en-US" altLang="zh-CN" i="1" dirty="0"/>
              <a:t> </a:t>
            </a:r>
            <a:r>
              <a:rPr lang="zh-CN" altLang="en-US" dirty="0"/>
              <a:t>词法单元（</a:t>
            </a:r>
            <a:r>
              <a:rPr lang="en-US" altLang="zh-CN" i="1" dirty="0"/>
              <a:t>tokens</a:t>
            </a:r>
            <a:r>
              <a:rPr lang="zh-CN" altLang="en-US" dirty="0"/>
              <a:t>）。</a:t>
            </a:r>
            <a:r>
              <a:rPr lang="en-US" altLang="zh-CN" dirty="0"/>
              <a:t> </a:t>
            </a:r>
          </a:p>
          <a:p>
            <a:pPr lvl="2"/>
            <a:r>
              <a:rPr lang="zh-CN" altLang="en-US" dirty="0"/>
              <a:t>全大写字母组成的字符串</a:t>
            </a:r>
            <a:endParaRPr lang="en-US" altLang="zh-CN" dirty="0"/>
          </a:p>
          <a:p>
            <a:pPr lvl="1"/>
            <a:r>
              <a:rPr lang="zh-CN" altLang="en-US" dirty="0"/>
              <a:t>非终结符（</a:t>
            </a:r>
            <a:r>
              <a:rPr lang="en-US" altLang="zh-CN" i="1" dirty="0"/>
              <a:t>nonterminal symbols </a:t>
            </a:r>
            <a:r>
              <a:rPr lang="en-US" altLang="zh-CN" dirty="0"/>
              <a:t>or </a:t>
            </a:r>
            <a:r>
              <a:rPr lang="en-US" altLang="zh-CN" i="1" dirty="0"/>
              <a:t>non-terminals</a:t>
            </a:r>
            <a:r>
              <a:rPr lang="zh-CN" altLang="en-US" dirty="0"/>
              <a:t>）</a:t>
            </a:r>
            <a:r>
              <a:rPr lang="en-US" altLang="zh-CN" dirty="0"/>
              <a:t> </a:t>
            </a:r>
          </a:p>
          <a:p>
            <a:pPr lvl="2"/>
            <a:r>
              <a:rPr lang="zh-CN" altLang="en-US" dirty="0"/>
              <a:t>全小写字母组成的字符串</a:t>
            </a:r>
            <a:br>
              <a:rPr lang="en-US" altLang="zh-CN" dirty="0"/>
            </a:br>
            <a:br>
              <a:rPr lang="en-US" altLang="zh-CN" dirty="0"/>
            </a:br>
            <a:br>
              <a:rPr lang="en-US" altLang="zh-CN" dirty="0"/>
            </a:br>
            <a:endParaRPr lang="zh-CN" altLang="en-US"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1">
            <a:extLst>
              <a:ext uri="{FF2B5EF4-FFF2-40B4-BE49-F238E27FC236}">
                <a16:creationId xmlns:a16="http://schemas.microsoft.com/office/drawing/2014/main" id="{740A08FF-9348-491A-B7F8-625A972B2E7C}"/>
              </a:ext>
            </a:extLst>
          </p:cNvPr>
          <p:cNvSpPr>
            <a:spLocks noGrp="1" noChangeArrowheads="1"/>
          </p:cNvSpPr>
          <p:nvPr>
            <p:ph type="title"/>
          </p:nvPr>
        </p:nvSpPr>
        <p:spPr/>
        <p:txBody>
          <a:bodyPr/>
          <a:lstStyle/>
          <a:p>
            <a:r>
              <a:rPr lang="zh-CN" altLang="en-US" dirty="0"/>
              <a:t>词法元素（</a:t>
            </a:r>
            <a:r>
              <a:rPr lang="en-US" altLang="zh-CN" dirty="0"/>
              <a:t>Tokens</a:t>
            </a:r>
            <a:r>
              <a:rPr lang="zh-CN" altLang="en-US" dirty="0"/>
              <a:t>）</a:t>
            </a:r>
          </a:p>
        </p:txBody>
      </p:sp>
      <p:sp>
        <p:nvSpPr>
          <p:cNvPr id="62467" name="内容占位符 2">
            <a:extLst>
              <a:ext uri="{FF2B5EF4-FFF2-40B4-BE49-F238E27FC236}">
                <a16:creationId xmlns:a16="http://schemas.microsoft.com/office/drawing/2014/main" id="{4AC5EFE0-EC35-4ABC-96E4-9CAE0FB4B4E0}"/>
              </a:ext>
            </a:extLst>
          </p:cNvPr>
          <p:cNvSpPr>
            <a:spLocks noGrp="1" noChangeArrowheads="1"/>
          </p:cNvSpPr>
          <p:nvPr>
            <p:ph idx="1"/>
          </p:nvPr>
        </p:nvSpPr>
        <p:spPr/>
        <p:txBody>
          <a:bodyPr/>
          <a:lstStyle/>
          <a:p>
            <a:r>
              <a:rPr lang="en-US" altLang="zh-CN" dirty="0"/>
              <a:t>%token</a:t>
            </a:r>
          </a:p>
          <a:p>
            <a:pPr lvl="1"/>
            <a:r>
              <a:rPr lang="zh-CN" altLang="en-US" dirty="0"/>
              <a:t>词法元素（</a:t>
            </a:r>
            <a:r>
              <a:rPr lang="en-US" altLang="zh-CN" i="1" dirty="0"/>
              <a:t>tokens</a:t>
            </a:r>
            <a:r>
              <a:rPr lang="zh-CN" altLang="en-US" dirty="0"/>
              <a:t>）或终结符（</a:t>
            </a:r>
            <a:r>
              <a:rPr lang="en-US" altLang="zh-CN" dirty="0"/>
              <a:t> </a:t>
            </a:r>
            <a:r>
              <a:rPr lang="en-US" altLang="zh-CN" i="1" dirty="0"/>
              <a:t>terminal symbols</a:t>
            </a:r>
            <a:r>
              <a:rPr lang="zh-CN" altLang="en-US" dirty="0"/>
              <a:t>）</a:t>
            </a:r>
            <a:r>
              <a:rPr lang="en-US" altLang="zh-CN" i="1" dirty="0"/>
              <a:t> </a:t>
            </a:r>
            <a:r>
              <a:rPr lang="zh-CN" altLang="en-US" dirty="0"/>
              <a:t>是由</a:t>
            </a:r>
            <a:r>
              <a:rPr lang="en-US" altLang="zh-CN" dirty="0" err="1"/>
              <a:t>lexer</a:t>
            </a:r>
            <a:r>
              <a:rPr lang="zh-CN" altLang="en-US" dirty="0"/>
              <a:t>传递给</a:t>
            </a:r>
            <a:r>
              <a:rPr lang="en-US" altLang="zh-CN" dirty="0"/>
              <a:t>parser</a:t>
            </a:r>
            <a:r>
              <a:rPr lang="zh-CN" altLang="en-US" dirty="0"/>
              <a:t>的符号。</a:t>
            </a:r>
            <a:endParaRPr lang="en-US" altLang="zh-CN" dirty="0"/>
          </a:p>
          <a:p>
            <a:pPr lvl="1"/>
            <a:r>
              <a:rPr lang="zh-CN" altLang="en-US" dirty="0"/>
              <a:t>每当</a:t>
            </a:r>
            <a:r>
              <a:rPr lang="en-US" altLang="zh-CN" dirty="0" err="1"/>
              <a:t>yacc</a:t>
            </a:r>
            <a:r>
              <a:rPr lang="zh-CN" altLang="en-US" dirty="0"/>
              <a:t>语法分析程序通过调用</a:t>
            </a:r>
            <a:r>
              <a:rPr lang="en-US" altLang="zh-CN" b="1" dirty="0" err="1"/>
              <a:t>yylex</a:t>
            </a:r>
            <a:r>
              <a:rPr lang="en-US" altLang="zh-CN" b="1" dirty="0"/>
              <a:t>()</a:t>
            </a:r>
            <a:r>
              <a:rPr lang="zh-CN" altLang="en-US" dirty="0"/>
              <a:t>得到下一个词法元素</a:t>
            </a:r>
            <a:r>
              <a:rPr lang="zh-CN" altLang="en-US" b="1" dirty="0"/>
              <a:t>。</a:t>
            </a:r>
            <a:endParaRPr lang="en-US" altLang="zh-CN" dirty="0"/>
          </a:p>
          <a:p>
            <a:pPr marL="914400" lvl="2" indent="0">
              <a:buNone/>
            </a:pPr>
            <a:br>
              <a:rPr lang="en-US" altLang="zh-CN" dirty="0"/>
            </a:br>
            <a:br>
              <a:rPr lang="en-US" altLang="zh-CN" dirty="0"/>
            </a:br>
            <a:br>
              <a:rPr lang="en-US" altLang="zh-CN" dirty="0"/>
            </a:br>
            <a:br>
              <a:rPr lang="en-US" altLang="zh-CN" dirty="0"/>
            </a:br>
            <a:endParaRPr lang="zh-CN" altLang="en-US"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a:extLst>
              <a:ext uri="{FF2B5EF4-FFF2-40B4-BE49-F238E27FC236}">
                <a16:creationId xmlns:a16="http://schemas.microsoft.com/office/drawing/2014/main" id="{C317591A-89D4-4A3F-9E82-5D9B774924CF}"/>
              </a:ext>
            </a:extLst>
          </p:cNvPr>
          <p:cNvSpPr>
            <a:spLocks noGrp="1" noChangeArrowheads="1"/>
          </p:cNvSpPr>
          <p:nvPr>
            <p:ph type="title"/>
          </p:nvPr>
        </p:nvSpPr>
        <p:spPr/>
        <p:txBody>
          <a:bodyPr/>
          <a:lstStyle/>
          <a:p>
            <a:r>
              <a:rPr lang="en-US" altLang="zh-CN"/>
              <a:t>Tokens</a:t>
            </a:r>
            <a:endParaRPr lang="zh-CN" altLang="en-US"/>
          </a:p>
        </p:txBody>
      </p:sp>
      <p:sp>
        <p:nvSpPr>
          <p:cNvPr id="63491" name="内容占位符 2">
            <a:extLst>
              <a:ext uri="{FF2B5EF4-FFF2-40B4-BE49-F238E27FC236}">
                <a16:creationId xmlns:a16="http://schemas.microsoft.com/office/drawing/2014/main" id="{C8A8D807-C00B-43FA-B8C2-9F41033CDDA1}"/>
              </a:ext>
            </a:extLst>
          </p:cNvPr>
          <p:cNvSpPr>
            <a:spLocks noGrp="1" noChangeArrowheads="1"/>
          </p:cNvSpPr>
          <p:nvPr>
            <p:ph idx="1"/>
          </p:nvPr>
        </p:nvSpPr>
        <p:spPr/>
        <p:txBody>
          <a:bodyPr/>
          <a:lstStyle/>
          <a:p>
            <a:r>
              <a:rPr lang="zh-CN" altLang="en-US" dirty="0"/>
              <a:t>有名的词法元素（</a:t>
            </a:r>
            <a:r>
              <a:rPr lang="en-US" altLang="zh-CN" dirty="0"/>
              <a:t>Symbolic tokens</a:t>
            </a:r>
            <a:r>
              <a:rPr lang="zh-CN" altLang="en-US" dirty="0"/>
              <a:t>）</a:t>
            </a:r>
            <a:r>
              <a:rPr lang="en-US" altLang="zh-CN" dirty="0"/>
              <a:t>:</a:t>
            </a:r>
          </a:p>
          <a:p>
            <a:pPr lvl="1"/>
            <a:r>
              <a:rPr lang="zh-CN" altLang="en-US" dirty="0"/>
              <a:t>由</a:t>
            </a:r>
            <a:r>
              <a:rPr lang="en-US" altLang="zh-CN" dirty="0"/>
              <a:t>%</a:t>
            </a:r>
            <a:r>
              <a:rPr lang="en-US" altLang="zh-CN" b="1" dirty="0"/>
              <a:t>token</a:t>
            </a:r>
            <a:r>
              <a:rPr lang="zh-CN" altLang="en-US" dirty="0"/>
              <a:t>定义的符号</a:t>
            </a:r>
            <a:r>
              <a:rPr lang="en-US" altLang="zh-CN" b="1" dirty="0"/>
              <a:t> </a:t>
            </a:r>
            <a:r>
              <a:rPr lang="en-US" altLang="zh-CN" dirty="0"/>
              <a:t>(refer to C99.y)</a:t>
            </a:r>
          </a:p>
          <a:p>
            <a:r>
              <a:rPr lang="zh-CN" altLang="en-US" dirty="0"/>
              <a:t>以字面值呈现的词法元素（</a:t>
            </a:r>
            <a:r>
              <a:rPr lang="en-US" altLang="zh-CN" dirty="0"/>
              <a:t>Literal Tokens</a:t>
            </a:r>
            <a:r>
              <a:rPr lang="zh-CN" altLang="en-US" dirty="0"/>
              <a:t>）：</a:t>
            </a:r>
            <a:endParaRPr lang="en-US" altLang="zh-CN" dirty="0"/>
          </a:p>
          <a:p>
            <a:pPr lvl="1"/>
            <a:r>
              <a:rPr lang="zh-CN" altLang="en-US" dirty="0"/>
              <a:t>成对单引号内的字符</a:t>
            </a:r>
            <a:endParaRPr lang="en-US" altLang="zh-CN" b="1" dirty="0"/>
          </a:p>
          <a:p>
            <a:pPr lvl="2"/>
            <a:r>
              <a:rPr lang="en-US" altLang="zh-CN" dirty="0"/>
              <a:t>expr: '(' expr ')' ; </a:t>
            </a:r>
          </a:p>
          <a:p>
            <a:pPr lvl="2"/>
            <a:r>
              <a:rPr lang="en-US" altLang="zh-CN" dirty="0"/>
              <a:t>refer to C99.l and C99.y</a:t>
            </a:r>
          </a:p>
          <a:p>
            <a:endParaRPr lang="zh-CN" altLang="en-US"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1">
            <a:extLst>
              <a:ext uri="{FF2B5EF4-FFF2-40B4-BE49-F238E27FC236}">
                <a16:creationId xmlns:a16="http://schemas.microsoft.com/office/drawing/2014/main" id="{26E5A78E-BD73-4670-8D9A-77070E080A03}"/>
              </a:ext>
            </a:extLst>
          </p:cNvPr>
          <p:cNvSpPr>
            <a:spLocks noGrp="1" noChangeArrowheads="1"/>
          </p:cNvSpPr>
          <p:nvPr>
            <p:ph type="title"/>
          </p:nvPr>
        </p:nvSpPr>
        <p:spPr/>
        <p:txBody>
          <a:bodyPr/>
          <a:lstStyle/>
          <a:p>
            <a:r>
              <a:rPr lang="zh-CN" altLang="en-US" dirty="0"/>
              <a:t>词法元素</a:t>
            </a:r>
          </a:p>
        </p:txBody>
      </p:sp>
      <p:sp>
        <p:nvSpPr>
          <p:cNvPr id="65539" name="内容占位符 2">
            <a:extLst>
              <a:ext uri="{FF2B5EF4-FFF2-40B4-BE49-F238E27FC236}">
                <a16:creationId xmlns:a16="http://schemas.microsoft.com/office/drawing/2014/main" id="{34BC559F-3946-45A2-8092-1A727970805D}"/>
              </a:ext>
            </a:extLst>
          </p:cNvPr>
          <p:cNvSpPr>
            <a:spLocks noGrp="1" noChangeArrowheads="1"/>
          </p:cNvSpPr>
          <p:nvPr>
            <p:ph idx="1"/>
          </p:nvPr>
        </p:nvSpPr>
        <p:spPr>
          <a:xfrm>
            <a:off x="685800" y="1124744"/>
            <a:ext cx="7772400" cy="5400600"/>
          </a:xfrm>
        </p:spPr>
        <p:txBody>
          <a:bodyPr/>
          <a:lstStyle/>
          <a:p>
            <a:r>
              <a:rPr lang="zh-CN" altLang="en-US" dirty="0"/>
              <a:t>词法元素对应的正整数（</a:t>
            </a:r>
            <a:r>
              <a:rPr lang="en-US" altLang="zh-CN" dirty="0"/>
              <a:t>Token Numbers</a:t>
            </a:r>
            <a:r>
              <a:rPr lang="zh-CN" altLang="en-US" dirty="0"/>
              <a:t>）</a:t>
            </a:r>
            <a:endParaRPr lang="en-US" altLang="zh-CN" dirty="0"/>
          </a:p>
          <a:p>
            <a:pPr lvl="1"/>
            <a:r>
              <a:rPr lang="zh-CN" altLang="en-US" dirty="0"/>
              <a:t>为每个</a:t>
            </a:r>
            <a:r>
              <a:rPr lang="en-US" altLang="zh-CN" dirty="0"/>
              <a:t>token</a:t>
            </a:r>
            <a:r>
              <a:rPr lang="zh-CN" altLang="en-US" dirty="0"/>
              <a:t>对应一个整数，便于处理。</a:t>
            </a:r>
            <a:endParaRPr lang="en-US" altLang="zh-CN" dirty="0"/>
          </a:p>
          <a:p>
            <a:pPr lvl="1"/>
            <a:r>
              <a:rPr lang="zh-CN" altLang="en-US" dirty="0"/>
              <a:t>字面值词法元素（</a:t>
            </a:r>
            <a:r>
              <a:rPr lang="en-US" altLang="zh-CN" dirty="0"/>
              <a:t>literal number</a:t>
            </a:r>
            <a:r>
              <a:rPr lang="zh-CN" altLang="en-US" dirty="0"/>
              <a:t>）对应的整数通常取对应的</a:t>
            </a:r>
            <a:r>
              <a:rPr lang="en-US" altLang="zh-CN" dirty="0"/>
              <a:t>ASCII</a:t>
            </a:r>
            <a:r>
              <a:rPr lang="zh-CN" altLang="en-US" dirty="0"/>
              <a:t>码值。</a:t>
            </a:r>
            <a:endParaRPr lang="en-US" altLang="zh-CN" dirty="0"/>
          </a:p>
          <a:p>
            <a:pPr lvl="1"/>
            <a:r>
              <a:rPr lang="zh-CN" altLang="en-US" dirty="0"/>
              <a:t>有名词法元素（</a:t>
            </a:r>
            <a:r>
              <a:rPr lang="en-US" altLang="zh-CN" dirty="0"/>
              <a:t>Symbolic tokens</a:t>
            </a:r>
            <a:r>
              <a:rPr lang="zh-CN" altLang="en-US" dirty="0"/>
              <a:t>）对应的整数由</a:t>
            </a:r>
            <a:r>
              <a:rPr lang="en-US" altLang="zh-CN" dirty="0" err="1"/>
              <a:t>yacc</a:t>
            </a:r>
            <a:r>
              <a:rPr lang="zh-CN" altLang="en-US" dirty="0"/>
              <a:t>输入文件规定</a:t>
            </a:r>
            <a:endParaRPr lang="en-US" altLang="zh-CN" dirty="0"/>
          </a:p>
          <a:p>
            <a:pPr lvl="2"/>
            <a:r>
              <a:rPr lang="en-US" altLang="zh-CN" dirty="0"/>
              <a:t>%token UP 140 DOWN 150</a:t>
            </a:r>
          </a:p>
          <a:p>
            <a:pPr lvl="2"/>
            <a:r>
              <a:rPr lang="zh-CN" altLang="en-US" dirty="0"/>
              <a:t>通常大于可能的单个符号的</a:t>
            </a:r>
            <a:r>
              <a:rPr lang="en-US" altLang="zh-CN" dirty="0"/>
              <a:t>ASCII</a:t>
            </a:r>
            <a:r>
              <a:rPr lang="zh-CN" altLang="en-US" dirty="0"/>
              <a:t>码。</a:t>
            </a:r>
            <a:endParaRPr lang="en-US" altLang="zh-CN" dirty="0"/>
          </a:p>
          <a:p>
            <a:pPr lvl="1"/>
            <a:r>
              <a:rPr lang="en-US" altLang="zh-CN" dirty="0" err="1"/>
              <a:t>Lexer</a:t>
            </a:r>
            <a:r>
              <a:rPr lang="zh-CN" altLang="en-US" dirty="0"/>
              <a:t>需要知道这些</a:t>
            </a:r>
            <a:r>
              <a:rPr lang="en-US" altLang="zh-CN" dirty="0"/>
              <a:t>token numbers</a:t>
            </a:r>
            <a:r>
              <a:rPr lang="zh-CN" altLang="en-US" dirty="0"/>
              <a:t>。</a:t>
            </a:r>
            <a:endParaRPr lang="en-US" altLang="zh-CN" dirty="0"/>
          </a:p>
          <a:p>
            <a:pPr lvl="2"/>
            <a:r>
              <a:rPr lang="zh-CN" altLang="en-US" dirty="0"/>
              <a:t>放到共享的头文件里</a:t>
            </a:r>
            <a:br>
              <a:rPr lang="en-US" altLang="zh-CN" dirty="0"/>
            </a:br>
            <a:br>
              <a:rPr lang="en-US" altLang="zh-CN" dirty="0"/>
            </a:br>
            <a:br>
              <a:rPr lang="en-US" altLang="zh-CN" dirty="0"/>
            </a:br>
            <a:br>
              <a:rPr lang="en-US" altLang="zh-CN" dirty="0"/>
            </a:br>
            <a:endParaRPr lang="zh-CN" altLang="en-US"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1">
            <a:extLst>
              <a:ext uri="{FF2B5EF4-FFF2-40B4-BE49-F238E27FC236}">
                <a16:creationId xmlns:a16="http://schemas.microsoft.com/office/drawing/2014/main" id="{12CCA5B7-8848-498A-B99F-E841C335DA69}"/>
              </a:ext>
            </a:extLst>
          </p:cNvPr>
          <p:cNvSpPr>
            <a:spLocks noGrp="1" noChangeArrowheads="1"/>
          </p:cNvSpPr>
          <p:nvPr>
            <p:ph type="title"/>
          </p:nvPr>
        </p:nvSpPr>
        <p:spPr/>
        <p:txBody>
          <a:bodyPr/>
          <a:lstStyle/>
          <a:p>
            <a:r>
              <a:rPr lang="zh-CN" altLang="en-US" dirty="0"/>
              <a:t>文法开始符号（</a:t>
            </a:r>
            <a:r>
              <a:rPr lang="en-US" altLang="zh-CN" dirty="0"/>
              <a:t>The Start Symbol</a:t>
            </a:r>
            <a:r>
              <a:rPr lang="zh-CN" altLang="en-US" dirty="0"/>
              <a:t>）</a:t>
            </a:r>
          </a:p>
        </p:txBody>
      </p:sp>
      <p:sp>
        <p:nvSpPr>
          <p:cNvPr id="66563" name="内容占位符 2">
            <a:extLst>
              <a:ext uri="{FF2B5EF4-FFF2-40B4-BE49-F238E27FC236}">
                <a16:creationId xmlns:a16="http://schemas.microsoft.com/office/drawing/2014/main" id="{A0FFB9BE-2918-4537-96B7-8E697502BE13}"/>
              </a:ext>
            </a:extLst>
          </p:cNvPr>
          <p:cNvSpPr>
            <a:spLocks noGrp="1" noChangeArrowheads="1"/>
          </p:cNvSpPr>
          <p:nvPr>
            <p:ph idx="1"/>
          </p:nvPr>
        </p:nvSpPr>
        <p:spPr/>
        <p:txBody>
          <a:bodyPr/>
          <a:lstStyle/>
          <a:p>
            <a:r>
              <a:rPr lang="zh-CN" altLang="en-US" dirty="0"/>
              <a:t>缺省情况下，第一条语法规则左部的符号为文法开始符号。</a:t>
            </a:r>
            <a:endParaRPr lang="en-US" altLang="zh-CN" dirty="0"/>
          </a:p>
          <a:p>
            <a:r>
              <a:rPr lang="zh-CN" altLang="en-US" dirty="0"/>
              <a:t>除非在</a:t>
            </a:r>
            <a:r>
              <a:rPr lang="en-US" altLang="zh-CN" dirty="0"/>
              <a:t>definition section</a:t>
            </a:r>
            <a:r>
              <a:rPr lang="zh-CN" altLang="en-US" dirty="0"/>
              <a:t>用</a:t>
            </a:r>
            <a:r>
              <a:rPr lang="en-US" altLang="zh-CN" dirty="0"/>
              <a:t>%start</a:t>
            </a:r>
            <a:r>
              <a:rPr lang="zh-CN" altLang="en-US" dirty="0"/>
              <a:t>特别声明。</a:t>
            </a:r>
            <a:endParaRPr lang="en-US" altLang="zh-CN" dirty="0"/>
          </a:p>
          <a:p>
            <a:pPr lvl="1"/>
            <a:r>
              <a:rPr lang="en-US" altLang="zh-CN" dirty="0"/>
              <a:t>Refer to C99.y</a:t>
            </a:r>
            <a:br>
              <a:rPr lang="en-US" altLang="zh-CN" dirty="0"/>
            </a:br>
            <a:endParaRPr lang="zh-CN" altLang="en-US"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
            <a:extLst>
              <a:ext uri="{FF2B5EF4-FFF2-40B4-BE49-F238E27FC236}">
                <a16:creationId xmlns:a16="http://schemas.microsoft.com/office/drawing/2014/main" id="{446F1538-77E8-43B5-B2B1-8D83F7A0D1BF}"/>
              </a:ext>
            </a:extLst>
          </p:cNvPr>
          <p:cNvSpPr>
            <a:spLocks noGrp="1" noChangeArrowheads="1"/>
          </p:cNvSpPr>
          <p:nvPr>
            <p:ph type="title"/>
          </p:nvPr>
        </p:nvSpPr>
        <p:spPr/>
        <p:txBody>
          <a:bodyPr/>
          <a:lstStyle/>
          <a:p>
            <a:r>
              <a:rPr lang="zh-CN" altLang="en-US" dirty="0"/>
              <a:t>运算符及其优先关系、结合律的声明</a:t>
            </a:r>
            <a:br>
              <a:rPr lang="en-US" altLang="zh-CN" dirty="0"/>
            </a:br>
            <a:r>
              <a:rPr lang="zh-CN" altLang="en-US" dirty="0"/>
              <a:t>（</a:t>
            </a:r>
            <a:r>
              <a:rPr lang="en-US" altLang="zh-CN" dirty="0"/>
              <a:t>Operator Declarations </a:t>
            </a:r>
            <a:r>
              <a:rPr lang="zh-CN" altLang="en-US" dirty="0"/>
              <a:t>）</a:t>
            </a:r>
          </a:p>
        </p:txBody>
      </p:sp>
      <p:sp>
        <p:nvSpPr>
          <p:cNvPr id="67587" name="内容占位符 2">
            <a:extLst>
              <a:ext uri="{FF2B5EF4-FFF2-40B4-BE49-F238E27FC236}">
                <a16:creationId xmlns:a16="http://schemas.microsoft.com/office/drawing/2014/main" id="{26EF4A3B-D024-4CAC-83F2-5279C93EB005}"/>
              </a:ext>
            </a:extLst>
          </p:cNvPr>
          <p:cNvSpPr>
            <a:spLocks noGrp="1" noChangeArrowheads="1"/>
          </p:cNvSpPr>
          <p:nvPr>
            <p:ph idx="1"/>
          </p:nvPr>
        </p:nvSpPr>
        <p:spPr/>
        <p:txBody>
          <a:bodyPr/>
          <a:lstStyle/>
          <a:p>
            <a:r>
              <a:rPr lang="zh-CN" altLang="en-US" dirty="0"/>
              <a:t>运算符声明（</a:t>
            </a:r>
            <a:r>
              <a:rPr lang="en-US" altLang="zh-CN" dirty="0"/>
              <a:t>Operator declarations</a:t>
            </a:r>
            <a:r>
              <a:rPr lang="zh-CN" altLang="en-US" dirty="0"/>
              <a:t>）位于</a:t>
            </a:r>
            <a:r>
              <a:rPr lang="en-US" altLang="zh-CN" dirty="0"/>
              <a:t>definitions section</a:t>
            </a:r>
            <a:r>
              <a:rPr lang="zh-CN" altLang="en-US" dirty="0"/>
              <a:t>内。</a:t>
            </a:r>
            <a:r>
              <a:rPr lang="en-US" altLang="zh-CN" dirty="0"/>
              <a:t> </a:t>
            </a:r>
          </a:p>
          <a:p>
            <a:r>
              <a:rPr lang="zh-CN" altLang="en-US" dirty="0"/>
              <a:t>可能的声明方式包括</a:t>
            </a:r>
            <a:r>
              <a:rPr lang="en-US" altLang="zh-CN" dirty="0"/>
              <a:t>%</a:t>
            </a:r>
            <a:r>
              <a:rPr lang="en-US" altLang="zh-CN" b="1" dirty="0"/>
              <a:t>left</a:t>
            </a:r>
            <a:r>
              <a:rPr lang="zh-CN" altLang="en-US" b="1" dirty="0"/>
              <a:t>、</a:t>
            </a:r>
            <a:r>
              <a:rPr lang="en-US" altLang="zh-CN" dirty="0"/>
              <a:t>%</a:t>
            </a:r>
            <a:r>
              <a:rPr lang="en-US" altLang="zh-CN" b="1" dirty="0"/>
              <a:t>right</a:t>
            </a:r>
            <a:r>
              <a:rPr lang="zh-CN" altLang="en-US" dirty="0"/>
              <a:t>和</a:t>
            </a:r>
            <a:r>
              <a:rPr lang="en-US" altLang="zh-CN" dirty="0"/>
              <a:t>%</a:t>
            </a:r>
            <a:r>
              <a:rPr lang="en-US" altLang="zh-CN" b="1" dirty="0" err="1"/>
              <a:t>nonassoc</a:t>
            </a:r>
            <a:r>
              <a:rPr lang="zh-CN" altLang="en-US" dirty="0"/>
              <a:t>。</a:t>
            </a:r>
            <a:endParaRPr lang="en-US" altLang="zh-CN" dirty="0"/>
          </a:p>
          <a:p>
            <a:pPr lvl="1"/>
            <a:r>
              <a:rPr lang="zh-CN" altLang="en-US" dirty="0"/>
              <a:t>仅限于词法元素（操作符）</a:t>
            </a:r>
            <a:endParaRPr lang="en-US" altLang="zh-CN" dirty="0"/>
          </a:p>
          <a:p>
            <a:r>
              <a:rPr lang="zh-CN" altLang="en-US" dirty="0"/>
              <a:t>操作符声明按操作符的优先级的升序出现。</a:t>
            </a:r>
            <a:endParaRPr lang="en-US" altLang="zh-CN" dirty="0"/>
          </a:p>
          <a:p>
            <a:pPr lvl="1"/>
            <a:r>
              <a:rPr lang="en-US" altLang="zh-CN" dirty="0"/>
              <a:t>%left '+' '-'</a:t>
            </a:r>
          </a:p>
          <a:p>
            <a:pPr lvl="1"/>
            <a:r>
              <a:rPr lang="en-US" altLang="zh-CN" dirty="0"/>
              <a:t>%left '*' '/'</a:t>
            </a:r>
          </a:p>
          <a:p>
            <a:pPr lvl="1"/>
            <a:r>
              <a:rPr lang="en-US" altLang="zh-CN" dirty="0"/>
              <a:t>%</a:t>
            </a:r>
            <a:r>
              <a:rPr lang="en-US" altLang="zh-CN" dirty="0" err="1"/>
              <a:t>nonassoc</a:t>
            </a:r>
            <a:r>
              <a:rPr lang="en-US" altLang="zh-CN" dirty="0"/>
              <a:t> UMINUS  </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10" name="图片 3">
            <a:extLst>
              <a:ext uri="{FF2B5EF4-FFF2-40B4-BE49-F238E27FC236}">
                <a16:creationId xmlns:a16="http://schemas.microsoft.com/office/drawing/2014/main" id="{AF5496F9-82A4-4206-BDF8-27ADD2B7C2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1268760"/>
            <a:ext cx="8115300"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图片 3">
            <a:extLst>
              <a:ext uri="{FF2B5EF4-FFF2-40B4-BE49-F238E27FC236}">
                <a16:creationId xmlns:a16="http://schemas.microsoft.com/office/drawing/2014/main" id="{7B8BF4AD-A138-48E1-96EB-E86A5D245D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75" y="476674"/>
            <a:ext cx="9086850" cy="360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直接连接符 2">
            <a:extLst>
              <a:ext uri="{FF2B5EF4-FFF2-40B4-BE49-F238E27FC236}">
                <a16:creationId xmlns:a16="http://schemas.microsoft.com/office/drawing/2014/main" id="{B8C9EC4D-4A99-4CDE-AA86-39CB54E64DBC}"/>
              </a:ext>
            </a:extLst>
          </p:cNvPr>
          <p:cNvCxnSpPr>
            <a:cxnSpLocks/>
          </p:cNvCxnSpPr>
          <p:nvPr/>
        </p:nvCxnSpPr>
        <p:spPr bwMode="auto">
          <a:xfrm>
            <a:off x="4139952" y="2924944"/>
            <a:ext cx="1656184" cy="0"/>
          </a:xfrm>
          <a:prstGeom prst="line">
            <a:avLst/>
          </a:prstGeom>
          <a:solidFill>
            <a:schemeClr val="accent1"/>
          </a:solidFill>
          <a:ln w="15875" cap="flat" cmpd="sng" algn="ctr">
            <a:solidFill>
              <a:srgbClr val="FF0000"/>
            </a:solidFill>
            <a:prstDash val="solid"/>
            <a:round/>
            <a:headEnd type="none" w="med" len="med"/>
            <a:tailEnd type="none" w="med" len="med"/>
          </a:ln>
          <a:effectLst/>
        </p:spPr>
      </p:cxnSp>
      <p:sp>
        <p:nvSpPr>
          <p:cNvPr id="2" name="文本框 1">
            <a:extLst>
              <a:ext uri="{FF2B5EF4-FFF2-40B4-BE49-F238E27FC236}">
                <a16:creationId xmlns:a16="http://schemas.microsoft.com/office/drawing/2014/main" id="{3314BE8F-34AF-4788-A0C8-9FDD2C1AA356}"/>
              </a:ext>
            </a:extLst>
          </p:cNvPr>
          <p:cNvSpPr txBox="1"/>
          <p:nvPr/>
        </p:nvSpPr>
        <p:spPr>
          <a:xfrm>
            <a:off x="1835696" y="2132858"/>
            <a:ext cx="5976664" cy="461665"/>
          </a:xfrm>
          <a:prstGeom prst="rect">
            <a:avLst/>
          </a:prstGeom>
          <a:noFill/>
        </p:spPr>
        <p:txBody>
          <a:bodyPr wrap="square" rtlCol="0">
            <a:spAutoFit/>
          </a:bodyPr>
          <a:lstStyle/>
          <a:p>
            <a:r>
              <a:rPr lang="en-US" altLang="zh-CN" dirty="0">
                <a:solidFill>
                  <a:srgbClr val="FF0000"/>
                </a:solidFill>
              </a:rPr>
              <a:t>/* An explicit precedence at the end of a rule.*/</a:t>
            </a:r>
            <a:endParaRPr lang="zh-CN" altLang="en-US" dirty="0">
              <a:solidFill>
                <a:srgbClr val="FF0000"/>
              </a:solidFill>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926631E9-A0FB-4636-8624-6AD0BB87803E}"/>
              </a:ext>
            </a:extLst>
          </p:cNvPr>
          <p:cNvSpPr>
            <a:spLocks noGrp="1"/>
          </p:cNvSpPr>
          <p:nvPr>
            <p:ph type="title"/>
          </p:nvPr>
        </p:nvSpPr>
        <p:spPr/>
        <p:txBody>
          <a:bodyPr/>
          <a:lstStyle/>
          <a:p>
            <a:r>
              <a:rPr lang="en-US" altLang="zh-CN" dirty="0"/>
              <a:t>Yacc</a:t>
            </a:r>
            <a:r>
              <a:rPr lang="zh-CN" altLang="en-US" dirty="0"/>
              <a:t>解决二义性和冲突的默认方法</a:t>
            </a:r>
          </a:p>
        </p:txBody>
      </p:sp>
      <p:sp>
        <p:nvSpPr>
          <p:cNvPr id="5" name="内容占位符 4">
            <a:extLst>
              <a:ext uri="{FF2B5EF4-FFF2-40B4-BE49-F238E27FC236}">
                <a16:creationId xmlns:a16="http://schemas.microsoft.com/office/drawing/2014/main" id="{4F8D213F-4B30-4A26-9680-36B238D82546}"/>
              </a:ext>
            </a:extLst>
          </p:cNvPr>
          <p:cNvSpPr>
            <a:spLocks noGrp="1"/>
          </p:cNvSpPr>
          <p:nvPr>
            <p:ph idx="1"/>
          </p:nvPr>
        </p:nvSpPr>
        <p:spPr/>
        <p:txBody>
          <a:bodyPr/>
          <a:lstStyle/>
          <a:p>
            <a:r>
              <a:rPr lang="zh-CN" altLang="en-US" dirty="0"/>
              <a:t>出现移进</a:t>
            </a:r>
            <a:r>
              <a:rPr lang="en-US" altLang="zh-CN" dirty="0"/>
              <a:t>/</a:t>
            </a:r>
            <a:r>
              <a:rPr lang="zh-CN" altLang="en-US" dirty="0"/>
              <a:t>归约冲突时，进行移进</a:t>
            </a:r>
          </a:p>
          <a:p>
            <a:r>
              <a:rPr lang="zh-CN" altLang="en-US" dirty="0"/>
              <a:t>出现归约</a:t>
            </a:r>
            <a:r>
              <a:rPr lang="en-US" altLang="zh-CN" dirty="0"/>
              <a:t>/</a:t>
            </a:r>
            <a:r>
              <a:rPr lang="zh-CN" altLang="en-US" dirty="0"/>
              <a:t>归约冲突时，按照产生式出现次序，用先出现的产生式归约</a:t>
            </a:r>
            <a:endParaRPr lang="en-US" altLang="zh-CN" dirty="0"/>
          </a:p>
          <a:p>
            <a:r>
              <a:rPr lang="zh-CN" altLang="en-US" dirty="0"/>
              <a:t>可以按教材上的方式用优先级定义解决方案</a:t>
            </a:r>
          </a:p>
          <a:p>
            <a:endParaRPr lang="zh-CN" altLang="en-US" dirty="0"/>
          </a:p>
        </p:txBody>
      </p:sp>
    </p:spTree>
    <p:extLst>
      <p:ext uri="{BB962C8B-B14F-4D97-AF65-F5344CB8AC3E}">
        <p14:creationId xmlns:p14="http://schemas.microsoft.com/office/powerpoint/2010/main" val="35582409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AE424A-74B9-47DF-94D3-8E02B080507C}"/>
              </a:ext>
            </a:extLst>
          </p:cNvPr>
          <p:cNvSpPr>
            <a:spLocks noGrp="1"/>
          </p:cNvSpPr>
          <p:nvPr>
            <p:ph type="title"/>
          </p:nvPr>
        </p:nvSpPr>
        <p:spPr/>
        <p:txBody>
          <a:bodyPr/>
          <a:lstStyle/>
          <a:p>
            <a:r>
              <a:rPr lang="en-US" altLang="zh-CN" dirty="0" err="1"/>
              <a:t>Yacc</a:t>
            </a:r>
            <a:r>
              <a:rPr lang="zh-CN" altLang="en-US" dirty="0"/>
              <a:t>的规则部分（</a:t>
            </a:r>
            <a:r>
              <a:rPr lang="en-US" altLang="zh-CN" dirty="0"/>
              <a:t>Rules Section</a:t>
            </a:r>
            <a:r>
              <a:rPr lang="zh-CN" altLang="en-US" dirty="0"/>
              <a:t>）</a:t>
            </a:r>
          </a:p>
        </p:txBody>
      </p:sp>
      <p:sp>
        <p:nvSpPr>
          <p:cNvPr id="3" name="内容占位符 2">
            <a:extLst>
              <a:ext uri="{FF2B5EF4-FFF2-40B4-BE49-F238E27FC236}">
                <a16:creationId xmlns:a16="http://schemas.microsoft.com/office/drawing/2014/main" id="{991C3BC7-2956-4607-BB2E-A6C789EE1CB4}"/>
              </a:ext>
            </a:extLst>
          </p:cNvPr>
          <p:cNvSpPr>
            <a:spLocks noGrp="1"/>
          </p:cNvSpPr>
          <p:nvPr>
            <p:ph idx="1"/>
          </p:nvPr>
        </p:nvSpPr>
        <p:spPr/>
        <p:txBody>
          <a:bodyPr/>
          <a:lstStyle/>
          <a:p>
            <a:r>
              <a:rPr lang="zh-CN" altLang="en-US" dirty="0"/>
              <a:t>产生式</a:t>
            </a:r>
            <a:endParaRPr lang="en-US" altLang="zh-CN" dirty="0"/>
          </a:p>
          <a:p>
            <a:pPr lvl="1"/>
            <a:r>
              <a:rPr lang="en-US" altLang="zh-CN" dirty="0"/>
              <a:t>Refer to C99.y</a:t>
            </a:r>
          </a:p>
          <a:p>
            <a:r>
              <a:rPr lang="zh-CN" altLang="en-US" dirty="0"/>
              <a:t>语义动作</a:t>
            </a:r>
          </a:p>
        </p:txBody>
      </p:sp>
    </p:spTree>
    <p:extLst>
      <p:ext uri="{BB962C8B-B14F-4D97-AF65-F5344CB8AC3E}">
        <p14:creationId xmlns:p14="http://schemas.microsoft.com/office/powerpoint/2010/main" val="179119269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E3627B-0937-4F46-B08D-639B1EF45BD3}"/>
              </a:ext>
            </a:extLst>
          </p:cNvPr>
          <p:cNvSpPr>
            <a:spLocks noGrp="1"/>
          </p:cNvSpPr>
          <p:nvPr>
            <p:ph type="title"/>
          </p:nvPr>
        </p:nvSpPr>
        <p:spPr/>
        <p:txBody>
          <a:bodyPr/>
          <a:lstStyle/>
          <a:p>
            <a:r>
              <a:rPr lang="zh-CN" altLang="en-US" dirty="0"/>
              <a:t>语法分析</a:t>
            </a:r>
          </a:p>
        </p:txBody>
      </p:sp>
      <p:sp>
        <p:nvSpPr>
          <p:cNvPr id="3" name="内容占位符 2">
            <a:extLst>
              <a:ext uri="{FF2B5EF4-FFF2-40B4-BE49-F238E27FC236}">
                <a16:creationId xmlns:a16="http://schemas.microsoft.com/office/drawing/2014/main" id="{827EB1BD-2D00-48A2-A303-4CA88E2B490B}"/>
              </a:ext>
            </a:extLst>
          </p:cNvPr>
          <p:cNvSpPr>
            <a:spLocks noGrp="1"/>
          </p:cNvSpPr>
          <p:nvPr>
            <p:ph idx="1"/>
          </p:nvPr>
        </p:nvSpPr>
        <p:spPr/>
        <p:txBody>
          <a:bodyPr/>
          <a:lstStyle/>
          <a:p>
            <a:r>
              <a:rPr lang="zh-CN" altLang="en-US" dirty="0"/>
              <a:t>输入文件的解析</a:t>
            </a:r>
            <a:endParaRPr lang="en-US" altLang="zh-CN" dirty="0"/>
          </a:p>
          <a:p>
            <a:r>
              <a:rPr lang="zh-CN" altLang="en-US" dirty="0"/>
              <a:t>根据产生式生成</a:t>
            </a:r>
            <a:r>
              <a:rPr lang="en-US" altLang="zh-CN" dirty="0"/>
              <a:t>LR(1)</a:t>
            </a:r>
            <a:r>
              <a:rPr lang="zh-CN" altLang="en-US" dirty="0"/>
              <a:t>状态图</a:t>
            </a:r>
            <a:endParaRPr lang="en-US" altLang="zh-CN" dirty="0"/>
          </a:p>
          <a:p>
            <a:pPr lvl="1"/>
            <a:r>
              <a:rPr lang="zh-CN" altLang="en-US" dirty="0"/>
              <a:t>求所有非终结符的</a:t>
            </a:r>
            <a:r>
              <a:rPr lang="en-US" altLang="zh-CN" dirty="0"/>
              <a:t>First</a:t>
            </a:r>
            <a:r>
              <a:rPr lang="zh-CN" altLang="en-US" dirty="0"/>
              <a:t>（要递增的滚雪球的计算方式、不应该采用递归调用的方式）</a:t>
            </a:r>
            <a:endParaRPr lang="en-US" altLang="zh-CN" dirty="0"/>
          </a:p>
          <a:p>
            <a:pPr lvl="1"/>
            <a:r>
              <a:rPr lang="zh-CN" altLang="en-US" dirty="0"/>
              <a:t>根据需要求某些字符串的</a:t>
            </a:r>
            <a:r>
              <a:rPr lang="en-US" altLang="zh-CN" dirty="0"/>
              <a:t>First</a:t>
            </a:r>
          </a:p>
          <a:p>
            <a:pPr lvl="1"/>
            <a:r>
              <a:rPr lang="zh-CN" altLang="en-US" dirty="0"/>
              <a:t>在一个状态内扩展</a:t>
            </a:r>
            <a:r>
              <a:rPr lang="en-US" altLang="zh-CN" dirty="0"/>
              <a:t>items</a:t>
            </a:r>
            <a:r>
              <a:rPr lang="zh-CN" altLang="en-US" dirty="0"/>
              <a:t>的时候要避免循环。</a:t>
            </a:r>
            <a:endParaRPr lang="en-US" altLang="zh-CN" dirty="0"/>
          </a:p>
          <a:p>
            <a:pPr lvl="2"/>
            <a:r>
              <a:rPr lang="zh-CN" altLang="en-US" dirty="0"/>
              <a:t>用一个数据结构记录待扩展的</a:t>
            </a:r>
            <a:r>
              <a:rPr lang="en-US" altLang="zh-CN" dirty="0"/>
              <a:t>items</a:t>
            </a:r>
            <a:r>
              <a:rPr lang="zh-CN" altLang="en-US" dirty="0"/>
              <a:t>。</a:t>
            </a:r>
            <a:endParaRPr lang="en-US" altLang="zh-CN" dirty="0"/>
          </a:p>
          <a:p>
            <a:pPr lvl="2"/>
            <a:r>
              <a:rPr lang="zh-CN" altLang="en-US" dirty="0"/>
              <a:t>看看新扩展的</a:t>
            </a:r>
            <a:r>
              <a:rPr lang="en-US" altLang="zh-CN" dirty="0"/>
              <a:t>item</a:t>
            </a:r>
            <a:r>
              <a:rPr lang="zh-CN" altLang="en-US" dirty="0"/>
              <a:t>（含预测符）是否已经有了。</a:t>
            </a:r>
            <a:endParaRPr lang="en-US" altLang="zh-CN" dirty="0"/>
          </a:p>
          <a:p>
            <a:pPr lvl="2"/>
            <a:r>
              <a:rPr lang="zh-CN" altLang="en-US" dirty="0"/>
              <a:t>用</a:t>
            </a:r>
            <a:r>
              <a:rPr lang="en-US" altLang="zh-CN" dirty="0"/>
              <a:t>First</a:t>
            </a:r>
            <a:r>
              <a:rPr lang="zh-CN" altLang="en-US" dirty="0"/>
              <a:t>计算预测符时，别忘了上下文信息。</a:t>
            </a:r>
            <a:endParaRPr lang="en-US" altLang="zh-CN" dirty="0"/>
          </a:p>
          <a:p>
            <a:pPr lvl="1"/>
            <a:r>
              <a:rPr lang="en-US" altLang="zh-CN" dirty="0"/>
              <a:t>The kernel</a:t>
            </a:r>
            <a:r>
              <a:rPr lang="zh-CN" altLang="en-US" dirty="0"/>
              <a:t> </a:t>
            </a:r>
            <a:r>
              <a:rPr lang="en-US" altLang="zh-CN" dirty="0"/>
              <a:t>items</a:t>
            </a:r>
            <a:r>
              <a:rPr lang="zh-CN" altLang="en-US" dirty="0"/>
              <a:t>决定一个状态里最终有哪些</a:t>
            </a:r>
            <a:r>
              <a:rPr lang="en-US" altLang="zh-CN" dirty="0"/>
              <a:t>items</a:t>
            </a:r>
            <a:r>
              <a:rPr lang="zh-CN" altLang="en-US" dirty="0"/>
              <a:t>，所以，看到</a:t>
            </a:r>
            <a:r>
              <a:rPr lang="en-US" altLang="zh-CN" dirty="0"/>
              <a:t>kernel items</a:t>
            </a:r>
            <a:r>
              <a:rPr lang="zh-CN" altLang="en-US" dirty="0"/>
              <a:t>就知道是老状态还是新状态。</a:t>
            </a:r>
          </a:p>
        </p:txBody>
      </p:sp>
    </p:spTree>
    <p:extLst>
      <p:ext uri="{BB962C8B-B14F-4D97-AF65-F5344CB8AC3E}">
        <p14:creationId xmlns:p14="http://schemas.microsoft.com/office/powerpoint/2010/main" val="152723730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179EF7-FAE3-49EB-8CE5-BED2D29E916C}"/>
              </a:ext>
            </a:extLst>
          </p:cNvPr>
          <p:cNvSpPr>
            <a:spLocks noGrp="1"/>
          </p:cNvSpPr>
          <p:nvPr>
            <p:ph type="title"/>
          </p:nvPr>
        </p:nvSpPr>
        <p:spPr/>
        <p:txBody>
          <a:bodyPr/>
          <a:lstStyle/>
          <a:p>
            <a:r>
              <a:rPr lang="zh-CN" altLang="en-US" dirty="0"/>
              <a:t>语法分析</a:t>
            </a:r>
          </a:p>
        </p:txBody>
      </p:sp>
      <p:sp>
        <p:nvSpPr>
          <p:cNvPr id="3" name="内容占位符 2">
            <a:extLst>
              <a:ext uri="{FF2B5EF4-FFF2-40B4-BE49-F238E27FC236}">
                <a16:creationId xmlns:a16="http://schemas.microsoft.com/office/drawing/2014/main" id="{8600B4B6-4914-4C89-94DD-0BA33C9434D8}"/>
              </a:ext>
            </a:extLst>
          </p:cNvPr>
          <p:cNvSpPr>
            <a:spLocks noGrp="1"/>
          </p:cNvSpPr>
          <p:nvPr>
            <p:ph idx="1"/>
          </p:nvPr>
        </p:nvSpPr>
        <p:spPr/>
        <p:txBody>
          <a:bodyPr/>
          <a:lstStyle/>
          <a:p>
            <a:r>
              <a:rPr lang="zh-CN" altLang="en-US" dirty="0"/>
              <a:t>生成</a:t>
            </a:r>
            <a:r>
              <a:rPr lang="en-US" altLang="zh-CN" dirty="0"/>
              <a:t>LR</a:t>
            </a:r>
            <a:r>
              <a:rPr lang="zh-CN" altLang="en-US" dirty="0"/>
              <a:t>分析表</a:t>
            </a:r>
            <a:endParaRPr lang="en-US" altLang="zh-CN" dirty="0"/>
          </a:p>
          <a:p>
            <a:pPr lvl="1"/>
            <a:r>
              <a:rPr lang="zh-CN" altLang="en-US" dirty="0"/>
              <a:t>处理冲突</a:t>
            </a:r>
            <a:endParaRPr lang="en-US" altLang="zh-CN" dirty="0"/>
          </a:p>
          <a:p>
            <a:r>
              <a:rPr lang="en-US" altLang="zh-CN" dirty="0"/>
              <a:t>LALR</a:t>
            </a:r>
            <a:r>
              <a:rPr lang="zh-CN" altLang="en-US" dirty="0"/>
              <a:t>分析</a:t>
            </a:r>
            <a:endParaRPr lang="en-US" altLang="zh-CN" dirty="0"/>
          </a:p>
          <a:p>
            <a:pPr lvl="1"/>
            <a:r>
              <a:rPr lang="zh-CN" altLang="en-US" dirty="0"/>
              <a:t>识别同心状态</a:t>
            </a:r>
            <a:endParaRPr lang="en-US" altLang="zh-CN" dirty="0"/>
          </a:p>
          <a:p>
            <a:pPr lvl="1"/>
            <a:r>
              <a:rPr lang="zh-CN" altLang="en-US" dirty="0"/>
              <a:t>合并同心状态</a:t>
            </a:r>
            <a:endParaRPr lang="en-US" altLang="zh-CN" dirty="0"/>
          </a:p>
          <a:p>
            <a:pPr lvl="1"/>
            <a:r>
              <a:rPr lang="zh-CN" altLang="en-US" dirty="0"/>
              <a:t>生成分析表</a:t>
            </a:r>
            <a:endParaRPr lang="en-US" altLang="zh-CN" dirty="0"/>
          </a:p>
          <a:p>
            <a:r>
              <a:rPr lang="zh-CN" altLang="en-US" dirty="0"/>
              <a:t>总控程序（按</a:t>
            </a:r>
            <a:r>
              <a:rPr lang="en-US" altLang="zh-CN" dirty="0"/>
              <a:t>LR</a:t>
            </a:r>
            <a:r>
              <a:rPr lang="zh-CN" altLang="en-US" dirty="0"/>
              <a:t>分析表分析输入</a:t>
            </a:r>
            <a:r>
              <a:rPr lang="en-US" altLang="zh-CN" dirty="0"/>
              <a:t>token</a:t>
            </a:r>
            <a:r>
              <a:rPr lang="zh-CN" altLang="en-US" dirty="0"/>
              <a:t>串）</a:t>
            </a:r>
            <a:endParaRPr lang="en-US" altLang="zh-CN" dirty="0"/>
          </a:p>
          <a:p>
            <a:r>
              <a:rPr lang="zh-CN" altLang="en-US" dirty="0"/>
              <a:t>语法树的输出</a:t>
            </a:r>
            <a:endParaRPr lang="en-US" altLang="zh-CN" dirty="0"/>
          </a:p>
          <a:p>
            <a:pPr lvl="1"/>
            <a:r>
              <a:rPr lang="zh-CN" altLang="en-US" dirty="0"/>
              <a:t>可视化，易于阅读，易于判断对错</a:t>
            </a:r>
            <a:endParaRPr lang="en-US" altLang="zh-CN" dirty="0"/>
          </a:p>
          <a:p>
            <a:pPr lvl="1"/>
            <a:r>
              <a:rPr lang="zh-CN" altLang="en-US" dirty="0"/>
              <a:t>用</a:t>
            </a:r>
            <a:r>
              <a:rPr lang="en-US" altLang="zh-CN" dirty="0"/>
              <a:t>markdown</a:t>
            </a:r>
            <a:r>
              <a:rPr lang="zh-CN" altLang="en-US" dirty="0"/>
              <a:t>实现输出的可视化</a:t>
            </a:r>
            <a:endParaRPr lang="en-US" altLang="zh-CN" dirty="0"/>
          </a:p>
        </p:txBody>
      </p:sp>
    </p:spTree>
    <p:extLst>
      <p:ext uri="{BB962C8B-B14F-4D97-AF65-F5344CB8AC3E}">
        <p14:creationId xmlns:p14="http://schemas.microsoft.com/office/powerpoint/2010/main" val="80652681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3CA1E7-4A88-C8A5-018B-ED75721056EF}"/>
              </a:ext>
            </a:extLst>
          </p:cNvPr>
          <p:cNvSpPr>
            <a:spLocks noGrp="1"/>
          </p:cNvSpPr>
          <p:nvPr>
            <p:ph type="title"/>
          </p:nvPr>
        </p:nvSpPr>
        <p:spPr/>
        <p:txBody>
          <a:bodyPr/>
          <a:lstStyle/>
          <a:p>
            <a:r>
              <a:rPr lang="zh-CN" altLang="en-US" dirty="0"/>
              <a:t>调试与测试</a:t>
            </a:r>
            <a:endParaRPr lang="en-US" altLang="zh-CN" dirty="0"/>
          </a:p>
        </p:txBody>
      </p:sp>
      <p:sp>
        <p:nvSpPr>
          <p:cNvPr id="3" name="内容占位符 2">
            <a:extLst>
              <a:ext uri="{FF2B5EF4-FFF2-40B4-BE49-F238E27FC236}">
                <a16:creationId xmlns:a16="http://schemas.microsoft.com/office/drawing/2014/main" id="{9002EF35-B3B7-172B-9FEB-2A04F3E129C6}"/>
              </a:ext>
            </a:extLst>
          </p:cNvPr>
          <p:cNvSpPr>
            <a:spLocks noGrp="1"/>
          </p:cNvSpPr>
          <p:nvPr>
            <p:ph idx="1"/>
          </p:nvPr>
        </p:nvSpPr>
        <p:spPr/>
        <p:txBody>
          <a:bodyPr/>
          <a:lstStyle/>
          <a:p>
            <a:pPr lvl="1"/>
            <a:r>
              <a:rPr lang="zh-CN" altLang="en-US" dirty="0"/>
              <a:t>如何在代码中嵌入调试逻辑？</a:t>
            </a:r>
            <a:endParaRPr lang="en-US" altLang="zh-CN" dirty="0"/>
          </a:p>
          <a:p>
            <a:pPr lvl="1"/>
            <a:r>
              <a:rPr lang="zh-CN" altLang="en-US" dirty="0"/>
              <a:t>测试对象的生成</a:t>
            </a:r>
            <a:endParaRPr lang="en-US" altLang="zh-CN" dirty="0"/>
          </a:p>
          <a:p>
            <a:pPr lvl="2"/>
            <a:r>
              <a:rPr lang="en-US" altLang="zh-CN" dirty="0" err="1"/>
              <a:t>Csmith</a:t>
            </a:r>
            <a:endParaRPr lang="en-US" altLang="zh-CN" dirty="0"/>
          </a:p>
          <a:p>
            <a:pPr lvl="2"/>
            <a:r>
              <a:rPr lang="en-US" altLang="zh-CN" dirty="0"/>
              <a:t>a random generator of C programs. </a:t>
            </a:r>
          </a:p>
          <a:p>
            <a:pPr lvl="2"/>
            <a:r>
              <a:rPr lang="en-US" altLang="zh-CN" dirty="0"/>
              <a:t>It's primary purpose is to find compiler bugs with random programs, using differential testing as the test oracle.</a:t>
            </a:r>
          </a:p>
          <a:p>
            <a:pPr lvl="2"/>
            <a:r>
              <a:rPr lang="en-US" altLang="zh-CN" dirty="0"/>
              <a:t>https://github.com/csmith-project/csmith</a:t>
            </a:r>
          </a:p>
          <a:p>
            <a:pPr lvl="1"/>
            <a:endParaRPr lang="zh-CN" altLang="en-US" dirty="0"/>
          </a:p>
        </p:txBody>
      </p:sp>
    </p:spTree>
    <p:extLst>
      <p:ext uri="{BB962C8B-B14F-4D97-AF65-F5344CB8AC3E}">
        <p14:creationId xmlns:p14="http://schemas.microsoft.com/office/powerpoint/2010/main" val="316961794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8472A4-EFA5-4D8D-A959-0058380D679B}"/>
              </a:ext>
            </a:extLst>
          </p:cNvPr>
          <p:cNvSpPr>
            <a:spLocks noGrp="1"/>
          </p:cNvSpPr>
          <p:nvPr>
            <p:ph type="title"/>
          </p:nvPr>
        </p:nvSpPr>
        <p:spPr/>
        <p:txBody>
          <a:bodyPr/>
          <a:lstStyle/>
          <a:p>
            <a:r>
              <a:rPr lang="zh-CN" altLang="en-US" dirty="0"/>
              <a:t>所需要的数据结构（供参考）</a:t>
            </a:r>
          </a:p>
        </p:txBody>
      </p:sp>
      <p:sp>
        <p:nvSpPr>
          <p:cNvPr id="3" name="内容占位符 2">
            <a:extLst>
              <a:ext uri="{FF2B5EF4-FFF2-40B4-BE49-F238E27FC236}">
                <a16:creationId xmlns:a16="http://schemas.microsoft.com/office/drawing/2014/main" id="{BE238B45-4956-4AB2-B853-50F674AA4A48}"/>
              </a:ext>
            </a:extLst>
          </p:cNvPr>
          <p:cNvSpPr>
            <a:spLocks noGrp="1"/>
          </p:cNvSpPr>
          <p:nvPr>
            <p:ph idx="1"/>
          </p:nvPr>
        </p:nvSpPr>
        <p:spPr/>
        <p:txBody>
          <a:bodyPr/>
          <a:lstStyle/>
          <a:p>
            <a:r>
              <a:rPr lang="zh-CN" altLang="en-US" dirty="0">
                <a:solidFill>
                  <a:srgbClr val="333333"/>
                </a:solidFill>
                <a:latin typeface="MicrosoftYaHei"/>
              </a:rPr>
              <a:t>存储根据输入文件获得的产生式数据结构</a:t>
            </a:r>
            <a:endParaRPr lang="en-US" altLang="zh-CN" dirty="0">
              <a:solidFill>
                <a:srgbClr val="333333"/>
              </a:solidFill>
              <a:latin typeface="MicrosoftYaHei"/>
            </a:endParaRPr>
          </a:p>
          <a:p>
            <a:pPr lvl="1"/>
            <a:r>
              <a:rPr lang="zh-CN" altLang="en-US" dirty="0">
                <a:solidFill>
                  <a:srgbClr val="333333"/>
                </a:solidFill>
                <a:latin typeface="MicrosoftYaHei"/>
              </a:rPr>
              <a:t>存储产生式左部到右部的映射</a:t>
            </a:r>
            <a:endParaRPr lang="en-US" altLang="zh-CN" dirty="0">
              <a:solidFill>
                <a:srgbClr val="333333"/>
              </a:solidFill>
              <a:latin typeface="MicrosoftYaHei"/>
            </a:endParaRPr>
          </a:p>
          <a:p>
            <a:pPr lvl="2"/>
            <a:r>
              <a:rPr lang="zh-CN" altLang="en-US" dirty="0">
                <a:solidFill>
                  <a:srgbClr val="333333"/>
                </a:solidFill>
                <a:latin typeface="MicrosoftYaHei"/>
              </a:rPr>
              <a:t>区分语法与嵌入语法的语义部分</a:t>
            </a:r>
            <a:endParaRPr lang="en-US" altLang="zh-CN" dirty="0">
              <a:solidFill>
                <a:srgbClr val="333333"/>
              </a:solidFill>
              <a:latin typeface="MicrosoftYaHei"/>
            </a:endParaRPr>
          </a:p>
          <a:p>
            <a:pPr lvl="1"/>
            <a:r>
              <a:rPr lang="zh-CN" altLang="en-US" dirty="0">
                <a:solidFill>
                  <a:srgbClr val="333333"/>
                </a:solidFill>
                <a:latin typeface="MicrosoftYaHei"/>
              </a:rPr>
              <a:t>拆分由“</a:t>
            </a:r>
            <a:r>
              <a:rPr lang="en-US" altLang="zh-CN" dirty="0">
                <a:solidFill>
                  <a:srgbClr val="333333"/>
                </a:solidFill>
                <a:latin typeface="MicrosoftYaHei"/>
              </a:rPr>
              <a:t>|</a:t>
            </a:r>
            <a:r>
              <a:rPr lang="zh-CN" altLang="en-US" dirty="0">
                <a:solidFill>
                  <a:srgbClr val="333333"/>
                </a:solidFill>
                <a:latin typeface="MicrosoftYaHei"/>
              </a:rPr>
              <a:t>”分隔的不同右部</a:t>
            </a:r>
            <a:endParaRPr lang="en-US" altLang="zh-CN" dirty="0">
              <a:solidFill>
                <a:srgbClr val="333333"/>
              </a:solidFill>
              <a:latin typeface="MicrosoftYaHei"/>
            </a:endParaRPr>
          </a:p>
          <a:p>
            <a:pPr lvl="1"/>
            <a:r>
              <a:rPr lang="zh-CN" altLang="en-US" dirty="0">
                <a:solidFill>
                  <a:srgbClr val="333333"/>
                </a:solidFill>
                <a:latin typeface="MicrosoftYaHei"/>
              </a:rPr>
              <a:t>编号</a:t>
            </a:r>
            <a:endParaRPr lang="en-US" altLang="zh-CN" dirty="0">
              <a:solidFill>
                <a:srgbClr val="333333"/>
              </a:solidFill>
              <a:latin typeface="MicrosoftYaHei"/>
            </a:endParaRPr>
          </a:p>
          <a:p>
            <a:r>
              <a:rPr lang="zh-CN" altLang="en-US" dirty="0"/>
              <a:t>存储优先级和结合律的数据结构</a:t>
            </a:r>
            <a:endParaRPr lang="en-US" altLang="zh-CN" dirty="0"/>
          </a:p>
          <a:p>
            <a:r>
              <a:rPr lang="zh-CN" altLang="en-US" dirty="0"/>
              <a:t>存储</a:t>
            </a:r>
            <a:r>
              <a:rPr lang="en-US" altLang="zh-CN" dirty="0"/>
              <a:t>LR(1) item</a:t>
            </a:r>
          </a:p>
          <a:p>
            <a:pPr lvl="1"/>
            <a:r>
              <a:rPr lang="zh-CN" altLang="en-US" dirty="0"/>
              <a:t>文法产生式标号</a:t>
            </a:r>
            <a:endParaRPr lang="en-US" altLang="zh-CN" dirty="0"/>
          </a:p>
          <a:p>
            <a:pPr lvl="1"/>
            <a:r>
              <a:rPr lang="zh-CN" altLang="en-US" dirty="0"/>
              <a:t>点的位置</a:t>
            </a:r>
            <a:endParaRPr lang="en-US" altLang="zh-CN" dirty="0"/>
          </a:p>
          <a:p>
            <a:pPr lvl="1"/>
            <a:r>
              <a:rPr lang="zh-CN" altLang="en-US" dirty="0"/>
              <a:t>预测符集</a:t>
            </a:r>
            <a:br>
              <a:rPr lang="zh-CN" altLang="en-US" dirty="0"/>
            </a:br>
            <a:endParaRPr lang="zh-CN" altLang="en-US" dirty="0"/>
          </a:p>
        </p:txBody>
      </p:sp>
    </p:spTree>
    <p:extLst>
      <p:ext uri="{BB962C8B-B14F-4D97-AF65-F5344CB8AC3E}">
        <p14:creationId xmlns:p14="http://schemas.microsoft.com/office/powerpoint/2010/main" val="159439940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0458E1-3CA1-4F9D-BE92-E67A59F00FB5}"/>
              </a:ext>
            </a:extLst>
          </p:cNvPr>
          <p:cNvSpPr>
            <a:spLocks noGrp="1"/>
          </p:cNvSpPr>
          <p:nvPr>
            <p:ph type="title"/>
          </p:nvPr>
        </p:nvSpPr>
        <p:spPr/>
        <p:txBody>
          <a:bodyPr/>
          <a:lstStyle/>
          <a:p>
            <a:r>
              <a:rPr lang="zh-CN" altLang="en-US" dirty="0"/>
              <a:t>所需要的数据结构（供参考）</a:t>
            </a:r>
          </a:p>
        </p:txBody>
      </p:sp>
      <p:sp>
        <p:nvSpPr>
          <p:cNvPr id="3" name="内容占位符 2">
            <a:extLst>
              <a:ext uri="{FF2B5EF4-FFF2-40B4-BE49-F238E27FC236}">
                <a16:creationId xmlns:a16="http://schemas.microsoft.com/office/drawing/2014/main" id="{966777F8-79A0-4DD8-BE6C-BE4CD2B1CFC3}"/>
              </a:ext>
            </a:extLst>
          </p:cNvPr>
          <p:cNvSpPr>
            <a:spLocks noGrp="1"/>
          </p:cNvSpPr>
          <p:nvPr>
            <p:ph idx="1"/>
          </p:nvPr>
        </p:nvSpPr>
        <p:spPr/>
        <p:txBody>
          <a:bodyPr/>
          <a:lstStyle/>
          <a:p>
            <a:r>
              <a:rPr lang="zh-CN" altLang="en-US" dirty="0"/>
              <a:t>存储</a:t>
            </a:r>
            <a:r>
              <a:rPr lang="en-US" altLang="zh-CN" dirty="0"/>
              <a:t>First</a:t>
            </a:r>
            <a:r>
              <a:rPr lang="zh-CN" altLang="en-US" dirty="0"/>
              <a:t>的数据结构</a:t>
            </a:r>
            <a:endParaRPr lang="en-US" altLang="zh-CN" dirty="0"/>
          </a:p>
          <a:p>
            <a:pPr lvl="1"/>
            <a:r>
              <a:rPr lang="zh-CN" altLang="en-US" dirty="0"/>
              <a:t>非终结符到其</a:t>
            </a:r>
            <a:r>
              <a:rPr lang="en-US" altLang="zh-CN" dirty="0"/>
              <a:t>First</a:t>
            </a:r>
            <a:r>
              <a:rPr lang="zh-CN" altLang="en-US" dirty="0"/>
              <a:t>的映射</a:t>
            </a:r>
            <a:endParaRPr lang="en-US" altLang="zh-CN" dirty="0"/>
          </a:p>
          <a:p>
            <a:pPr lvl="1"/>
            <a:r>
              <a:rPr lang="zh-CN" altLang="en-US" dirty="0"/>
              <a:t>字符串到其</a:t>
            </a:r>
            <a:r>
              <a:rPr lang="en-US" altLang="zh-CN" dirty="0"/>
              <a:t>First</a:t>
            </a:r>
            <a:r>
              <a:rPr lang="zh-CN" altLang="en-US" dirty="0"/>
              <a:t>的映射</a:t>
            </a:r>
          </a:p>
        </p:txBody>
      </p:sp>
    </p:spTree>
    <p:extLst>
      <p:ext uri="{BB962C8B-B14F-4D97-AF65-F5344CB8AC3E}">
        <p14:creationId xmlns:p14="http://schemas.microsoft.com/office/powerpoint/2010/main" val="173475594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F9D3E2-F67E-4965-A0D4-0450091DB691}"/>
              </a:ext>
            </a:extLst>
          </p:cNvPr>
          <p:cNvSpPr>
            <a:spLocks noGrp="1"/>
          </p:cNvSpPr>
          <p:nvPr>
            <p:ph type="title"/>
          </p:nvPr>
        </p:nvSpPr>
        <p:spPr/>
        <p:txBody>
          <a:bodyPr/>
          <a:lstStyle/>
          <a:p>
            <a:r>
              <a:rPr lang="zh-CN" altLang="en-US" dirty="0"/>
              <a:t>所需要的数据结构（供参考）</a:t>
            </a:r>
          </a:p>
        </p:txBody>
      </p:sp>
      <p:sp>
        <p:nvSpPr>
          <p:cNvPr id="3" name="内容占位符 2">
            <a:extLst>
              <a:ext uri="{FF2B5EF4-FFF2-40B4-BE49-F238E27FC236}">
                <a16:creationId xmlns:a16="http://schemas.microsoft.com/office/drawing/2014/main" id="{A7CF34AD-0DA3-43B3-AFA8-E8ADB3C613F2}"/>
              </a:ext>
            </a:extLst>
          </p:cNvPr>
          <p:cNvSpPr>
            <a:spLocks noGrp="1"/>
          </p:cNvSpPr>
          <p:nvPr>
            <p:ph idx="1"/>
          </p:nvPr>
        </p:nvSpPr>
        <p:spPr/>
        <p:txBody>
          <a:bodyPr/>
          <a:lstStyle/>
          <a:p>
            <a:r>
              <a:rPr lang="zh-CN" altLang="en-US" dirty="0"/>
              <a:t>存储</a:t>
            </a:r>
            <a:r>
              <a:rPr lang="en-US" altLang="zh-CN" dirty="0"/>
              <a:t>LR(1)</a:t>
            </a:r>
            <a:r>
              <a:rPr lang="zh-CN" altLang="en-US" dirty="0"/>
              <a:t>状态</a:t>
            </a:r>
          </a:p>
          <a:p>
            <a:pPr lvl="1"/>
            <a:r>
              <a:rPr lang="zh-CN" altLang="en-US" dirty="0"/>
              <a:t>编号</a:t>
            </a:r>
          </a:p>
          <a:p>
            <a:pPr lvl="1"/>
            <a:r>
              <a:rPr lang="zh-CN" altLang="en-US" dirty="0"/>
              <a:t>出边</a:t>
            </a:r>
          </a:p>
          <a:p>
            <a:pPr lvl="1"/>
            <a:r>
              <a:rPr lang="en-US" altLang="zh-CN" dirty="0"/>
              <a:t>Kernel items</a:t>
            </a:r>
            <a:r>
              <a:rPr lang="zh-CN" altLang="en-US" dirty="0"/>
              <a:t>及其预测符集</a:t>
            </a:r>
            <a:endParaRPr lang="en-US" altLang="zh-CN" dirty="0"/>
          </a:p>
          <a:p>
            <a:pPr lvl="1"/>
            <a:r>
              <a:rPr lang="en-US" altLang="zh-CN" dirty="0"/>
              <a:t>Non-kernel items</a:t>
            </a:r>
            <a:r>
              <a:rPr lang="zh-CN" altLang="en-US" dirty="0"/>
              <a:t>及其预测符集</a:t>
            </a:r>
            <a:endParaRPr lang="en-US" altLang="zh-CN" dirty="0"/>
          </a:p>
          <a:p>
            <a:pPr lvl="1"/>
            <a:r>
              <a:rPr lang="zh-CN" altLang="en-US" dirty="0"/>
              <a:t>每当构造一个新状态时，需要判断这个状态是否存在过</a:t>
            </a:r>
            <a:endParaRPr lang="en-US" altLang="zh-CN" dirty="0"/>
          </a:p>
          <a:p>
            <a:pPr lvl="2"/>
            <a:r>
              <a:rPr lang="zh-CN" altLang="en-US" dirty="0"/>
              <a:t>比较</a:t>
            </a:r>
            <a:r>
              <a:rPr lang="en-US" altLang="zh-CN" dirty="0"/>
              <a:t>kernel items</a:t>
            </a:r>
            <a:r>
              <a:rPr lang="zh-CN" altLang="en-US" dirty="0"/>
              <a:t>及其预测符集即可</a:t>
            </a:r>
            <a:endParaRPr lang="en-US" altLang="zh-CN" dirty="0"/>
          </a:p>
          <a:p>
            <a:pPr lvl="2"/>
            <a:r>
              <a:rPr lang="zh-CN" altLang="en-US" dirty="0"/>
              <a:t>排序有益于提高效率。</a:t>
            </a:r>
            <a:endParaRPr lang="en-US" altLang="zh-CN" dirty="0"/>
          </a:p>
          <a:p>
            <a:pPr lvl="1"/>
            <a:r>
              <a:rPr lang="en-US" altLang="zh-CN" dirty="0"/>
              <a:t>LR(1)-DFA</a:t>
            </a:r>
            <a:r>
              <a:rPr lang="zh-CN" altLang="en-US" dirty="0"/>
              <a:t>转</a:t>
            </a:r>
            <a:r>
              <a:rPr lang="en-US" altLang="zh-CN" dirty="0"/>
              <a:t>LALR-DFA</a:t>
            </a:r>
            <a:r>
              <a:rPr lang="zh-CN" altLang="en-US" dirty="0"/>
              <a:t>时需要判断同心状态</a:t>
            </a:r>
            <a:endParaRPr lang="en-US" altLang="zh-CN" dirty="0"/>
          </a:p>
          <a:p>
            <a:pPr lvl="2"/>
            <a:r>
              <a:rPr lang="zh-CN" altLang="en-US" dirty="0"/>
              <a:t>判断</a:t>
            </a:r>
            <a:r>
              <a:rPr lang="en-US" altLang="zh-CN" dirty="0"/>
              <a:t>kernel items</a:t>
            </a:r>
            <a:r>
              <a:rPr lang="zh-CN" altLang="en-US" dirty="0"/>
              <a:t>即可</a:t>
            </a:r>
            <a:endParaRPr lang="en-US" altLang="zh-CN" dirty="0"/>
          </a:p>
          <a:p>
            <a:pPr lvl="1"/>
            <a:r>
              <a:rPr lang="zh-CN" altLang="en-US" dirty="0"/>
              <a:t>构造</a:t>
            </a:r>
            <a:r>
              <a:rPr lang="en-US" altLang="zh-CN" dirty="0"/>
              <a:t>Non-kernel items</a:t>
            </a:r>
            <a:r>
              <a:rPr lang="zh-CN" altLang="en-US" dirty="0"/>
              <a:t>及其预测符集时，需要多次判断某个</a:t>
            </a:r>
            <a:r>
              <a:rPr lang="en-US" altLang="zh-CN" dirty="0"/>
              <a:t>item</a:t>
            </a:r>
            <a:r>
              <a:rPr lang="zh-CN" altLang="en-US" dirty="0"/>
              <a:t>是否已经存在，预测符是否已经存在。</a:t>
            </a:r>
          </a:p>
        </p:txBody>
      </p:sp>
    </p:spTree>
    <p:extLst>
      <p:ext uri="{BB962C8B-B14F-4D97-AF65-F5344CB8AC3E}">
        <p14:creationId xmlns:p14="http://schemas.microsoft.com/office/powerpoint/2010/main" val="344148283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F6DF1E-EB6D-4180-A321-2055112C136E}"/>
              </a:ext>
            </a:extLst>
          </p:cNvPr>
          <p:cNvSpPr>
            <a:spLocks noGrp="1"/>
          </p:cNvSpPr>
          <p:nvPr>
            <p:ph type="title"/>
          </p:nvPr>
        </p:nvSpPr>
        <p:spPr/>
        <p:txBody>
          <a:bodyPr/>
          <a:lstStyle/>
          <a:p>
            <a:r>
              <a:rPr lang="zh-CN" altLang="en-US" dirty="0"/>
              <a:t>所需要的数据结构（供参考）</a:t>
            </a:r>
          </a:p>
        </p:txBody>
      </p:sp>
      <p:sp>
        <p:nvSpPr>
          <p:cNvPr id="3" name="内容占位符 2">
            <a:extLst>
              <a:ext uri="{FF2B5EF4-FFF2-40B4-BE49-F238E27FC236}">
                <a16:creationId xmlns:a16="http://schemas.microsoft.com/office/drawing/2014/main" id="{987351D8-CE42-4BA4-BEA3-E132E9F34C2C}"/>
              </a:ext>
            </a:extLst>
          </p:cNvPr>
          <p:cNvSpPr>
            <a:spLocks noGrp="1"/>
          </p:cNvSpPr>
          <p:nvPr>
            <p:ph idx="1"/>
          </p:nvPr>
        </p:nvSpPr>
        <p:spPr/>
        <p:txBody>
          <a:bodyPr/>
          <a:lstStyle/>
          <a:p>
            <a:r>
              <a:rPr lang="zh-CN" altLang="en-US" dirty="0"/>
              <a:t>存储</a:t>
            </a:r>
            <a:r>
              <a:rPr lang="en-US" altLang="zh-CN" dirty="0"/>
              <a:t>LR(1)DFA</a:t>
            </a:r>
          </a:p>
          <a:p>
            <a:pPr lvl="1"/>
            <a:r>
              <a:rPr lang="zh-CN" altLang="en-US" dirty="0"/>
              <a:t>初始状态</a:t>
            </a:r>
            <a:endParaRPr lang="en-US" altLang="zh-CN" dirty="0"/>
          </a:p>
          <a:p>
            <a:pPr lvl="1"/>
            <a:r>
              <a:rPr lang="zh-CN" altLang="en-US" dirty="0"/>
              <a:t>状态集</a:t>
            </a:r>
            <a:endParaRPr lang="en-US" altLang="zh-CN" dirty="0"/>
          </a:p>
          <a:p>
            <a:r>
              <a:rPr lang="zh-CN" altLang="en-US" dirty="0"/>
              <a:t>存储</a:t>
            </a:r>
            <a:r>
              <a:rPr lang="en-US" altLang="zh-CN" dirty="0"/>
              <a:t>LR</a:t>
            </a:r>
            <a:r>
              <a:rPr lang="zh-CN" altLang="en-US" dirty="0"/>
              <a:t>分析表的数据结构</a:t>
            </a:r>
            <a:endParaRPr lang="en-US" altLang="zh-CN" dirty="0"/>
          </a:p>
          <a:p>
            <a:r>
              <a:rPr lang="zh-CN" altLang="en-US" dirty="0"/>
              <a:t>存储语法分析结果的数据结构</a:t>
            </a:r>
            <a:endParaRPr lang="en-US" altLang="zh-CN" dirty="0"/>
          </a:p>
          <a:p>
            <a:pPr lvl="1"/>
            <a:r>
              <a:rPr lang="zh-CN" altLang="en-US" dirty="0"/>
              <a:t>所使用的产生式序列</a:t>
            </a:r>
            <a:endParaRPr lang="en-US" altLang="zh-CN" dirty="0"/>
          </a:p>
          <a:p>
            <a:pPr lvl="1"/>
            <a:r>
              <a:rPr lang="zh-CN" altLang="en-US" dirty="0"/>
              <a:t>语法树</a:t>
            </a:r>
            <a:endParaRPr lang="en-US" altLang="zh-CN" dirty="0"/>
          </a:p>
          <a:p>
            <a:pPr lvl="2"/>
            <a:r>
              <a:rPr lang="zh-CN" altLang="en-US" dirty="0"/>
              <a:t>带语义节点的语法树。</a:t>
            </a:r>
            <a:endParaRPr lang="en-US" altLang="zh-CN" dirty="0"/>
          </a:p>
          <a:p>
            <a:pPr lvl="1"/>
            <a:endParaRPr lang="zh-CN" altLang="en-US" dirty="0"/>
          </a:p>
        </p:txBody>
      </p:sp>
    </p:spTree>
    <p:extLst>
      <p:ext uri="{BB962C8B-B14F-4D97-AF65-F5344CB8AC3E}">
        <p14:creationId xmlns:p14="http://schemas.microsoft.com/office/powerpoint/2010/main" val="96383586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4">
            <a:extLst>
              <a:ext uri="{FF2B5EF4-FFF2-40B4-BE49-F238E27FC236}">
                <a16:creationId xmlns:a16="http://schemas.microsoft.com/office/drawing/2014/main" id="{9E09F548-E286-417A-B7F8-78B7773FA1EB}"/>
              </a:ext>
            </a:extLst>
          </p:cNvPr>
          <p:cNvSpPr>
            <a:spLocks noGrp="1" noChangeArrowheads="1"/>
          </p:cNvSpPr>
          <p:nvPr>
            <p:ph type="ctrTitle"/>
          </p:nvPr>
        </p:nvSpPr>
        <p:spPr/>
        <p:txBody>
          <a:bodyPr/>
          <a:lstStyle/>
          <a:p>
            <a:pPr eaLnBrk="1" hangingPunct="1"/>
            <a:r>
              <a:rPr lang="en-US" altLang="zh-CN" dirty="0"/>
              <a:t>4.7.4 LALR (lookahead-LR) Parsing</a:t>
            </a:r>
          </a:p>
        </p:txBody>
      </p:sp>
      <p:sp>
        <p:nvSpPr>
          <p:cNvPr id="220163" name="Rectangle 5">
            <a:extLst>
              <a:ext uri="{FF2B5EF4-FFF2-40B4-BE49-F238E27FC236}">
                <a16:creationId xmlns:a16="http://schemas.microsoft.com/office/drawing/2014/main" id="{854291AC-8BED-41F3-8CFF-8A1CE611BF86}"/>
              </a:ext>
            </a:extLst>
          </p:cNvPr>
          <p:cNvSpPr>
            <a:spLocks noGrp="1" noChangeArrowheads="1"/>
          </p:cNvSpPr>
          <p:nvPr>
            <p:ph type="subTitle" idx="1"/>
          </p:nvPr>
        </p:nvSpPr>
        <p:spPr/>
        <p:txBody>
          <a:bodyPr/>
          <a:lstStyle/>
          <a:p>
            <a:pPr eaLnBrk="1" hangingPunct="1"/>
            <a:endParaRPr lang="zh-CN" altLang="zh-CN"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2">
            <a:extLst>
              <a:ext uri="{FF2B5EF4-FFF2-40B4-BE49-F238E27FC236}">
                <a16:creationId xmlns:a16="http://schemas.microsoft.com/office/drawing/2014/main" id="{CB54EAD0-50A4-4C60-9F38-54B8676C3A90}"/>
              </a:ext>
            </a:extLst>
          </p:cNvPr>
          <p:cNvSpPr>
            <a:spLocks noGrp="1" noChangeArrowheads="1"/>
          </p:cNvSpPr>
          <p:nvPr>
            <p:ph type="title"/>
          </p:nvPr>
        </p:nvSpPr>
        <p:spPr>
          <a:xfrm>
            <a:off x="251522" y="214313"/>
            <a:ext cx="8692455" cy="511174"/>
          </a:xfrm>
        </p:spPr>
        <p:txBody>
          <a:bodyPr/>
          <a:lstStyle/>
          <a:p>
            <a:pPr eaLnBrk="1" hangingPunct="1"/>
            <a:r>
              <a:rPr lang="en-US" altLang="zh-CN" dirty="0"/>
              <a:t>The Basic Idea</a:t>
            </a:r>
          </a:p>
        </p:txBody>
      </p:sp>
      <p:sp>
        <p:nvSpPr>
          <p:cNvPr id="221187" name="Rectangle 3">
            <a:extLst>
              <a:ext uri="{FF2B5EF4-FFF2-40B4-BE49-F238E27FC236}">
                <a16:creationId xmlns:a16="http://schemas.microsoft.com/office/drawing/2014/main" id="{68F8BF20-62E7-46CB-8F70-2CFEB2E24266}"/>
              </a:ext>
            </a:extLst>
          </p:cNvPr>
          <p:cNvSpPr>
            <a:spLocks noGrp="1" noChangeArrowheads="1"/>
          </p:cNvSpPr>
          <p:nvPr>
            <p:ph type="body" idx="1"/>
          </p:nvPr>
        </p:nvSpPr>
        <p:spPr>
          <a:xfrm>
            <a:off x="262635" y="836713"/>
            <a:ext cx="8692455" cy="1440160"/>
          </a:xfrm>
        </p:spPr>
        <p:txBody>
          <a:bodyPr/>
          <a:lstStyle/>
          <a:p>
            <a:pPr eaLnBrk="1" hangingPunct="1"/>
            <a:r>
              <a:rPr lang="en-US" altLang="zh-CN" dirty="0"/>
              <a:t>To reduce the size of LALR parsing table by merging the set of LR(1) items having the same core.</a:t>
            </a:r>
            <a:r>
              <a:rPr lang="zh-CN" altLang="en-US" dirty="0"/>
              <a:t>（合并同心状态。）</a:t>
            </a:r>
            <a:endParaRPr lang="en-US" altLang="zh-CN" dirty="0"/>
          </a:p>
        </p:txBody>
      </p:sp>
      <p:pic>
        <p:nvPicPr>
          <p:cNvPr id="5" name="内容占位符 3">
            <a:extLst>
              <a:ext uri="{FF2B5EF4-FFF2-40B4-BE49-F238E27FC236}">
                <a16:creationId xmlns:a16="http://schemas.microsoft.com/office/drawing/2014/main" id="{78D543EE-456F-44CE-8937-D189C77C56A4}"/>
              </a:ext>
            </a:extLst>
          </p:cNvPr>
          <p:cNvPicPr>
            <a:picLocks noChangeAspect="1"/>
          </p:cNvPicPr>
          <p:nvPr/>
        </p:nvPicPr>
        <p:blipFill>
          <a:blip r:embed="rId2"/>
          <a:stretch>
            <a:fillRect/>
          </a:stretch>
        </p:blipFill>
        <p:spPr bwMode="auto">
          <a:xfrm>
            <a:off x="1979712" y="1721269"/>
            <a:ext cx="5884004" cy="493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2">
            <a:extLst>
              <a:ext uri="{FF2B5EF4-FFF2-40B4-BE49-F238E27FC236}">
                <a16:creationId xmlns:a16="http://schemas.microsoft.com/office/drawing/2014/main" id="{C0C552BC-3BEE-4B5D-8C9B-F42231083F55}"/>
              </a:ext>
            </a:extLst>
          </p:cNvPr>
          <p:cNvSpPr>
            <a:spLocks noGrp="1" noChangeArrowheads="1"/>
          </p:cNvSpPr>
          <p:nvPr>
            <p:ph type="title"/>
          </p:nvPr>
        </p:nvSpPr>
        <p:spPr/>
        <p:txBody>
          <a:bodyPr/>
          <a:lstStyle/>
          <a:p>
            <a:pPr eaLnBrk="1" hangingPunct="1"/>
            <a:r>
              <a:rPr lang="en-US" altLang="zh-CN" dirty="0"/>
              <a:t>Analysis of Possible Conflicts Caused by the Merging </a:t>
            </a:r>
            <a:r>
              <a:rPr lang="en-US" altLang="zh-CN" sz="2400" dirty="0"/>
              <a:t>(1)</a:t>
            </a:r>
          </a:p>
        </p:txBody>
      </p:sp>
      <p:sp>
        <p:nvSpPr>
          <p:cNvPr id="222211" name="Rectangle 3">
            <a:extLst>
              <a:ext uri="{FF2B5EF4-FFF2-40B4-BE49-F238E27FC236}">
                <a16:creationId xmlns:a16="http://schemas.microsoft.com/office/drawing/2014/main" id="{8DE68ED9-6077-4BF8-9E07-3684CBE0B905}"/>
              </a:ext>
            </a:extLst>
          </p:cNvPr>
          <p:cNvSpPr>
            <a:spLocks noGrp="1" noChangeArrowheads="1"/>
          </p:cNvSpPr>
          <p:nvPr>
            <p:ph type="body" idx="1"/>
          </p:nvPr>
        </p:nvSpPr>
        <p:spPr/>
        <p:txBody>
          <a:bodyPr/>
          <a:lstStyle/>
          <a:p>
            <a:pPr eaLnBrk="1" hangingPunct="1"/>
            <a:r>
              <a:rPr lang="en-US" altLang="zh-CN" dirty="0"/>
              <a:t>shift</a:t>
            </a:r>
            <a:r>
              <a:rPr lang="zh-CN" altLang="en-US" dirty="0"/>
              <a:t>和</a:t>
            </a:r>
            <a:r>
              <a:rPr lang="en-US" altLang="zh-CN" dirty="0"/>
              <a:t>GOTO: not influenced by the merging</a:t>
            </a:r>
            <a:r>
              <a:rPr lang="zh-CN" altLang="en-US" dirty="0"/>
              <a:t>（与预测符无关）</a:t>
            </a:r>
            <a:endParaRPr lang="en-US" altLang="zh-CN" dirty="0"/>
          </a:p>
          <a:p>
            <a:pPr eaLnBrk="1" hangingPunct="1"/>
            <a:r>
              <a:rPr lang="zh-CN" altLang="en-US" dirty="0"/>
              <a:t>只有与</a:t>
            </a:r>
            <a:r>
              <a:rPr lang="en-US" altLang="zh-CN" dirty="0"/>
              <a:t>reduce</a:t>
            </a:r>
            <a:r>
              <a:rPr lang="zh-CN" altLang="en-US" dirty="0"/>
              <a:t>有关的行为才可能形成冲突。-</a:t>
            </a:r>
            <a:endParaRPr lang="en-US" altLang="zh-CN" dirty="0"/>
          </a:p>
          <a:p>
            <a:pPr lvl="1" eaLnBrk="1" hangingPunct="1"/>
            <a:r>
              <a:rPr lang="en-US" altLang="zh-CN" dirty="0"/>
              <a:t>shift-reduce</a:t>
            </a:r>
            <a:r>
              <a:rPr lang="zh-CN" altLang="en-US" dirty="0"/>
              <a:t>冲突</a:t>
            </a:r>
            <a:endParaRPr lang="en-US" altLang="zh-CN" dirty="0"/>
          </a:p>
          <a:p>
            <a:pPr lvl="1" eaLnBrk="1" hangingPunct="1"/>
            <a:r>
              <a:rPr lang="en-US" altLang="zh-CN" dirty="0"/>
              <a:t>error-reduce</a:t>
            </a:r>
            <a:r>
              <a:rPr lang="zh-CN" altLang="en-US" dirty="0"/>
              <a:t>冲突</a:t>
            </a:r>
            <a:endParaRPr lang="en-US" altLang="zh-CN" dirty="0"/>
          </a:p>
          <a:p>
            <a:pPr lvl="1" eaLnBrk="1" hangingPunct="1"/>
            <a:r>
              <a:rPr lang="en-US" altLang="zh-CN" dirty="0"/>
              <a:t>reduce-reduce </a:t>
            </a:r>
            <a:r>
              <a:rPr lang="zh-CN" altLang="en-US" dirty="0"/>
              <a:t>冲突</a:t>
            </a:r>
            <a:endParaRPr lang="en-US" altLang="zh-CN" dirty="0"/>
          </a:p>
          <a:p>
            <a:pPr lvl="2" eaLnBrk="1" hangingPunct="1"/>
            <a:r>
              <a:rPr lang="zh-CN" altLang="en-US" dirty="0"/>
              <a:t>对同样的预测符用不同的产生式进行规约。</a:t>
            </a:r>
            <a:endParaRPr lang="en-US" altLang="zh-CN" dirty="0"/>
          </a:p>
          <a:p>
            <a:pPr eaLnBrk="1" hangingPunct="1"/>
            <a:endParaRPr lang="en-US" altLang="zh-CN"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2">
            <a:extLst>
              <a:ext uri="{FF2B5EF4-FFF2-40B4-BE49-F238E27FC236}">
                <a16:creationId xmlns:a16="http://schemas.microsoft.com/office/drawing/2014/main" id="{2489953E-0217-4590-AC17-5F2D5238DCA1}"/>
              </a:ext>
            </a:extLst>
          </p:cNvPr>
          <p:cNvSpPr>
            <a:spLocks noGrp="1" noChangeArrowheads="1"/>
          </p:cNvSpPr>
          <p:nvPr>
            <p:ph type="title"/>
          </p:nvPr>
        </p:nvSpPr>
        <p:spPr/>
        <p:txBody>
          <a:bodyPr/>
          <a:lstStyle/>
          <a:p>
            <a:pPr eaLnBrk="1" hangingPunct="1"/>
            <a:r>
              <a:rPr lang="en-US" altLang="zh-CN" dirty="0"/>
              <a:t>Analysis of Possible Conflicts Caused by the Merging</a:t>
            </a:r>
            <a:endParaRPr lang="en-US" altLang="zh-CN" sz="2400" dirty="0"/>
          </a:p>
        </p:txBody>
      </p:sp>
      <mc:AlternateContent xmlns:mc="http://schemas.openxmlformats.org/markup-compatibility/2006">
        <mc:Choice xmlns:a14="http://schemas.microsoft.com/office/drawing/2010/main" Requires="a14">
          <p:sp>
            <p:nvSpPr>
              <p:cNvPr id="224259" name="Rectangle 3">
                <a:extLst>
                  <a:ext uri="{FF2B5EF4-FFF2-40B4-BE49-F238E27FC236}">
                    <a16:creationId xmlns:a16="http://schemas.microsoft.com/office/drawing/2014/main" id="{11628531-4753-49E4-880E-00D6AEE14753}"/>
                  </a:ext>
                </a:extLst>
              </p:cNvPr>
              <p:cNvSpPr>
                <a:spLocks noGrp="1" noChangeArrowheads="1"/>
              </p:cNvSpPr>
              <p:nvPr>
                <p:ph type="body" idx="1"/>
              </p:nvPr>
            </p:nvSpPr>
            <p:spPr/>
            <p:txBody>
              <a:bodyPr/>
              <a:lstStyle/>
              <a:p>
                <a:pPr eaLnBrk="1" hangingPunct="1"/>
                <a:r>
                  <a:rPr lang="en-US" altLang="zh-CN" dirty="0"/>
                  <a:t>shift-reduce: impossible  </a:t>
                </a:r>
                <a:r>
                  <a:rPr lang="en-US" altLang="zh-CN" dirty="0">
                    <a:solidFill>
                      <a:srgbClr val="FF0000"/>
                    </a:solidFill>
                  </a:rPr>
                  <a:t>Why?</a:t>
                </a:r>
              </a:p>
              <a:p>
                <a:pPr lvl="1" eaLnBrk="1" hangingPunct="1"/>
                <a:r>
                  <a:rPr lang="zh-CN" altLang="en-US" dirty="0"/>
                  <a:t>如果合并后有这样的冲突，那么合并前就已经冲突了，就不是</a:t>
                </a:r>
                <a:r>
                  <a:rPr lang="en-US" altLang="zh-CN" dirty="0"/>
                  <a:t>LR(1)</a:t>
                </a:r>
                <a:r>
                  <a:rPr lang="zh-CN" altLang="en-US" dirty="0"/>
                  <a:t>文法了。</a:t>
                </a:r>
                <a:endParaRPr lang="en-US" altLang="zh-CN" dirty="0"/>
              </a:p>
              <a:p>
                <a:pPr lvl="1" eaLnBrk="1" hangingPunct="1"/>
                <a:r>
                  <a:rPr lang="zh-CN" altLang="en-US" dirty="0"/>
                  <a:t>如果状态</a:t>
                </a:r>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𝑠</m:t>
                        </m:r>
                      </m:e>
                      <m:sub>
                        <m:r>
                          <a:rPr lang="en-US" altLang="zh-CN" b="0" i="1" dirty="0" smtClean="0">
                            <a:latin typeface="Cambria Math" panose="02040503050406030204" pitchFamily="18" charset="0"/>
                          </a:rPr>
                          <m:t>1</m:t>
                        </m:r>
                      </m:sub>
                    </m:sSub>
                  </m:oMath>
                </a14:m>
                <a:r>
                  <a:rPr lang="zh-CN" altLang="en-US" dirty="0"/>
                  <a:t>和</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𝑠</m:t>
                        </m:r>
                      </m:e>
                      <m:sub>
                        <m:r>
                          <a:rPr lang="en-US" altLang="zh-CN" b="0" i="1" dirty="0" smtClean="0">
                            <a:latin typeface="Cambria Math" panose="02040503050406030204" pitchFamily="18" charset="0"/>
                          </a:rPr>
                          <m:t>2</m:t>
                        </m:r>
                      </m:sub>
                    </m:sSub>
                    <m:r>
                      <a:rPr lang="zh-CN" altLang="en-US" i="1" dirty="0" smtClean="0">
                        <a:latin typeface="Cambria Math" panose="02040503050406030204" pitchFamily="18" charset="0"/>
                      </a:rPr>
                      <m:t>是</m:t>
                    </m:r>
                  </m:oMath>
                </a14:m>
                <a:r>
                  <a:rPr lang="zh-CN" altLang="en-US" dirty="0"/>
                  <a:t>同心状态，则二者的移进符集合均为是</a:t>
                </a:r>
                <a14:m>
                  <m:oMath xmlns:m="http://schemas.openxmlformats.org/officeDocument/2006/math">
                    <m:r>
                      <m:rPr>
                        <m:sty m:val="p"/>
                      </m:rPr>
                      <a:rPr lang="en-US" altLang="zh-CN" b="0" i="0" dirty="0" smtClean="0">
                        <a:latin typeface="Cambria Math" panose="02040503050406030204" pitchFamily="18" charset="0"/>
                      </a:rPr>
                      <m:t>s</m:t>
                    </m:r>
                    <m:r>
                      <a:rPr lang="en-US" altLang="zh-CN" i="1" dirty="0" smtClean="0">
                        <a:latin typeface="Cambria Math" panose="02040503050406030204" pitchFamily="18" charset="0"/>
                      </a:rPr>
                      <m:t>h𝑖𝑓𝑡</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12</m:t>
                            </m:r>
                          </m:sub>
                        </m:sSub>
                      </m:e>
                    </m:d>
                  </m:oMath>
                </a14:m>
                <a:r>
                  <a:rPr lang="zh-CN" altLang="en-US" dirty="0"/>
                  <a:t>，设</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𝑠</m:t>
                        </m:r>
                      </m:e>
                      <m:sub>
                        <m:r>
                          <a:rPr lang="en-US" altLang="zh-CN" i="1" dirty="0">
                            <a:latin typeface="Cambria Math" panose="02040503050406030204" pitchFamily="18" charset="0"/>
                          </a:rPr>
                          <m:t>1</m:t>
                        </m:r>
                      </m:sub>
                    </m:sSub>
                  </m:oMath>
                </a14:m>
                <a:r>
                  <a:rPr lang="zh-CN" altLang="en-US" dirty="0"/>
                  <a:t>的预测符集是</a:t>
                </a:r>
                <a14:m>
                  <m:oMath xmlns:m="http://schemas.openxmlformats.org/officeDocument/2006/math">
                    <m:r>
                      <a:rPr lang="en-US" altLang="zh-CN" i="1">
                        <a:latin typeface="Cambria Math" panose="02040503050406030204" pitchFamily="18" charset="0"/>
                      </a:rPr>
                      <m:t>𝑙𝑘𝑎h𝑑</m:t>
                    </m:r>
                    <m:r>
                      <a:rPr lang="en-US" altLang="zh-CN" i="1">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r>
                      <a:rPr lang="zh-CN" altLang="en-US" i="1">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𝑠</m:t>
                        </m:r>
                      </m:e>
                      <m:sub>
                        <m:r>
                          <a:rPr lang="en-US" altLang="zh-CN" b="0" i="1" dirty="0" smtClean="0">
                            <a:latin typeface="Cambria Math" panose="02040503050406030204" pitchFamily="18" charset="0"/>
                          </a:rPr>
                          <m:t>2</m:t>
                        </m:r>
                      </m:sub>
                    </m:sSub>
                  </m:oMath>
                </a14:m>
                <a:r>
                  <a:rPr lang="zh-CN" altLang="en-US" dirty="0"/>
                  <a:t>的预测符集</a:t>
                </a:r>
                <a:r>
                  <a:rPr lang="en-US" altLang="zh-CN" dirty="0"/>
                  <a:t> </a:t>
                </a:r>
                <a14:m>
                  <m:oMath xmlns:m="http://schemas.openxmlformats.org/officeDocument/2006/math">
                    <m:r>
                      <a:rPr lang="en-US" altLang="zh-CN" b="0" i="1" smtClean="0">
                        <a:latin typeface="Cambria Math" panose="02040503050406030204" pitchFamily="18" charset="0"/>
                      </a:rPr>
                      <m:t>𝑙</m:t>
                    </m:r>
                    <m:r>
                      <a:rPr lang="en-US" altLang="zh-CN" i="1">
                        <a:latin typeface="Cambria Math" panose="02040503050406030204" pitchFamily="18" charset="0"/>
                      </a:rPr>
                      <m:t>𝑘𝑎h𝑑</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b="0" i="1" smtClean="0">
                            <a:latin typeface="Cambria Math" panose="02040503050406030204" pitchFamily="18" charset="0"/>
                          </a:rPr>
                          <m:t>2</m:t>
                        </m:r>
                      </m:sub>
                    </m:sSub>
                    <m:r>
                      <a:rPr lang="en-US" altLang="zh-CN" i="1">
                        <a:latin typeface="Cambria Math" panose="02040503050406030204" pitchFamily="18" charset="0"/>
                      </a:rPr>
                      <m:t>)</m:t>
                    </m:r>
                  </m:oMath>
                </a14:m>
                <a:r>
                  <a:rPr lang="zh-CN" altLang="en-US" dirty="0"/>
                  <a:t>，则合并</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1</m:t>
                        </m:r>
                      </m:sub>
                    </m:sSub>
                  </m:oMath>
                </a14:m>
                <a:r>
                  <a:rPr lang="zh-CN" altLang="en-US" dirty="0"/>
                  <a:t>和</a:t>
                </a:r>
                <a14:m>
                  <m:oMath xmlns:m="http://schemas.openxmlformats.org/officeDocument/2006/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𝑠</m:t>
                        </m:r>
                      </m:e>
                      <m:sub>
                        <m:r>
                          <a:rPr lang="en-US" altLang="zh-CN" b="0" i="1" dirty="0" smtClean="0">
                            <a:latin typeface="Cambria Math" panose="02040503050406030204" pitchFamily="18" charset="0"/>
                          </a:rPr>
                          <m:t>2</m:t>
                        </m:r>
                      </m:sub>
                    </m:sSub>
                  </m:oMath>
                </a14:m>
                <a:r>
                  <a:rPr lang="zh-CN" altLang="en-US" dirty="0"/>
                  <a:t>之后，有</a:t>
                </a:r>
                <a:endParaRPr lang="en-US" altLang="zh-CN" dirty="0"/>
              </a:p>
              <a:p>
                <a:pPr marL="720725" lvl="1" indent="0" algn="ctr" eaLnBrk="1" hangingPunct="1">
                  <a:buNone/>
                </a:pPr>
                <a:r>
                  <a:rPr lang="en-US" altLang="zh-CN" dirty="0"/>
                  <a:t> </a:t>
                </a:r>
                <a14:m>
                  <m:oMath xmlns:m="http://schemas.openxmlformats.org/officeDocument/2006/math">
                    <m:r>
                      <a:rPr lang="en-US" altLang="zh-CN" i="1">
                        <a:latin typeface="Cambria Math" panose="02040503050406030204" pitchFamily="18" charset="0"/>
                      </a:rPr>
                      <m:t>𝑙𝑘𝑎h𝑑</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b="0" i="1" smtClean="0">
                                <a:latin typeface="Cambria Math" panose="02040503050406030204" pitchFamily="18" charset="0"/>
                              </a:rPr>
                              <m:t>1</m:t>
                            </m:r>
                            <m:r>
                              <a:rPr lang="en-US" altLang="zh-CN" i="1">
                                <a:latin typeface="Cambria Math" panose="02040503050406030204" pitchFamily="18" charset="0"/>
                              </a:rPr>
                              <m:t>2</m:t>
                            </m:r>
                          </m:sub>
                        </m:sSub>
                      </m:e>
                    </m:d>
                    <m:r>
                      <a:rPr lang="en-US" altLang="zh-CN" b="0" i="1" smtClean="0">
                        <a:latin typeface="Cambria Math" panose="02040503050406030204" pitchFamily="18" charset="0"/>
                      </a:rPr>
                      <m:t>=</m:t>
                    </m:r>
                    <m:r>
                      <a:rPr lang="en-US" altLang="zh-CN" i="1">
                        <a:latin typeface="Cambria Math" panose="02040503050406030204" pitchFamily="18" charset="0"/>
                      </a:rPr>
                      <m:t>𝑙𝑘𝑎h𝑑</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1</m:t>
                            </m:r>
                          </m:sub>
                        </m:sSub>
                      </m:e>
                    </m:d>
                    <m:r>
                      <a:rPr lang="en-US" altLang="zh-CN" b="0" i="1" smtClean="0">
                        <a:latin typeface="Cambria Math" panose="02040503050406030204" pitchFamily="18" charset="0"/>
                      </a:rPr>
                      <m:t>∪</m:t>
                    </m:r>
                    <m:r>
                      <a:rPr lang="en-US" altLang="zh-CN" i="1">
                        <a:latin typeface="Cambria Math" panose="02040503050406030204" pitchFamily="18" charset="0"/>
                      </a:rPr>
                      <m:t>𝑙𝑘𝑎h𝑑</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b="0" i="1" smtClean="0">
                            <a:latin typeface="Cambria Math" panose="02040503050406030204" pitchFamily="18" charset="0"/>
                          </a:rPr>
                          <m:t>2</m:t>
                        </m:r>
                      </m:sub>
                    </m:sSub>
                    <m:r>
                      <a:rPr lang="en-US" altLang="zh-CN" i="1">
                        <a:latin typeface="Cambria Math" panose="02040503050406030204" pitchFamily="18" charset="0"/>
                      </a:rPr>
                      <m:t>)</m:t>
                    </m:r>
                  </m:oMath>
                </a14:m>
                <a:r>
                  <a:rPr lang="zh-CN" altLang="en-US" dirty="0"/>
                  <a:t>，</a:t>
                </a:r>
                <a:endParaRPr lang="en-US" altLang="zh-CN" dirty="0"/>
              </a:p>
              <a:p>
                <a:pPr marL="720725" lvl="1" indent="0" eaLnBrk="1" hangingPunct="1">
                  <a:buNone/>
                </a:pPr>
                <a:r>
                  <a:rPr lang="zh-CN" altLang="en-US" dirty="0"/>
                  <a:t>若</a:t>
                </a:r>
                <a14:m>
                  <m:oMath xmlns:m="http://schemas.openxmlformats.org/officeDocument/2006/math">
                    <m:r>
                      <a:rPr lang="en-US" altLang="zh-CN" i="1">
                        <a:latin typeface="Cambria Math" panose="02040503050406030204" pitchFamily="18" charset="0"/>
                      </a:rPr>
                      <m:t>𝑙𝑘𝑎h𝑑</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12</m:t>
                            </m:r>
                          </m:sub>
                        </m:sSub>
                      </m:e>
                    </m:d>
                    <m:r>
                      <a:rPr lang="en-US" altLang="zh-CN" b="0" i="1" smtClean="0">
                        <a:latin typeface="Cambria Math" panose="02040503050406030204" pitchFamily="18" charset="0"/>
                      </a:rPr>
                      <m:t>∩</m:t>
                    </m:r>
                    <m:r>
                      <a:rPr lang="en-US" altLang="zh-CN" b="0" i="1" smtClean="0">
                        <a:latin typeface="Cambria Math" panose="02040503050406030204" pitchFamily="18" charset="0"/>
                      </a:rPr>
                      <m:t>𝑠h𝑖𝑓𝑡</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12</m:t>
                            </m:r>
                          </m:sub>
                        </m:sSub>
                      </m:e>
                    </m:d>
                    <m:r>
                      <a:rPr lang="en-US" altLang="zh-CN" b="0" i="1" smtClean="0">
                        <a:latin typeface="Cambria Math" panose="02040503050406030204" pitchFamily="18" charset="0"/>
                      </a:rPr>
                      <m:t>≠</m:t>
                    </m:r>
                    <m:r>
                      <m:rPr>
                        <m:sty m:val="p"/>
                      </m:rPr>
                      <a:rPr lang="en-US" altLang="zh-CN" b="0" i="0" smtClean="0">
                        <a:latin typeface="Cambria Math" panose="02040503050406030204" pitchFamily="18" charset="0"/>
                      </a:rPr>
                      <m:t>Φ</m:t>
                    </m:r>
                    <m:r>
                      <a:rPr lang="zh-CN" altLang="en-US" i="1">
                        <a:latin typeface="Cambria Math" panose="02040503050406030204" pitchFamily="18" charset="0"/>
                      </a:rPr>
                      <m:t>，</m:t>
                    </m:r>
                  </m:oMath>
                </a14:m>
                <a:r>
                  <a:rPr lang="zh-CN" altLang="en-US" dirty="0"/>
                  <a:t>则</a:t>
                </a:r>
                <a:endParaRPr lang="en-US" altLang="zh-CN" dirty="0"/>
              </a:p>
              <a:p>
                <a:pPr marL="720725" lvl="1" indent="0" algn="ctr" eaLnBrk="1" hangingPunct="1">
                  <a:buNone/>
                </a:pPr>
                <a14:m>
                  <m:oMath xmlns:m="http://schemas.openxmlformats.org/officeDocument/2006/math">
                    <m:r>
                      <a:rPr lang="en-US" altLang="zh-CN" b="0" i="0" smtClean="0">
                        <a:latin typeface="Cambria Math" panose="02040503050406030204" pitchFamily="18" charset="0"/>
                      </a:rPr>
                      <m:t>(</m:t>
                    </m:r>
                    <m:r>
                      <a:rPr lang="en-US" altLang="zh-CN" i="1">
                        <a:latin typeface="Cambria Math" panose="02040503050406030204" pitchFamily="18" charset="0"/>
                      </a:rPr>
                      <m:t>𝑙𝑘𝑎h𝑑</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1</m:t>
                            </m:r>
                          </m:sub>
                        </m:sSub>
                      </m:e>
                    </m:d>
                    <m:r>
                      <a:rPr lang="en-US" altLang="zh-CN" i="1">
                        <a:latin typeface="Cambria Math" panose="02040503050406030204" pitchFamily="18" charset="0"/>
                      </a:rPr>
                      <m:t>∪</m:t>
                    </m:r>
                    <m:r>
                      <a:rPr lang="en-US" altLang="zh-CN" i="1">
                        <a:latin typeface="Cambria Math" panose="02040503050406030204" pitchFamily="18" charset="0"/>
                      </a:rPr>
                      <m:t>𝑙𝑘𝑎h𝑑</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2</m:t>
                        </m:r>
                      </m:sub>
                    </m:sSub>
                    <m:r>
                      <a:rPr lang="en-US" altLang="zh-CN" i="1">
                        <a:latin typeface="Cambria Math" panose="02040503050406030204" pitchFamily="18" charset="0"/>
                      </a:rPr>
                      <m:t>)</m:t>
                    </m:r>
                    <m:r>
                      <a:rPr lang="en-US" altLang="zh-CN" b="0" i="1" smtClean="0">
                        <a:latin typeface="Cambria Math" panose="02040503050406030204" pitchFamily="18" charset="0"/>
                      </a:rPr>
                      <m:t>)</m:t>
                    </m:r>
                    <m:r>
                      <a:rPr lang="en-US" altLang="zh-CN" i="1">
                        <a:latin typeface="Cambria Math" panose="02040503050406030204" pitchFamily="18" charset="0"/>
                      </a:rPr>
                      <m:t>∩</m:t>
                    </m:r>
                    <m:r>
                      <a:rPr lang="en-US" altLang="zh-CN" i="1">
                        <a:latin typeface="Cambria Math" panose="02040503050406030204" pitchFamily="18" charset="0"/>
                      </a:rPr>
                      <m:t>𝑠h𝑖𝑓𝑡</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i="1">
                                <a:latin typeface="Cambria Math" panose="02040503050406030204" pitchFamily="18" charset="0"/>
                              </a:rPr>
                              <m:t>12</m:t>
                            </m:r>
                          </m:sub>
                        </m:sSub>
                      </m:e>
                    </m:d>
                    <m:r>
                      <a:rPr lang="en-US" altLang="zh-CN" i="1">
                        <a:latin typeface="Cambria Math" panose="02040503050406030204" pitchFamily="18" charset="0"/>
                      </a:rPr>
                      <m:t>≠</m:t>
                    </m:r>
                    <m:r>
                      <m:rPr>
                        <m:sty m:val="p"/>
                      </m:rPr>
                      <a:rPr lang="en-US" altLang="zh-CN">
                        <a:latin typeface="Cambria Math" panose="02040503050406030204" pitchFamily="18" charset="0"/>
                      </a:rPr>
                      <m:t>Φ</m:t>
                    </m:r>
                  </m:oMath>
                </a14:m>
                <a:r>
                  <a:rPr lang="zh-CN" altLang="en-US" dirty="0"/>
                  <a:t>，</a:t>
                </a:r>
                <a:endParaRPr lang="en-US" altLang="zh-CN" dirty="0"/>
              </a:p>
              <a:p>
                <a:pPr marL="720725" lvl="1" indent="0" eaLnBrk="1" hangingPunct="1">
                  <a:buNone/>
                </a:pPr>
                <a:r>
                  <a:rPr lang="zh-CN" altLang="en-US" dirty="0"/>
                  <a:t>必有</a:t>
                </a:r>
                <a:endParaRPr lang="en-US" altLang="zh-CN" b="0" i="1" dirty="0">
                  <a:latin typeface="Cambria Math" panose="02040503050406030204" pitchFamily="18" charset="0"/>
                </a:endParaRPr>
              </a:p>
              <a:p>
                <a:pPr marL="720725" lvl="1" indent="0" algn="ctr" eaLnBrk="1" hangingPunct="1">
                  <a:buNone/>
                </a:pPr>
                <a14:m>
                  <m:oMathPara xmlns:m="http://schemas.openxmlformats.org/officeDocument/2006/math">
                    <m:oMathParaPr>
                      <m:jc m:val="center"/>
                    </m:oMathParaPr>
                    <m:oMath xmlns:m="http://schemas.openxmlformats.org/officeDocument/2006/math">
                      <m:r>
                        <a:rPr lang="en-US" altLang="zh-CN" b="0" i="1" smtClean="0">
                          <a:latin typeface="Cambria Math" panose="02040503050406030204" pitchFamily="18" charset="0"/>
                        </a:rPr>
                        <m:t>𝑙𝑘𝑎h𝑑</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1</m:t>
                              </m:r>
                            </m:sub>
                          </m:sSub>
                        </m:e>
                      </m:d>
                      <m:r>
                        <a:rPr lang="en-US" altLang="zh-CN" b="0" i="1" smtClean="0">
                          <a:latin typeface="Cambria Math" panose="02040503050406030204" pitchFamily="18" charset="0"/>
                        </a:rPr>
                        <m:t>∩</m:t>
                      </m:r>
                      <m:r>
                        <a:rPr lang="en-US" altLang="zh-CN" b="0" i="1" smtClean="0">
                          <a:latin typeface="Cambria Math" panose="02040503050406030204" pitchFamily="18" charset="0"/>
                        </a:rPr>
                        <m:t>𝑠h𝑖𝑓𝑡</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1</m:t>
                              </m:r>
                            </m:sub>
                          </m:sSub>
                        </m:e>
                      </m:d>
                      <m:r>
                        <a:rPr lang="en-US" altLang="zh-CN" b="0" i="1" smtClean="0">
                          <a:latin typeface="Cambria Math" panose="02040503050406030204" pitchFamily="18" charset="0"/>
                        </a:rPr>
                        <m:t>≠</m:t>
                      </m:r>
                      <m:r>
                        <m:rPr>
                          <m:sty m:val="p"/>
                        </m:rPr>
                        <a:rPr lang="en-US" altLang="zh-CN" b="0" i="0" smtClean="0">
                          <a:latin typeface="Cambria Math" panose="02040503050406030204" pitchFamily="18" charset="0"/>
                        </a:rPr>
                        <m:t>Φ</m:t>
                      </m:r>
                    </m:oMath>
                  </m:oMathPara>
                </a14:m>
                <a:endParaRPr lang="en-US" altLang="zh-CN" dirty="0"/>
              </a:p>
              <a:p>
                <a:pPr marL="720725" lvl="1" indent="0" eaLnBrk="1" hangingPunct="1">
                  <a:buNone/>
                </a:pPr>
                <a:r>
                  <a:rPr lang="zh-CN" altLang="en-US" dirty="0"/>
                  <a:t>或</a:t>
                </a:r>
                <a:endParaRPr lang="en-US" altLang="zh-CN" dirty="0"/>
              </a:p>
              <a:p>
                <a:pPr marL="720725" lvl="1" indent="0" algn="ctr" eaLnBrk="1" hangingPunct="1">
                  <a:buNone/>
                </a:pPr>
                <a14:m>
                  <m:oMath xmlns:m="http://schemas.openxmlformats.org/officeDocument/2006/math">
                    <m:r>
                      <a:rPr lang="en-US" altLang="zh-CN" i="1">
                        <a:latin typeface="Cambria Math" panose="02040503050406030204" pitchFamily="18" charset="0"/>
                      </a:rPr>
                      <m:t>𝑙𝑘𝑎h𝑑</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b="0" i="1" smtClean="0">
                                <a:latin typeface="Cambria Math" panose="02040503050406030204" pitchFamily="18" charset="0"/>
                              </a:rPr>
                              <m:t>2</m:t>
                            </m:r>
                          </m:sub>
                        </m:sSub>
                      </m:e>
                    </m:d>
                    <m:r>
                      <a:rPr lang="en-US" altLang="zh-CN" i="1">
                        <a:latin typeface="Cambria Math" panose="02040503050406030204" pitchFamily="18" charset="0"/>
                      </a:rPr>
                      <m:t>∩</m:t>
                    </m:r>
                    <m:r>
                      <a:rPr lang="en-US" altLang="zh-CN" i="1">
                        <a:latin typeface="Cambria Math" panose="02040503050406030204" pitchFamily="18" charset="0"/>
                      </a:rPr>
                      <m:t>𝑠h𝑖𝑓𝑡</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b="0" i="1" smtClean="0">
                                <a:latin typeface="Cambria Math" panose="02040503050406030204" pitchFamily="18" charset="0"/>
                              </a:rPr>
                              <m:t>2</m:t>
                            </m:r>
                          </m:sub>
                        </m:sSub>
                      </m:e>
                    </m:d>
                    <m:r>
                      <a:rPr lang="en-US" altLang="zh-CN" i="1">
                        <a:latin typeface="Cambria Math" panose="02040503050406030204" pitchFamily="18" charset="0"/>
                      </a:rPr>
                      <m:t>≠</m:t>
                    </m:r>
                    <m:r>
                      <m:rPr>
                        <m:sty m:val="p"/>
                      </m:rPr>
                      <a:rPr lang="en-US" altLang="zh-CN">
                        <a:latin typeface="Cambria Math" panose="02040503050406030204" pitchFamily="18" charset="0"/>
                      </a:rPr>
                      <m:t>Φ</m:t>
                    </m:r>
                  </m:oMath>
                </a14:m>
                <a:r>
                  <a:rPr lang="zh-CN" altLang="en-US" dirty="0"/>
                  <a:t>。</a:t>
                </a:r>
                <a:endParaRPr lang="en-US" altLang="zh-CN" dirty="0"/>
              </a:p>
              <a:p>
                <a:pPr lvl="1" eaLnBrk="1" hangingPunct="1"/>
                <a:endParaRPr lang="en-US" altLang="zh-CN" dirty="0">
                  <a:cs typeface="Times New Roman" panose="02020603050405020304" pitchFamily="18" charset="0"/>
                  <a:sym typeface="Symbol" panose="05050102010706020507" pitchFamily="18" charset="2"/>
                </a:endParaRPr>
              </a:p>
            </p:txBody>
          </p:sp>
        </mc:Choice>
        <mc:Fallback>
          <p:sp>
            <p:nvSpPr>
              <p:cNvPr id="224259" name="Rectangle 3">
                <a:extLst>
                  <a:ext uri="{FF2B5EF4-FFF2-40B4-BE49-F238E27FC236}">
                    <a16:creationId xmlns:a16="http://schemas.microsoft.com/office/drawing/2014/main" id="{11628531-4753-49E4-880E-00D6AEE14753}"/>
                  </a:ext>
                </a:extLst>
              </p:cNvPr>
              <p:cNvSpPr>
                <a:spLocks noGrp="1" noRot="1" noChangeAspect="1" noMove="1" noResize="1" noEditPoints="1" noAdjustHandles="1" noChangeArrowheads="1" noChangeShapeType="1" noTextEdit="1"/>
              </p:cNvSpPr>
              <p:nvPr>
                <p:ph type="body" idx="1"/>
              </p:nvPr>
            </p:nvSpPr>
            <p:spPr>
              <a:blipFill>
                <a:blip r:embed="rId2"/>
                <a:stretch>
                  <a:fillRect l="-1412" t="-1410" b="-18077"/>
                </a:stretch>
              </a:blipFill>
            </p:spPr>
            <p:txBody>
              <a:bodyPr/>
              <a:lstStyle/>
              <a:p>
                <a:r>
                  <a:rPr lang="zh-CN" altLang="en-US">
                    <a:noFill/>
                  </a:rPr>
                  <a:t> </a:t>
                </a:r>
              </a:p>
            </p:txBody>
          </p:sp>
        </mc:Fallback>
      </mc:AlternateContent>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0F5796-C4E2-4857-B9BE-ADC6885968C8}"/>
              </a:ext>
            </a:extLst>
          </p:cNvPr>
          <p:cNvSpPr>
            <a:spLocks noGrp="1"/>
          </p:cNvSpPr>
          <p:nvPr>
            <p:ph type="title"/>
          </p:nvPr>
        </p:nvSpPr>
        <p:spPr/>
        <p:txBody>
          <a:bodyPr/>
          <a:lstStyle/>
          <a:p>
            <a:r>
              <a:rPr lang="en-US" altLang="zh-CN" dirty="0"/>
              <a:t>Analysis of Possible Conflicts Caused by the Merging</a:t>
            </a:r>
            <a:endParaRPr lang="zh-CN" altLang="en-US" dirty="0"/>
          </a:p>
        </p:txBody>
      </p:sp>
      <p:sp>
        <p:nvSpPr>
          <p:cNvPr id="3" name="内容占位符 2">
            <a:extLst>
              <a:ext uri="{FF2B5EF4-FFF2-40B4-BE49-F238E27FC236}">
                <a16:creationId xmlns:a16="http://schemas.microsoft.com/office/drawing/2014/main" id="{58538D87-7692-4DD1-B5F8-E12CDB20E4F1}"/>
              </a:ext>
            </a:extLst>
          </p:cNvPr>
          <p:cNvSpPr>
            <a:spLocks noGrp="1"/>
          </p:cNvSpPr>
          <p:nvPr>
            <p:ph idx="1"/>
          </p:nvPr>
        </p:nvSpPr>
        <p:spPr/>
        <p:txBody>
          <a:bodyPr/>
          <a:lstStyle/>
          <a:p>
            <a:pPr eaLnBrk="1" hangingPunct="1"/>
            <a:r>
              <a:rPr lang="en-US" altLang="zh-CN" dirty="0"/>
              <a:t>error-reduce conflict: does not damage the parsing.</a:t>
            </a:r>
          </a:p>
          <a:p>
            <a:pPr lvl="1" eaLnBrk="1" hangingPunct="1"/>
            <a:r>
              <a:rPr lang="en-US" altLang="zh-CN" dirty="0">
                <a:cs typeface="Times New Roman" panose="02020603050405020304" pitchFamily="18" charset="0"/>
                <a:sym typeface="Symbol" panose="05050102010706020507" pitchFamily="18" charset="2"/>
              </a:rPr>
              <a:t>merging </a:t>
            </a:r>
            <a:r>
              <a:rPr lang="en-US" altLang="zh-CN" dirty="0">
                <a:latin typeface="Arial" panose="020B0604020202020204" pitchFamily="34" charset="0"/>
              </a:rPr>
              <a:t>“</a:t>
            </a:r>
            <a:r>
              <a:rPr lang="en-US" altLang="zh-CN" dirty="0"/>
              <a:t>A </a:t>
            </a:r>
            <a:r>
              <a:rPr lang="en-US" altLang="zh-CN" dirty="0">
                <a:sym typeface="Symbol" panose="05050102010706020507" pitchFamily="18" charset="2"/>
              </a:rPr>
              <a:t> B</a:t>
            </a:r>
            <a:r>
              <a:rPr lang="en-US" altLang="zh-CN" dirty="0">
                <a:latin typeface="Arial" panose="020B0604020202020204" pitchFamily="34" charset="0"/>
                <a:cs typeface="Times New Roman" panose="02020603050405020304" pitchFamily="18" charset="0"/>
                <a:sym typeface="Symbol" panose="05050102010706020507" pitchFamily="18" charset="2"/>
              </a:rPr>
              <a:t>•</a:t>
            </a:r>
            <a:r>
              <a:rPr lang="en-US" altLang="zh-CN" dirty="0">
                <a:cs typeface="Times New Roman" panose="02020603050405020304" pitchFamily="18" charset="0"/>
                <a:sym typeface="Symbol" panose="05050102010706020507" pitchFamily="18" charset="2"/>
              </a:rPr>
              <a:t>, a</a:t>
            </a:r>
            <a:r>
              <a:rPr lang="en-US" altLang="zh-CN" dirty="0">
                <a:latin typeface="Arial" panose="020B0604020202020204" pitchFamily="34" charset="0"/>
                <a:cs typeface="Times New Roman" panose="02020603050405020304" pitchFamily="18" charset="0"/>
                <a:sym typeface="Symbol" panose="05050102010706020507" pitchFamily="18" charset="2"/>
              </a:rPr>
              <a:t>”</a:t>
            </a:r>
            <a:r>
              <a:rPr lang="en-US" altLang="zh-CN" dirty="0">
                <a:cs typeface="Times New Roman" panose="02020603050405020304" pitchFamily="18" charset="0"/>
                <a:sym typeface="Symbol" panose="05050102010706020507" pitchFamily="18" charset="2"/>
              </a:rPr>
              <a:t> with </a:t>
            </a:r>
            <a:r>
              <a:rPr lang="en-US" altLang="zh-CN" dirty="0">
                <a:latin typeface="Arial" panose="020B0604020202020204" pitchFamily="34" charset="0"/>
              </a:rPr>
              <a:t>“</a:t>
            </a:r>
            <a:r>
              <a:rPr lang="en-US" altLang="zh-CN" dirty="0"/>
              <a:t>A </a:t>
            </a:r>
            <a:r>
              <a:rPr lang="en-US" altLang="zh-CN" dirty="0">
                <a:sym typeface="Symbol" panose="05050102010706020507" pitchFamily="18" charset="2"/>
              </a:rPr>
              <a:t> B</a:t>
            </a:r>
            <a:r>
              <a:rPr lang="en-US" altLang="zh-CN" dirty="0">
                <a:latin typeface="Arial" panose="020B0604020202020204" pitchFamily="34" charset="0"/>
                <a:cs typeface="Times New Roman" panose="02020603050405020304" pitchFamily="18" charset="0"/>
                <a:sym typeface="Symbol" panose="05050102010706020507" pitchFamily="18" charset="2"/>
              </a:rPr>
              <a:t>•</a:t>
            </a:r>
            <a:r>
              <a:rPr lang="en-US" altLang="zh-CN" dirty="0">
                <a:cs typeface="Times New Roman" panose="02020603050405020304" pitchFamily="18" charset="0"/>
                <a:sym typeface="Symbol" panose="05050102010706020507" pitchFamily="18" charset="2"/>
              </a:rPr>
              <a:t>, b</a:t>
            </a:r>
            <a:r>
              <a:rPr lang="en-US" altLang="zh-CN" dirty="0">
                <a:latin typeface="Arial" panose="020B0604020202020204" pitchFamily="34" charset="0"/>
                <a:cs typeface="Times New Roman" panose="02020603050405020304" pitchFamily="18" charset="0"/>
                <a:sym typeface="Symbol" panose="05050102010706020507" pitchFamily="18" charset="2"/>
              </a:rPr>
              <a:t>”</a:t>
            </a:r>
            <a:r>
              <a:rPr lang="zh-CN" altLang="en-US" dirty="0">
                <a:latin typeface="Arial" panose="020B0604020202020204" pitchFamily="34" charset="0"/>
                <a:cs typeface="Times New Roman" panose="02020603050405020304" pitchFamily="18" charset="0"/>
                <a:sym typeface="Symbol" panose="05050102010706020507" pitchFamily="18" charset="2"/>
              </a:rPr>
              <a:t>，读头下为</a:t>
            </a:r>
            <a:r>
              <a:rPr lang="en-US" altLang="zh-CN" dirty="0">
                <a:latin typeface="Arial" panose="020B0604020202020204" pitchFamily="34" charset="0"/>
                <a:cs typeface="Times New Roman" panose="02020603050405020304" pitchFamily="18" charset="0"/>
                <a:sym typeface="Symbol" panose="05050102010706020507" pitchFamily="18" charset="2"/>
              </a:rPr>
              <a:t>a</a:t>
            </a:r>
            <a:r>
              <a:rPr lang="zh-CN" altLang="en-US" dirty="0">
                <a:latin typeface="Arial" panose="020B0604020202020204" pitchFamily="34" charset="0"/>
                <a:cs typeface="Times New Roman" panose="02020603050405020304" pitchFamily="18" charset="0"/>
                <a:sym typeface="Symbol" panose="05050102010706020507" pitchFamily="18" charset="2"/>
              </a:rPr>
              <a:t>。</a:t>
            </a:r>
            <a:endParaRPr lang="en-US" altLang="zh-CN" dirty="0">
              <a:cs typeface="Times New Roman" panose="02020603050405020304" pitchFamily="18" charset="0"/>
              <a:sym typeface="Symbol" panose="05050102010706020507" pitchFamily="18" charset="2"/>
            </a:endParaRPr>
          </a:p>
          <a:p>
            <a:pPr lvl="1" eaLnBrk="1" hangingPunct="1"/>
            <a:r>
              <a:rPr lang="zh-CN" altLang="en-US" dirty="0"/>
              <a:t>晚些报错而已（见下页</a:t>
            </a:r>
            <a:r>
              <a:rPr lang="en-US" altLang="zh-CN" dirty="0"/>
              <a:t>ppt</a:t>
            </a:r>
            <a:r>
              <a:rPr lang="zh-CN" altLang="en-US" dirty="0"/>
              <a:t>示例）。</a:t>
            </a:r>
            <a:r>
              <a:rPr lang="en-US" altLang="zh-CN" dirty="0"/>
              <a:t> </a:t>
            </a:r>
          </a:p>
          <a:p>
            <a:endParaRPr lang="zh-CN" altLang="en-US" dirty="0"/>
          </a:p>
        </p:txBody>
      </p:sp>
    </p:spTree>
    <p:extLst>
      <p:ext uri="{BB962C8B-B14F-4D97-AF65-F5344CB8AC3E}">
        <p14:creationId xmlns:p14="http://schemas.microsoft.com/office/powerpoint/2010/main" val="276100351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a:extLst>
              <a:ext uri="{FF2B5EF4-FFF2-40B4-BE49-F238E27FC236}">
                <a16:creationId xmlns:a16="http://schemas.microsoft.com/office/drawing/2014/main" id="{78D543EE-456F-44CE-8937-D189C77C56A4}"/>
              </a:ext>
            </a:extLst>
          </p:cNvPr>
          <p:cNvPicPr>
            <a:picLocks noGrp="1" noChangeAspect="1"/>
          </p:cNvPicPr>
          <p:nvPr>
            <p:ph idx="1"/>
          </p:nvPr>
        </p:nvPicPr>
        <p:blipFill>
          <a:blip r:embed="rId2"/>
          <a:stretch>
            <a:fillRect/>
          </a:stretch>
        </p:blipFill>
        <p:spPr bwMode="auto">
          <a:xfrm>
            <a:off x="586932" y="1913210"/>
            <a:ext cx="5670143" cy="475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EA85C095-D334-4637-9AEC-ACA490D2D71C}"/>
                  </a:ext>
                </a:extLst>
              </p:cNvPr>
              <p:cNvSpPr txBox="1"/>
              <p:nvPr/>
            </p:nvSpPr>
            <p:spPr>
              <a:xfrm>
                <a:off x="2334" y="188642"/>
                <a:ext cx="9141667" cy="1437253"/>
              </a:xfrm>
              <a:prstGeom prst="rect">
                <a:avLst/>
              </a:prstGeom>
              <a:noFill/>
            </p:spPr>
            <p:txBody>
              <a:bodyPr wrap="square" rtlCol="0">
                <a:spAutoFit/>
              </a:bodyPr>
              <a:lstStyle/>
              <a:p>
                <a14:m>
                  <m:oMath xmlns:m="http://schemas.openxmlformats.org/officeDocument/2006/math">
                    <m:r>
                      <a:rPr lang="zh-CN" altLang="en-US" sz="2000" i="1" dirty="0">
                        <a:latin typeface="Cambria Math" panose="02040503050406030204" pitchFamily="18" charset="0"/>
                      </a:rPr>
                      <m:t>识别：</m:t>
                    </m:r>
                    <m:r>
                      <a:rPr lang="en-US" altLang="zh-CN" sz="2000" i="1" dirty="0">
                        <a:latin typeface="Cambria Math" panose="02040503050406030204" pitchFamily="18" charset="0"/>
                      </a:rPr>
                      <m:t>𝑐𝑑</m:t>
                    </m:r>
                    <m:r>
                      <a:rPr lang="en-US" altLang="zh-CN" sz="2000" i="1" dirty="0">
                        <a:latin typeface="Cambria Math" panose="02040503050406030204" pitchFamily="18" charset="0"/>
                      </a:rPr>
                      <m:t>$</m:t>
                    </m:r>
                  </m:oMath>
                </a14:m>
                <a:r>
                  <a:rPr lang="zh-CN" altLang="en-US" sz="2000" dirty="0"/>
                  <a:t>    合法的输入：</a:t>
                </a:r>
                <a:r>
                  <a:rPr lang="en-US" altLang="zh-CN" sz="2000" dirty="0" err="1"/>
                  <a:t>cdcd</a:t>
                </a:r>
                <a:r>
                  <a:rPr lang="en-US" altLang="zh-CN" sz="2000" dirty="0"/>
                  <a:t>$</a:t>
                </a:r>
                <a:endParaRPr lang="zh-CN" altLang="en-US" sz="2000" dirty="0"/>
              </a:p>
              <a:p>
                <a:r>
                  <a:rPr lang="zh-CN" altLang="en-US" sz="2000" dirty="0"/>
                  <a:t>合并前：</a:t>
                </a:r>
                <a14:m>
                  <m:oMath xmlns:m="http://schemas.openxmlformats.org/officeDocument/2006/math">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𝐼</m:t>
                        </m:r>
                      </m:e>
                      <m:sub>
                        <m:r>
                          <a:rPr lang="en-US" altLang="zh-CN" sz="2000" i="1" dirty="0">
                            <a:latin typeface="Cambria Math" panose="02040503050406030204" pitchFamily="18" charset="0"/>
                          </a:rPr>
                          <m:t>0</m:t>
                        </m:r>
                      </m:sub>
                    </m:sSub>
                    <m:r>
                      <a:rPr lang="en-US" altLang="zh-CN" sz="2000" i="1" dirty="0">
                        <a:latin typeface="Cambria Math" panose="02040503050406030204" pitchFamily="18" charset="0"/>
                      </a:rPr>
                      <m:t>→</m:t>
                    </m:r>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𝐼</m:t>
                        </m:r>
                      </m:e>
                      <m:sub>
                        <m:r>
                          <a:rPr lang="en-US" altLang="zh-CN" sz="2000" i="1" dirty="0">
                            <a:latin typeface="Cambria Math" panose="02040503050406030204" pitchFamily="18" charset="0"/>
                          </a:rPr>
                          <m:t>3</m:t>
                        </m:r>
                      </m:sub>
                    </m:sSub>
                    <m:r>
                      <a:rPr lang="en-US" altLang="zh-CN" sz="2000" i="1" dirty="0">
                        <a:latin typeface="Cambria Math" panose="02040503050406030204" pitchFamily="18" charset="0"/>
                      </a:rPr>
                      <m:t>→</m:t>
                    </m:r>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𝐼</m:t>
                        </m:r>
                      </m:e>
                      <m:sub>
                        <m:r>
                          <a:rPr lang="en-US" altLang="zh-CN" sz="2000" i="1" dirty="0">
                            <a:latin typeface="Cambria Math" panose="02040503050406030204" pitchFamily="18" charset="0"/>
                          </a:rPr>
                          <m:t>4</m:t>
                        </m:r>
                      </m:sub>
                    </m:sSub>
                  </m:oMath>
                </a14:m>
                <a:r>
                  <a:rPr lang="zh-CN" altLang="en-US" sz="2000" dirty="0"/>
                  <a:t>，读头下不是</a:t>
                </a:r>
                <a:r>
                  <a:rPr lang="en-US" altLang="zh-CN" sz="2000" dirty="0"/>
                  <a:t>c</a:t>
                </a:r>
                <a:r>
                  <a:rPr lang="zh-CN" altLang="en-US" sz="2000" dirty="0"/>
                  <a:t>或</a:t>
                </a:r>
                <a:r>
                  <a:rPr lang="en-US" altLang="zh-CN" sz="2000" dirty="0"/>
                  <a:t>d</a:t>
                </a:r>
                <a:r>
                  <a:rPr lang="zh-CN" altLang="en-US" sz="2000" dirty="0"/>
                  <a:t>，报错。</a:t>
                </a:r>
                <a:endParaRPr lang="en-US" altLang="zh-CN" sz="2000" dirty="0"/>
              </a:p>
              <a:p>
                <a:r>
                  <a:rPr lang="zh-CN" altLang="en-US" sz="2000" dirty="0"/>
                  <a:t>合并后：</a:t>
                </a:r>
                <a14:m>
                  <m:oMath xmlns:m="http://schemas.openxmlformats.org/officeDocument/2006/math">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𝐼</m:t>
                        </m:r>
                      </m:e>
                      <m:sub>
                        <m:r>
                          <a:rPr lang="en-US" altLang="zh-CN" sz="2000" i="1" dirty="0">
                            <a:latin typeface="Cambria Math" panose="02040503050406030204" pitchFamily="18" charset="0"/>
                          </a:rPr>
                          <m:t>0</m:t>
                        </m:r>
                      </m:sub>
                    </m:sSub>
                    <m:groupChr>
                      <m:groupChrPr>
                        <m:chr m:val="→"/>
                        <m:vertJc m:val="bot"/>
                        <m:ctrlPr>
                          <a:rPr lang="en-US" altLang="zh-CN" sz="2000" i="1" dirty="0">
                            <a:latin typeface="Cambria Math" panose="02040503050406030204" pitchFamily="18" charset="0"/>
                          </a:rPr>
                        </m:ctrlPr>
                      </m:groupChrPr>
                      <m:e>
                        <m:r>
                          <m:rPr>
                            <m:sty m:val="p"/>
                            <m:brk m:alnAt="2"/>
                          </m:rPr>
                          <a:rPr lang="en-US" altLang="zh-CN" sz="2000" i="1" dirty="0">
                            <a:latin typeface="Cambria Math" panose="02040503050406030204" pitchFamily="18" charset="0"/>
                          </a:rPr>
                          <m:t>c</m:t>
                        </m:r>
                      </m:e>
                    </m:groupChr>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𝐼</m:t>
                        </m:r>
                      </m:e>
                      <m:sub>
                        <m:r>
                          <a:rPr lang="en-US" altLang="zh-CN" sz="2000" i="1" dirty="0">
                            <a:latin typeface="Cambria Math" panose="02040503050406030204" pitchFamily="18" charset="0"/>
                          </a:rPr>
                          <m:t>36</m:t>
                        </m:r>
                      </m:sub>
                    </m:sSub>
                    <m:groupChr>
                      <m:groupChrPr>
                        <m:chr m:val="→"/>
                        <m:vertJc m:val="bot"/>
                        <m:ctrlPr>
                          <a:rPr lang="en-US" altLang="zh-CN" sz="2000" i="1" dirty="0">
                            <a:latin typeface="Cambria Math" panose="02040503050406030204" pitchFamily="18" charset="0"/>
                          </a:rPr>
                        </m:ctrlPr>
                      </m:groupChrPr>
                      <m:e>
                        <m:r>
                          <a:rPr lang="en-US" altLang="zh-CN" sz="2000" i="1" dirty="0">
                            <a:latin typeface="Cambria Math" panose="02040503050406030204" pitchFamily="18" charset="0"/>
                          </a:rPr>
                          <m:t>𝑑</m:t>
                        </m:r>
                      </m:e>
                    </m:groupChr>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𝐼</m:t>
                        </m:r>
                      </m:e>
                      <m:sub>
                        <m:r>
                          <a:rPr lang="en-US" altLang="zh-CN" sz="2000" i="1" dirty="0">
                            <a:latin typeface="Cambria Math" panose="02040503050406030204" pitchFamily="18" charset="0"/>
                          </a:rPr>
                          <m:t>47</m:t>
                        </m:r>
                      </m:sub>
                    </m:sSub>
                  </m:oMath>
                </a14:m>
                <a:r>
                  <a:rPr lang="zh-CN" altLang="en-US" sz="2000" dirty="0"/>
                  <a:t>，按读头下为</a:t>
                </a:r>
                <a:r>
                  <a:rPr lang="en-US" altLang="zh-CN" sz="2000" dirty="0"/>
                  <a:t>$</a:t>
                </a:r>
                <a:r>
                  <a:rPr lang="zh-CN" altLang="en-US" sz="2000" dirty="0"/>
                  <a:t>归约</a:t>
                </a:r>
                <a14:m>
                  <m:oMath xmlns:m="http://schemas.openxmlformats.org/officeDocument/2006/math">
                    <m:r>
                      <a:rPr lang="en-US" altLang="zh-CN" sz="2000" i="1" dirty="0">
                        <a:latin typeface="Cambria Math" panose="02040503050406030204" pitchFamily="18" charset="0"/>
                      </a:rPr>
                      <m:t>→</m:t>
                    </m:r>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𝐼</m:t>
                        </m:r>
                      </m:e>
                      <m:sub>
                        <m:r>
                          <a:rPr lang="en-US" altLang="zh-CN" sz="2000" i="1" dirty="0">
                            <a:latin typeface="Cambria Math" panose="02040503050406030204" pitchFamily="18" charset="0"/>
                          </a:rPr>
                          <m:t>36</m:t>
                        </m:r>
                      </m:sub>
                    </m:sSub>
                    <m:r>
                      <m:rPr>
                        <m:nor/>
                      </m:rPr>
                      <a:rPr lang="en-US" altLang="zh-CN" sz="2000" dirty="0"/>
                      <m:t> </m:t>
                    </m:r>
                    <m:groupChr>
                      <m:groupChrPr>
                        <m:chr m:val="→"/>
                        <m:vertJc m:val="bot"/>
                        <m:ctrlPr>
                          <a:rPr lang="en-US" altLang="zh-CN" sz="2000" i="1" dirty="0">
                            <a:latin typeface="Cambria Math" panose="02040503050406030204" pitchFamily="18" charset="0"/>
                          </a:rPr>
                        </m:ctrlPr>
                      </m:groupChrPr>
                      <m:e>
                        <m:r>
                          <m:rPr>
                            <m:sty m:val="p"/>
                            <m:brk m:alnAt="2"/>
                          </m:rPr>
                          <a:rPr lang="en-US" altLang="zh-CN" sz="2000" i="1" dirty="0">
                            <a:latin typeface="Cambria Math" panose="02040503050406030204" pitchFamily="18" charset="0"/>
                          </a:rPr>
                          <m:t>C</m:t>
                        </m:r>
                      </m:e>
                    </m:groupChr>
                    <m:r>
                      <a:rPr lang="en-US" altLang="zh-CN" sz="2000" i="1" dirty="0">
                        <a:latin typeface="Cambria Math" panose="02040503050406030204" pitchFamily="18" charset="0"/>
                      </a:rPr>
                      <m:t> </m:t>
                    </m:r>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𝐼</m:t>
                        </m:r>
                      </m:e>
                      <m:sub>
                        <m:r>
                          <a:rPr lang="en-US" altLang="zh-CN" sz="2000" i="1" dirty="0">
                            <a:latin typeface="Cambria Math" panose="02040503050406030204" pitchFamily="18" charset="0"/>
                          </a:rPr>
                          <m:t>89</m:t>
                        </m:r>
                      </m:sub>
                    </m:sSub>
                    <m:r>
                      <a:rPr lang="zh-CN" altLang="en-US" sz="2000" i="1" dirty="0">
                        <a:latin typeface="Cambria Math" panose="02040503050406030204" pitchFamily="18" charset="0"/>
                      </a:rPr>
                      <m:t>按读头下</m:t>
                    </m:r>
                    <m:r>
                      <m:rPr>
                        <m:nor/>
                      </m:rPr>
                      <a:rPr lang="zh-CN" altLang="en-US" sz="2000" dirty="0"/>
                      <m:t>为</m:t>
                    </m:r>
                    <m:r>
                      <m:rPr>
                        <m:nor/>
                      </m:rPr>
                      <a:rPr lang="en-US" altLang="zh-CN" sz="2000" dirty="0"/>
                      <m:t>$</m:t>
                    </m:r>
                    <m:r>
                      <m:rPr>
                        <m:nor/>
                      </m:rPr>
                      <a:rPr lang="zh-CN" altLang="en-US" sz="2000" dirty="0"/>
                      <m:t>规约</m:t>
                    </m:r>
                    <m:r>
                      <a:rPr lang="en-US" altLang="zh-CN" sz="2000" i="1" dirty="0">
                        <a:latin typeface="Cambria Math" panose="02040503050406030204" pitchFamily="18" charset="0"/>
                      </a:rPr>
                      <m:t>→</m:t>
                    </m:r>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𝐼</m:t>
                        </m:r>
                      </m:e>
                      <m:sub>
                        <m:r>
                          <a:rPr lang="en-US" altLang="zh-CN" sz="2000" i="1" dirty="0">
                            <a:latin typeface="Cambria Math" panose="02040503050406030204" pitchFamily="18" charset="0"/>
                          </a:rPr>
                          <m:t>0</m:t>
                        </m:r>
                      </m:sub>
                    </m:sSub>
                    <m:groupChr>
                      <m:groupChrPr>
                        <m:chr m:val="→"/>
                        <m:vertJc m:val="bot"/>
                        <m:ctrlPr>
                          <a:rPr lang="en-US" altLang="zh-CN" sz="2000" i="1" dirty="0">
                            <a:latin typeface="Cambria Math" panose="02040503050406030204" pitchFamily="18" charset="0"/>
                          </a:rPr>
                        </m:ctrlPr>
                      </m:groupChrPr>
                      <m:e>
                        <m:r>
                          <m:rPr>
                            <m:sty m:val="p"/>
                            <m:brk m:alnAt="2"/>
                          </m:rPr>
                          <a:rPr lang="en-US" altLang="zh-CN" sz="2000" i="1" dirty="0">
                            <a:latin typeface="Cambria Math" panose="02040503050406030204" pitchFamily="18" charset="0"/>
                          </a:rPr>
                          <m:t>C</m:t>
                        </m:r>
                      </m:e>
                    </m:groupChr>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𝐼</m:t>
                        </m:r>
                      </m:e>
                      <m:sub>
                        <m:r>
                          <a:rPr lang="en-US" altLang="zh-CN" sz="2000" i="1" dirty="0">
                            <a:latin typeface="Cambria Math" panose="02040503050406030204" pitchFamily="18" charset="0"/>
                          </a:rPr>
                          <m:t>2</m:t>
                        </m:r>
                      </m:sub>
                    </m:sSub>
                    <m:r>
                      <m:rPr>
                        <m:nor/>
                      </m:rPr>
                      <a:rPr lang="en-US" altLang="zh-CN" sz="2000" dirty="0"/>
                      <m:t> </m:t>
                    </m:r>
                  </m:oMath>
                </a14:m>
                <a:r>
                  <a:rPr lang="zh-CN" altLang="en-US" sz="2000" dirty="0"/>
                  <a:t>，</a:t>
                </a:r>
                <a14:m>
                  <m:oMath xmlns:m="http://schemas.openxmlformats.org/officeDocument/2006/math">
                    <m:r>
                      <a:rPr lang="zh-CN" altLang="en-US" sz="2000" i="1" dirty="0">
                        <a:latin typeface="Cambria Math" panose="02040503050406030204" pitchFamily="18" charset="0"/>
                      </a:rPr>
                      <m:t>非规约态，</m:t>
                    </m:r>
                    <m:r>
                      <m:rPr>
                        <m:nor/>
                      </m:rPr>
                      <a:rPr lang="zh-CN" altLang="en-US" sz="2000" dirty="0"/>
                      <m:t>读头下不是</m:t>
                    </m:r>
                    <m:r>
                      <m:rPr>
                        <m:nor/>
                      </m:rPr>
                      <a:rPr lang="en-US" altLang="zh-CN" sz="2000" dirty="0"/>
                      <m:t>$</m:t>
                    </m:r>
                    <m:r>
                      <m:rPr>
                        <m:nor/>
                      </m:rPr>
                      <a:rPr lang="zh-CN" altLang="en-US" sz="2000" dirty="0"/>
                      <m:t>，无法前进，报错。报错晚一点，报错点差别不大。</m:t>
                    </m:r>
                  </m:oMath>
                </a14:m>
                <a:endParaRPr lang="zh-CN" altLang="en-US" sz="2000" dirty="0"/>
              </a:p>
            </p:txBody>
          </p:sp>
        </mc:Choice>
        <mc:Fallback xmlns="">
          <p:sp>
            <p:nvSpPr>
              <p:cNvPr id="6" name="文本框 5">
                <a:extLst>
                  <a:ext uri="{FF2B5EF4-FFF2-40B4-BE49-F238E27FC236}">
                    <a16:creationId xmlns:a16="http://schemas.microsoft.com/office/drawing/2014/main" id="{EA85C095-D334-4637-9AEC-ACA490D2D71C}"/>
                  </a:ext>
                </a:extLst>
              </p:cNvPr>
              <p:cNvSpPr txBox="1">
                <a:spLocks noRot="1" noChangeAspect="1" noMove="1" noResize="1" noEditPoints="1" noAdjustHandles="1" noChangeArrowheads="1" noChangeShapeType="1" noTextEdit="1"/>
              </p:cNvSpPr>
              <p:nvPr/>
            </p:nvSpPr>
            <p:spPr>
              <a:xfrm>
                <a:off x="2334" y="188642"/>
                <a:ext cx="9141667" cy="1437253"/>
              </a:xfrm>
              <a:prstGeom prst="rect">
                <a:avLst/>
              </a:prstGeom>
              <a:blipFill>
                <a:blip r:embed="rId3"/>
                <a:stretch>
                  <a:fillRect l="-667" t="-3390" b="-5508"/>
                </a:stretch>
              </a:blipFill>
            </p:spPr>
            <p:txBody>
              <a:bodyPr/>
              <a:lstStyle/>
              <a:p>
                <a:r>
                  <a:rPr lang="zh-CN" altLang="en-US">
                    <a:noFill/>
                  </a:rPr>
                  <a:t> </a:t>
                </a:r>
              </a:p>
            </p:txBody>
          </p:sp>
        </mc:Fallback>
      </mc:AlternateContent>
      <p:pic>
        <p:nvPicPr>
          <p:cNvPr id="7" name="图片 6"/>
          <p:cNvPicPr>
            <a:picLocks noChangeAspect="1"/>
          </p:cNvPicPr>
          <p:nvPr/>
        </p:nvPicPr>
        <p:blipFill>
          <a:blip r:embed="rId4"/>
          <a:stretch>
            <a:fillRect/>
          </a:stretch>
        </p:blipFill>
        <p:spPr>
          <a:xfrm>
            <a:off x="5076058" y="4756531"/>
            <a:ext cx="3238645" cy="1480783"/>
          </a:xfrm>
          <a:prstGeom prst="rect">
            <a:avLst/>
          </a:prstGeom>
        </p:spPr>
      </p:pic>
      <p:cxnSp>
        <p:nvCxnSpPr>
          <p:cNvPr id="11" name="直接连接符 10"/>
          <p:cNvCxnSpPr/>
          <p:nvPr/>
        </p:nvCxnSpPr>
        <p:spPr bwMode="auto">
          <a:xfrm flipH="1">
            <a:off x="1187624" y="4972553"/>
            <a:ext cx="3888432" cy="0"/>
          </a:xfrm>
          <a:prstGeom prst="line">
            <a:avLst/>
          </a:prstGeom>
          <a:solidFill>
            <a:schemeClr val="accent1"/>
          </a:solidFill>
          <a:ln w="9525" cap="flat" cmpd="sng" algn="ctr">
            <a:solidFill>
              <a:srgbClr val="FF0000"/>
            </a:solidFill>
            <a:prstDash val="solid"/>
            <a:round/>
            <a:headEnd type="none" w="med" len="med"/>
            <a:tailEnd type="none" w="med" len="med"/>
          </a:ln>
          <a:effectLst/>
        </p:spPr>
      </p:cxnSp>
      <p:cxnSp>
        <p:nvCxnSpPr>
          <p:cNvPr id="12" name="直接连接符 11"/>
          <p:cNvCxnSpPr/>
          <p:nvPr/>
        </p:nvCxnSpPr>
        <p:spPr bwMode="auto">
          <a:xfrm flipH="1">
            <a:off x="1115616" y="6052673"/>
            <a:ext cx="3960440" cy="0"/>
          </a:xfrm>
          <a:prstGeom prst="line">
            <a:avLst/>
          </a:prstGeom>
          <a:solidFill>
            <a:schemeClr val="accent1"/>
          </a:solidFill>
          <a:ln w="9525" cap="flat" cmpd="sng" algn="ctr">
            <a:solidFill>
              <a:srgbClr val="FF0000"/>
            </a:solidFill>
            <a:prstDash val="solid"/>
            <a:round/>
            <a:headEnd type="none" w="med" len="med"/>
            <a:tailEnd type="none" w="med" len="med"/>
          </a:ln>
          <a:effectLst/>
        </p:spPr>
      </p:cxnSp>
      <p:cxnSp>
        <p:nvCxnSpPr>
          <p:cNvPr id="17" name="直接连接符 16"/>
          <p:cNvCxnSpPr>
            <a:cxnSpLocks/>
          </p:cNvCxnSpPr>
          <p:nvPr/>
        </p:nvCxnSpPr>
        <p:spPr bwMode="auto">
          <a:xfrm>
            <a:off x="2699792" y="3645026"/>
            <a:ext cx="0" cy="1327529"/>
          </a:xfrm>
          <a:prstGeom prst="line">
            <a:avLst/>
          </a:prstGeom>
          <a:solidFill>
            <a:schemeClr val="accent1"/>
          </a:solidFill>
          <a:ln w="9525" cap="flat" cmpd="sng" algn="ctr">
            <a:solidFill>
              <a:srgbClr val="FF0000"/>
            </a:solidFill>
            <a:prstDash val="solid"/>
            <a:round/>
            <a:headEnd type="none" w="med" len="med"/>
            <a:tailEnd type="none" w="med" len="med"/>
          </a:ln>
          <a:effectLst/>
        </p:spPr>
      </p:cxnSp>
      <p:cxnSp>
        <p:nvCxnSpPr>
          <p:cNvPr id="18" name="直接连接符 17"/>
          <p:cNvCxnSpPr/>
          <p:nvPr/>
        </p:nvCxnSpPr>
        <p:spPr bwMode="auto">
          <a:xfrm>
            <a:off x="2627784" y="4540505"/>
            <a:ext cx="0" cy="1512168"/>
          </a:xfrm>
          <a:prstGeom prst="line">
            <a:avLst/>
          </a:prstGeom>
          <a:solidFill>
            <a:schemeClr val="accent1"/>
          </a:solidFill>
          <a:ln w="9525" cap="flat" cmpd="sng" algn="ctr">
            <a:solidFill>
              <a:srgbClr val="FF0000"/>
            </a:solidFill>
            <a:prstDash val="solid"/>
            <a:round/>
            <a:headEnd type="none" w="med" len="med"/>
            <a:tailEnd type="none" w="med" len="med"/>
          </a:ln>
          <a:effectLst/>
        </p:spPr>
      </p:cxnSp>
    </p:spTree>
    <p:extLst>
      <p:ext uri="{BB962C8B-B14F-4D97-AF65-F5344CB8AC3E}">
        <p14:creationId xmlns:p14="http://schemas.microsoft.com/office/powerpoint/2010/main" val="141285463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2">
            <a:extLst>
              <a:ext uri="{FF2B5EF4-FFF2-40B4-BE49-F238E27FC236}">
                <a16:creationId xmlns:a16="http://schemas.microsoft.com/office/drawing/2014/main" id="{7858A1E4-D9B2-4EF3-BA9A-6B40B46D15C1}"/>
              </a:ext>
            </a:extLst>
          </p:cNvPr>
          <p:cNvSpPr>
            <a:spLocks noGrp="1" noChangeArrowheads="1"/>
          </p:cNvSpPr>
          <p:nvPr>
            <p:ph type="title"/>
          </p:nvPr>
        </p:nvSpPr>
        <p:spPr/>
        <p:txBody>
          <a:bodyPr/>
          <a:lstStyle/>
          <a:p>
            <a:pPr eaLnBrk="1" hangingPunct="1"/>
            <a:r>
              <a:rPr lang="en-US" altLang="zh-CN" dirty="0"/>
              <a:t>Example of Reduce-Reduce Conflict</a:t>
            </a:r>
            <a:endParaRPr lang="en-US" altLang="zh-CN" sz="2400" dirty="0"/>
          </a:p>
        </p:txBody>
      </p:sp>
      <p:sp>
        <p:nvSpPr>
          <p:cNvPr id="225283" name="Rectangle 3">
            <a:extLst>
              <a:ext uri="{FF2B5EF4-FFF2-40B4-BE49-F238E27FC236}">
                <a16:creationId xmlns:a16="http://schemas.microsoft.com/office/drawing/2014/main" id="{23ADB132-9EE9-488F-9FDD-C891EB46818D}"/>
              </a:ext>
            </a:extLst>
          </p:cNvPr>
          <p:cNvSpPr>
            <a:spLocks noGrp="1" noChangeArrowheads="1"/>
          </p:cNvSpPr>
          <p:nvPr>
            <p:ph type="body" idx="1"/>
          </p:nvPr>
        </p:nvSpPr>
        <p:spPr/>
        <p:txBody>
          <a:bodyPr/>
          <a:lstStyle/>
          <a:p>
            <a:pPr eaLnBrk="1" hangingPunct="1">
              <a:defRPr/>
            </a:pPr>
            <a:r>
              <a:rPr lang="en-US" altLang="zh-CN" dirty="0">
                <a:solidFill>
                  <a:srgbClr val="000000"/>
                </a:solidFill>
                <a:latin typeface="Times New Roman"/>
                <a:ea typeface="宋体"/>
              </a:rPr>
              <a:t>reduce-reduce conflict ?</a:t>
            </a:r>
          </a:p>
          <a:p>
            <a:pPr lvl="1" eaLnBrk="1" hangingPunct="1"/>
            <a:r>
              <a:rPr lang="en-US" altLang="zh-CN" dirty="0">
                <a:solidFill>
                  <a:srgbClr val="000000"/>
                </a:solidFill>
                <a:cs typeface="Times New Roman" panose="02020603050405020304" pitchFamily="18" charset="0"/>
                <a:sym typeface="Symbol" panose="05050102010706020507" pitchFamily="18" charset="2"/>
              </a:rPr>
              <a:t>merging </a:t>
            </a:r>
            <a:r>
              <a:rPr lang="en-US" altLang="zh-CN" dirty="0">
                <a:solidFill>
                  <a:srgbClr val="000000"/>
                </a:solidFill>
                <a:latin typeface="Arial" panose="020B0604020202020204" pitchFamily="34" charset="0"/>
                <a:cs typeface="Times New Roman" panose="02020603050405020304" pitchFamily="18" charset="0"/>
                <a:sym typeface="Symbol" panose="05050102010706020507" pitchFamily="18" charset="2"/>
              </a:rPr>
              <a:t>“</a:t>
            </a:r>
            <a:r>
              <a:rPr lang="en-US" altLang="zh-CN" dirty="0">
                <a:solidFill>
                  <a:srgbClr val="000000"/>
                </a:solidFill>
              </a:rPr>
              <a:t>A </a:t>
            </a:r>
            <a:r>
              <a:rPr lang="en-US" altLang="zh-CN" dirty="0">
                <a:solidFill>
                  <a:srgbClr val="000000"/>
                </a:solidFill>
                <a:sym typeface="Symbol" panose="05050102010706020507" pitchFamily="18" charset="2"/>
              </a:rPr>
              <a:t> B</a:t>
            </a:r>
            <a:r>
              <a:rPr lang="en-US" altLang="zh-CN" dirty="0">
                <a:solidFill>
                  <a:srgbClr val="000000"/>
                </a:solidFill>
                <a:latin typeface="Arial" panose="020B0604020202020204" pitchFamily="34" charset="0"/>
                <a:cs typeface="Times New Roman" panose="02020603050405020304" pitchFamily="18" charset="0"/>
                <a:sym typeface="Symbol" panose="05050102010706020507" pitchFamily="18" charset="2"/>
              </a:rPr>
              <a:t>•</a:t>
            </a:r>
            <a:r>
              <a:rPr lang="en-US" altLang="zh-CN" dirty="0">
                <a:solidFill>
                  <a:srgbClr val="000000"/>
                </a:solidFill>
                <a:cs typeface="Times New Roman" panose="02020603050405020304" pitchFamily="18" charset="0"/>
                <a:sym typeface="Symbol" panose="05050102010706020507" pitchFamily="18" charset="2"/>
              </a:rPr>
              <a:t>, a</a:t>
            </a:r>
            <a:r>
              <a:rPr lang="en-US" altLang="zh-CN" dirty="0">
                <a:solidFill>
                  <a:srgbClr val="000000"/>
                </a:solidFill>
                <a:latin typeface="Arial" panose="020B0604020202020204" pitchFamily="34" charset="0"/>
                <a:cs typeface="Times New Roman" panose="02020603050405020304" pitchFamily="18" charset="0"/>
                <a:sym typeface="Symbol" panose="05050102010706020507" pitchFamily="18" charset="2"/>
              </a:rPr>
              <a:t>”</a:t>
            </a:r>
            <a:r>
              <a:rPr lang="en-US" altLang="zh-CN" dirty="0">
                <a:solidFill>
                  <a:srgbClr val="000000"/>
                </a:solidFill>
                <a:cs typeface="Times New Roman" panose="02020603050405020304" pitchFamily="18" charset="0"/>
                <a:sym typeface="Symbol" panose="05050102010706020507" pitchFamily="18" charset="2"/>
              </a:rPr>
              <a:t> with </a:t>
            </a:r>
            <a:r>
              <a:rPr lang="en-US" altLang="zh-CN" dirty="0">
                <a:solidFill>
                  <a:srgbClr val="000000"/>
                </a:solidFill>
                <a:latin typeface="Arial" panose="020B0604020202020204" pitchFamily="34" charset="0"/>
                <a:cs typeface="Times New Roman" panose="02020603050405020304" pitchFamily="18" charset="0"/>
                <a:sym typeface="Symbol" panose="05050102010706020507" pitchFamily="18" charset="2"/>
              </a:rPr>
              <a:t>“</a:t>
            </a:r>
            <a:r>
              <a:rPr lang="en-US" altLang="zh-CN" dirty="0">
                <a:solidFill>
                  <a:srgbClr val="000000"/>
                </a:solidFill>
                <a:cs typeface="Times New Roman" panose="02020603050405020304" pitchFamily="18" charset="0"/>
                <a:sym typeface="Symbol" panose="05050102010706020507" pitchFamily="18" charset="2"/>
              </a:rPr>
              <a:t>C</a:t>
            </a:r>
            <a:r>
              <a:rPr lang="en-US" altLang="zh-CN" dirty="0">
                <a:solidFill>
                  <a:srgbClr val="000000"/>
                </a:solidFill>
              </a:rPr>
              <a:t> </a:t>
            </a:r>
            <a:r>
              <a:rPr lang="en-US" altLang="zh-CN" dirty="0">
                <a:solidFill>
                  <a:srgbClr val="000000"/>
                </a:solidFill>
                <a:sym typeface="Symbol" panose="05050102010706020507" pitchFamily="18" charset="2"/>
              </a:rPr>
              <a:t> D</a:t>
            </a:r>
            <a:r>
              <a:rPr lang="en-US" altLang="zh-CN" dirty="0">
                <a:solidFill>
                  <a:srgbClr val="000000"/>
                </a:solidFill>
                <a:latin typeface="Arial" panose="020B0604020202020204" pitchFamily="34" charset="0"/>
                <a:cs typeface="Times New Roman" panose="02020603050405020304" pitchFamily="18" charset="0"/>
                <a:sym typeface="Symbol" panose="05050102010706020507" pitchFamily="18" charset="2"/>
              </a:rPr>
              <a:t>•</a:t>
            </a:r>
            <a:r>
              <a:rPr lang="en-US" altLang="zh-CN" dirty="0">
                <a:solidFill>
                  <a:srgbClr val="000000"/>
                </a:solidFill>
                <a:cs typeface="Times New Roman" panose="02020603050405020304" pitchFamily="18" charset="0"/>
                <a:sym typeface="Symbol" panose="05050102010706020507" pitchFamily="18" charset="2"/>
              </a:rPr>
              <a:t>, a</a:t>
            </a:r>
            <a:r>
              <a:rPr lang="en-US" altLang="zh-CN" dirty="0">
                <a:solidFill>
                  <a:srgbClr val="000000"/>
                </a:solidFill>
                <a:latin typeface="Arial" panose="020B0604020202020204" pitchFamily="34" charset="0"/>
                <a:cs typeface="Times New Roman" panose="02020603050405020304" pitchFamily="18" charset="0"/>
                <a:sym typeface="Symbol" panose="05050102010706020507" pitchFamily="18" charset="2"/>
              </a:rPr>
              <a:t>”</a:t>
            </a:r>
            <a:r>
              <a:rPr lang="en-US" altLang="zh-CN" dirty="0">
                <a:solidFill>
                  <a:srgbClr val="000000"/>
                </a:solidFill>
                <a:cs typeface="Times New Roman" panose="02020603050405020304" pitchFamily="18" charset="0"/>
                <a:sym typeface="Symbol" panose="05050102010706020507" pitchFamily="18" charset="2"/>
              </a:rPr>
              <a:t>: conflict</a:t>
            </a:r>
          </a:p>
          <a:p>
            <a:pPr lvl="2" eaLnBrk="1" hangingPunct="1"/>
            <a:r>
              <a:rPr lang="zh-CN" altLang="en-US" dirty="0">
                <a:solidFill>
                  <a:srgbClr val="000000"/>
                </a:solidFill>
                <a:cs typeface="Times New Roman" panose="02020603050405020304" pitchFamily="18" charset="0"/>
                <a:sym typeface="Symbol" panose="05050102010706020507" pitchFamily="18" charset="2"/>
              </a:rPr>
              <a:t>不同的状态（彼此同心），可规约短语不同，预测符相同：这也太巧了。</a:t>
            </a:r>
            <a:endParaRPr lang="en-US" altLang="zh-CN" dirty="0">
              <a:solidFill>
                <a:srgbClr val="000000"/>
              </a:solidFill>
              <a:cs typeface="Times New Roman" panose="02020603050405020304" pitchFamily="18" charset="0"/>
              <a:sym typeface="Symbol" panose="05050102010706020507" pitchFamily="18" charset="2"/>
            </a:endParaRPr>
          </a:p>
          <a:p>
            <a:pPr eaLnBrk="1" hangingPunct="1"/>
            <a:r>
              <a:rPr lang="en-US" altLang="zh-CN" dirty="0"/>
              <a:t>Example 4.58. Grammar</a:t>
            </a:r>
          </a:p>
          <a:p>
            <a:pPr lvl="1" eaLnBrk="1" hangingPunct="1">
              <a:buNone/>
            </a:pPr>
            <a:r>
              <a:rPr lang="en-US" altLang="zh-CN" dirty="0"/>
              <a:t>   </a:t>
            </a:r>
            <a:r>
              <a:rPr lang="en-US" altLang="zh-CN" sz="1800" dirty="0"/>
              <a:t>(0) S</a:t>
            </a:r>
            <a:r>
              <a:rPr lang="en-US" altLang="zh-CN" sz="1800" dirty="0">
                <a:latin typeface="Arial" panose="020B0604020202020204" pitchFamily="34" charset="0"/>
              </a:rPr>
              <a:t>’</a:t>
            </a:r>
            <a:r>
              <a:rPr lang="en-US" altLang="zh-CN" sz="1800" dirty="0">
                <a:sym typeface="Symbol" panose="05050102010706020507" pitchFamily="18" charset="2"/>
              </a:rPr>
              <a:t> S</a:t>
            </a:r>
          </a:p>
          <a:p>
            <a:pPr lvl="1" eaLnBrk="1" hangingPunct="1">
              <a:buNone/>
            </a:pPr>
            <a:r>
              <a:rPr lang="en-US" altLang="zh-CN" sz="1800" dirty="0">
                <a:sym typeface="Symbol" panose="05050102010706020507" pitchFamily="18" charset="2"/>
              </a:rPr>
              <a:t>   (1) S  </a:t>
            </a:r>
            <a:r>
              <a:rPr lang="en-US" altLang="zh-CN" sz="1800" dirty="0" err="1">
                <a:sym typeface="Symbol" panose="05050102010706020507" pitchFamily="18" charset="2"/>
              </a:rPr>
              <a:t>aAd</a:t>
            </a:r>
            <a:r>
              <a:rPr lang="en-US" altLang="zh-CN" sz="1800" dirty="0">
                <a:sym typeface="Symbol" panose="05050102010706020507" pitchFamily="18" charset="2"/>
              </a:rPr>
              <a:t> </a:t>
            </a:r>
            <a:r>
              <a:rPr lang="en-US" altLang="zh-CN" sz="1800" dirty="0">
                <a:cs typeface="Tahoma" panose="020B0604030504040204" pitchFamily="34" charset="0"/>
                <a:sym typeface="Symbol" panose="05050102010706020507" pitchFamily="18" charset="2"/>
              </a:rPr>
              <a:t>| </a:t>
            </a:r>
            <a:r>
              <a:rPr lang="en-US" altLang="zh-CN" sz="1800" dirty="0" err="1">
                <a:cs typeface="Tahoma" panose="020B0604030504040204" pitchFamily="34" charset="0"/>
                <a:sym typeface="Symbol" panose="05050102010706020507" pitchFamily="18" charset="2"/>
              </a:rPr>
              <a:t>bBf</a:t>
            </a:r>
            <a:r>
              <a:rPr lang="en-US" altLang="zh-CN" sz="1800" dirty="0">
                <a:cs typeface="Tahoma" panose="020B0604030504040204" pitchFamily="34" charset="0"/>
                <a:sym typeface="Symbol" panose="05050102010706020507" pitchFamily="18" charset="2"/>
              </a:rPr>
              <a:t> | </a:t>
            </a:r>
            <a:r>
              <a:rPr lang="en-US" altLang="zh-CN" sz="1800" dirty="0" err="1">
                <a:cs typeface="Tahoma" panose="020B0604030504040204" pitchFamily="34" charset="0"/>
                <a:sym typeface="Symbol" panose="05050102010706020507" pitchFamily="18" charset="2"/>
              </a:rPr>
              <a:t>aBe</a:t>
            </a:r>
            <a:r>
              <a:rPr lang="en-US" altLang="zh-CN" sz="1800" dirty="0">
                <a:cs typeface="Tahoma" panose="020B0604030504040204" pitchFamily="34" charset="0"/>
                <a:sym typeface="Symbol" panose="05050102010706020507" pitchFamily="18" charset="2"/>
              </a:rPr>
              <a:t> |</a:t>
            </a:r>
            <a:r>
              <a:rPr lang="en-US" altLang="zh-CN" sz="1800" dirty="0" err="1">
                <a:cs typeface="Tahoma" panose="020B0604030504040204" pitchFamily="34" charset="0"/>
                <a:sym typeface="Symbol" panose="05050102010706020507" pitchFamily="18" charset="2"/>
              </a:rPr>
              <a:t>bAe</a:t>
            </a:r>
            <a:endParaRPr lang="en-US" altLang="zh-CN" sz="1800" dirty="0">
              <a:cs typeface="Tahoma" panose="020B0604030504040204" pitchFamily="34" charset="0"/>
              <a:sym typeface="Symbol" panose="05050102010706020507" pitchFamily="18" charset="2"/>
            </a:endParaRPr>
          </a:p>
          <a:p>
            <a:pPr lvl="1" eaLnBrk="1" hangingPunct="1">
              <a:buNone/>
            </a:pPr>
            <a:r>
              <a:rPr lang="en-US" altLang="zh-CN" sz="1800" dirty="0">
                <a:cs typeface="Tahoma" panose="020B0604030504040204" pitchFamily="34" charset="0"/>
                <a:sym typeface="Symbol" panose="05050102010706020507" pitchFamily="18" charset="2"/>
              </a:rPr>
              <a:t>   (2) A</a:t>
            </a:r>
            <a:r>
              <a:rPr lang="en-US" altLang="zh-CN" sz="1800" dirty="0">
                <a:sym typeface="Symbol" panose="05050102010706020507" pitchFamily="18" charset="2"/>
              </a:rPr>
              <a:t>  c</a:t>
            </a:r>
          </a:p>
          <a:p>
            <a:pPr lvl="1" eaLnBrk="1" hangingPunct="1">
              <a:buNone/>
            </a:pPr>
            <a:r>
              <a:rPr lang="en-US" altLang="zh-CN" sz="1800" dirty="0">
                <a:sym typeface="Symbol" panose="05050102010706020507" pitchFamily="18" charset="2"/>
              </a:rPr>
              <a:t>   (3) B  c</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E3F2874C-408D-4A6E-9BED-5A2EF95BD7D2}"/>
                  </a:ext>
                </a:extLst>
              </p:cNvPr>
              <p:cNvSpPr txBox="1"/>
              <p:nvPr/>
            </p:nvSpPr>
            <p:spPr>
              <a:xfrm>
                <a:off x="1403648" y="4798895"/>
                <a:ext cx="2025328" cy="646331"/>
              </a:xfrm>
              <a:prstGeom prst="rect">
                <a:avLst/>
              </a:prstGeom>
              <a:noFill/>
              <a:ln>
                <a:solidFill>
                  <a:schemeClr val="tx1"/>
                </a:solidFill>
              </a:ln>
            </p:spPr>
            <p:txBody>
              <a:bodyPr wrap="square">
                <a:spAutoFit/>
              </a:bodyPr>
              <a:lstStyle/>
              <a:p>
                <a14:m>
                  <m:oMath xmlns:m="http://schemas.openxmlformats.org/officeDocument/2006/math">
                    <m:r>
                      <a:rPr lang="en-US" altLang="zh-CN" sz="1800" i="1" dirty="0">
                        <a:solidFill>
                          <a:srgbClr val="000000"/>
                        </a:solidFill>
                        <a:latin typeface="Cambria Math" panose="02040503050406030204" pitchFamily="18" charset="0"/>
                      </a:rPr>
                      <m:t>𝐴</m:t>
                    </m:r>
                    <m:r>
                      <a:rPr lang="en-US" altLang="zh-CN" sz="1800" i="1" dirty="0">
                        <a:solidFill>
                          <a:srgbClr val="000000"/>
                        </a:solidFill>
                        <a:latin typeface="Cambria Math" panose="02040503050406030204" pitchFamily="18" charset="0"/>
                      </a:rPr>
                      <m:t>→</m:t>
                    </m:r>
                    <m:r>
                      <a:rPr lang="en-US" altLang="zh-CN" sz="1800" i="1" dirty="0">
                        <a:solidFill>
                          <a:srgbClr val="000000"/>
                        </a:solidFill>
                        <a:latin typeface="Cambria Math" panose="02040503050406030204" pitchFamily="18" charset="0"/>
                      </a:rPr>
                      <m:t>𝑐</m:t>
                    </m:r>
                    <m:r>
                      <a:rPr lang="en-US" altLang="zh-CN" sz="1800" i="1" dirty="0">
                        <a:solidFill>
                          <a:srgbClr val="000000"/>
                        </a:solidFill>
                        <a:latin typeface="Cambria Math" panose="02040503050406030204" pitchFamily="18" charset="0"/>
                      </a:rPr>
                      <m:t>∙</m:t>
                    </m:r>
                  </m:oMath>
                </a14:m>
                <a:r>
                  <a:rPr lang="en-US" altLang="zh-CN" sz="1800" dirty="0">
                    <a:solidFill>
                      <a:srgbClr val="000000"/>
                    </a:solidFill>
                    <a:latin typeface="T26"/>
                  </a:rPr>
                  <a:t>,   d</a:t>
                </a:r>
              </a:p>
              <a:p>
                <a14:m>
                  <m:oMath xmlns:m="http://schemas.openxmlformats.org/officeDocument/2006/math">
                    <m:r>
                      <a:rPr lang="en-US" altLang="zh-CN" sz="1800" i="1" dirty="0">
                        <a:solidFill>
                          <a:srgbClr val="000000"/>
                        </a:solidFill>
                        <a:latin typeface="Cambria Math" panose="02040503050406030204" pitchFamily="18" charset="0"/>
                      </a:rPr>
                      <m:t>𝐵</m:t>
                    </m:r>
                    <m:r>
                      <a:rPr lang="en-US" altLang="zh-CN" sz="1800" i="1" dirty="0">
                        <a:solidFill>
                          <a:srgbClr val="000000"/>
                        </a:solidFill>
                        <a:latin typeface="Cambria Math" panose="02040503050406030204" pitchFamily="18" charset="0"/>
                      </a:rPr>
                      <m:t>→</m:t>
                    </m:r>
                    <m:r>
                      <a:rPr lang="en-US" altLang="zh-CN" sz="1800" i="1" dirty="0">
                        <a:solidFill>
                          <a:srgbClr val="000000"/>
                        </a:solidFill>
                        <a:latin typeface="Cambria Math" panose="02040503050406030204" pitchFamily="18" charset="0"/>
                      </a:rPr>
                      <m:t>𝑐</m:t>
                    </m:r>
                    <m:r>
                      <a:rPr lang="en-US" altLang="zh-CN" sz="1800" i="1" dirty="0">
                        <a:solidFill>
                          <a:srgbClr val="000000"/>
                        </a:solidFill>
                        <a:latin typeface="Cambria Math" panose="02040503050406030204" pitchFamily="18" charset="0"/>
                      </a:rPr>
                      <m:t>∙</m:t>
                    </m:r>
                  </m:oMath>
                </a14:m>
                <a:r>
                  <a:rPr lang="en-US" altLang="zh-CN" sz="1800" dirty="0">
                    <a:solidFill>
                      <a:srgbClr val="000000"/>
                    </a:solidFill>
                    <a:latin typeface="T26"/>
                  </a:rPr>
                  <a:t>,   e</a:t>
                </a:r>
                <a:endParaRPr lang="zh-CN" altLang="en-US" sz="1800" dirty="0"/>
              </a:p>
            </p:txBody>
          </p:sp>
        </mc:Choice>
        <mc:Fallback xmlns="">
          <p:sp>
            <p:nvSpPr>
              <p:cNvPr id="6" name="文本框 5">
                <a:extLst>
                  <a:ext uri="{FF2B5EF4-FFF2-40B4-BE49-F238E27FC236}">
                    <a16:creationId xmlns:a16="http://schemas.microsoft.com/office/drawing/2014/main" id="{E3F2874C-408D-4A6E-9BED-5A2EF95BD7D2}"/>
                  </a:ext>
                </a:extLst>
              </p:cNvPr>
              <p:cNvSpPr txBox="1">
                <a:spLocks noRot="1" noChangeAspect="1" noMove="1" noResize="1" noEditPoints="1" noAdjustHandles="1" noChangeArrowheads="1" noChangeShapeType="1" noTextEdit="1"/>
              </p:cNvSpPr>
              <p:nvPr/>
            </p:nvSpPr>
            <p:spPr>
              <a:xfrm>
                <a:off x="1403648" y="4798895"/>
                <a:ext cx="2025328" cy="646331"/>
              </a:xfrm>
              <a:prstGeom prst="rect">
                <a:avLst/>
              </a:prstGeom>
              <a:blipFill>
                <a:blip r:embed="rId2"/>
                <a:stretch>
                  <a:fillRect t="-3704" b="-12963"/>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886D6618-43FA-44EA-9BEA-866DE2A6DD04}"/>
                  </a:ext>
                </a:extLst>
              </p:cNvPr>
              <p:cNvSpPr txBox="1"/>
              <p:nvPr/>
            </p:nvSpPr>
            <p:spPr>
              <a:xfrm>
                <a:off x="1412752" y="5734999"/>
                <a:ext cx="2016224" cy="646331"/>
              </a:xfrm>
              <a:prstGeom prst="rect">
                <a:avLst/>
              </a:prstGeom>
              <a:noFill/>
              <a:ln>
                <a:solidFill>
                  <a:schemeClr val="tx1"/>
                </a:solidFill>
              </a:ln>
            </p:spPr>
            <p:txBody>
              <a:bodyPr wrap="square">
                <a:spAutoFit/>
              </a:bodyPr>
              <a:lstStyle/>
              <a:p>
                <a14:m>
                  <m:oMath xmlns:m="http://schemas.openxmlformats.org/officeDocument/2006/math">
                    <m:r>
                      <a:rPr lang="en-US" altLang="zh-CN" sz="1800" i="1" dirty="0">
                        <a:solidFill>
                          <a:srgbClr val="000000"/>
                        </a:solidFill>
                        <a:latin typeface="Cambria Math" panose="02040503050406030204" pitchFamily="18" charset="0"/>
                      </a:rPr>
                      <m:t>𝐴</m:t>
                    </m:r>
                    <m:r>
                      <a:rPr lang="en-US" altLang="zh-CN" sz="1800" i="1" dirty="0">
                        <a:solidFill>
                          <a:srgbClr val="000000"/>
                        </a:solidFill>
                        <a:latin typeface="Cambria Math" panose="02040503050406030204" pitchFamily="18" charset="0"/>
                      </a:rPr>
                      <m:t>→</m:t>
                    </m:r>
                    <m:r>
                      <a:rPr lang="en-US" altLang="zh-CN" sz="1800" i="1" dirty="0">
                        <a:solidFill>
                          <a:srgbClr val="000000"/>
                        </a:solidFill>
                        <a:latin typeface="Cambria Math" panose="02040503050406030204" pitchFamily="18" charset="0"/>
                      </a:rPr>
                      <m:t>𝑐</m:t>
                    </m:r>
                    <m:r>
                      <a:rPr lang="en-US" altLang="zh-CN" sz="1800" i="1" dirty="0">
                        <a:solidFill>
                          <a:srgbClr val="000000"/>
                        </a:solidFill>
                        <a:latin typeface="Cambria Math" panose="02040503050406030204" pitchFamily="18" charset="0"/>
                      </a:rPr>
                      <m:t>∙</m:t>
                    </m:r>
                  </m:oMath>
                </a14:m>
                <a:r>
                  <a:rPr lang="en-US" altLang="zh-CN" sz="1800" dirty="0">
                    <a:solidFill>
                      <a:srgbClr val="000000"/>
                    </a:solidFill>
                    <a:latin typeface="T26"/>
                  </a:rPr>
                  <a:t>,   e</a:t>
                </a:r>
              </a:p>
              <a:p>
                <a14:m>
                  <m:oMath xmlns:m="http://schemas.openxmlformats.org/officeDocument/2006/math">
                    <m:r>
                      <a:rPr lang="en-US" altLang="zh-CN" sz="1800" i="1" dirty="0">
                        <a:solidFill>
                          <a:srgbClr val="000000"/>
                        </a:solidFill>
                        <a:latin typeface="Cambria Math" panose="02040503050406030204" pitchFamily="18" charset="0"/>
                      </a:rPr>
                      <m:t>𝐵</m:t>
                    </m:r>
                    <m:r>
                      <a:rPr lang="en-US" altLang="zh-CN" sz="1800" i="1" dirty="0">
                        <a:solidFill>
                          <a:srgbClr val="000000"/>
                        </a:solidFill>
                        <a:latin typeface="Cambria Math" panose="02040503050406030204" pitchFamily="18" charset="0"/>
                      </a:rPr>
                      <m:t>→</m:t>
                    </m:r>
                    <m:r>
                      <a:rPr lang="en-US" altLang="zh-CN" sz="1800" i="1" dirty="0">
                        <a:solidFill>
                          <a:srgbClr val="000000"/>
                        </a:solidFill>
                        <a:latin typeface="Cambria Math" panose="02040503050406030204" pitchFamily="18" charset="0"/>
                      </a:rPr>
                      <m:t>𝑐</m:t>
                    </m:r>
                    <m:r>
                      <a:rPr lang="en-US" altLang="zh-CN" sz="1800" i="1" dirty="0">
                        <a:solidFill>
                          <a:srgbClr val="000000"/>
                        </a:solidFill>
                        <a:latin typeface="Cambria Math" panose="02040503050406030204" pitchFamily="18" charset="0"/>
                      </a:rPr>
                      <m:t>∙</m:t>
                    </m:r>
                  </m:oMath>
                </a14:m>
                <a:r>
                  <a:rPr lang="en-US" altLang="zh-CN" sz="1800" dirty="0">
                    <a:solidFill>
                      <a:srgbClr val="000000"/>
                    </a:solidFill>
                    <a:latin typeface="T26"/>
                  </a:rPr>
                  <a:t>,   f</a:t>
                </a:r>
                <a:endParaRPr lang="zh-CN" altLang="en-US" sz="1800" dirty="0"/>
              </a:p>
            </p:txBody>
          </p:sp>
        </mc:Choice>
        <mc:Fallback xmlns="">
          <p:sp>
            <p:nvSpPr>
              <p:cNvPr id="7" name="文本框 6">
                <a:extLst>
                  <a:ext uri="{FF2B5EF4-FFF2-40B4-BE49-F238E27FC236}">
                    <a16:creationId xmlns:a16="http://schemas.microsoft.com/office/drawing/2014/main" id="{886D6618-43FA-44EA-9BEA-866DE2A6DD04}"/>
                  </a:ext>
                </a:extLst>
              </p:cNvPr>
              <p:cNvSpPr txBox="1">
                <a:spLocks noRot="1" noChangeAspect="1" noMove="1" noResize="1" noEditPoints="1" noAdjustHandles="1" noChangeArrowheads="1" noChangeShapeType="1" noTextEdit="1"/>
              </p:cNvSpPr>
              <p:nvPr/>
            </p:nvSpPr>
            <p:spPr>
              <a:xfrm>
                <a:off x="1412752" y="5734999"/>
                <a:ext cx="2016224" cy="646331"/>
              </a:xfrm>
              <a:prstGeom prst="rect">
                <a:avLst/>
              </a:prstGeom>
              <a:blipFill>
                <a:blip r:embed="rId3"/>
                <a:stretch>
                  <a:fillRect t="-4630" b="-12963"/>
                </a:stretch>
              </a:blipFill>
              <a:ln>
                <a:solidFill>
                  <a:schemeClr val="tx1"/>
                </a:solidFill>
              </a:ln>
            </p:spPr>
            <p:txBody>
              <a:bodyPr/>
              <a:lstStyle/>
              <a:p>
                <a:r>
                  <a:rPr lang="zh-CN" altLang="en-US">
                    <a:noFill/>
                  </a:rPr>
                  <a:t> </a:t>
                </a:r>
              </a:p>
            </p:txBody>
          </p:sp>
        </mc:Fallback>
      </mc:AlternateContent>
      <p:sp>
        <p:nvSpPr>
          <p:cNvPr id="4" name="箭头: 右 3">
            <a:extLst>
              <a:ext uri="{FF2B5EF4-FFF2-40B4-BE49-F238E27FC236}">
                <a16:creationId xmlns:a16="http://schemas.microsoft.com/office/drawing/2014/main" id="{1A3162B9-E9CC-4E2D-88F5-7E0FB9029DB2}"/>
              </a:ext>
            </a:extLst>
          </p:cNvPr>
          <p:cNvSpPr/>
          <p:nvPr/>
        </p:nvSpPr>
        <p:spPr bwMode="auto">
          <a:xfrm>
            <a:off x="3995936" y="5373218"/>
            <a:ext cx="1089224" cy="465147"/>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1" hangingPunct="1"/>
            <a:endParaRPr lang="zh-CN" altLang="en-US" sz="1800"/>
          </a:p>
        </p:txBody>
      </p:sp>
      <p:sp>
        <p:nvSpPr>
          <p:cNvPr id="5" name="文本框 4">
            <a:extLst>
              <a:ext uri="{FF2B5EF4-FFF2-40B4-BE49-F238E27FC236}">
                <a16:creationId xmlns:a16="http://schemas.microsoft.com/office/drawing/2014/main" id="{06825C3C-B720-43B8-BE80-A3FCF867F362}"/>
              </a:ext>
            </a:extLst>
          </p:cNvPr>
          <p:cNvSpPr txBox="1"/>
          <p:nvPr/>
        </p:nvSpPr>
        <p:spPr>
          <a:xfrm>
            <a:off x="3995936" y="4728768"/>
            <a:ext cx="945208" cy="369332"/>
          </a:xfrm>
          <a:prstGeom prst="rect">
            <a:avLst/>
          </a:prstGeom>
          <a:noFill/>
        </p:spPr>
        <p:txBody>
          <a:bodyPr wrap="square" rtlCol="0">
            <a:spAutoFit/>
          </a:bodyPr>
          <a:lstStyle/>
          <a:p>
            <a:r>
              <a:rPr lang="en-US" altLang="zh-CN" sz="1800" dirty="0"/>
              <a:t>merge</a:t>
            </a:r>
            <a:endParaRPr lang="zh-CN" altLang="en-US" sz="1800" dirty="0"/>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4200A3DC-4647-493E-9CF5-A1DB34E07DC0}"/>
                  </a:ext>
                </a:extLst>
              </p:cNvPr>
              <p:cNvSpPr txBox="1"/>
              <p:nvPr/>
            </p:nvSpPr>
            <p:spPr>
              <a:xfrm>
                <a:off x="5877248" y="5302951"/>
                <a:ext cx="2448272" cy="646331"/>
              </a:xfrm>
              <a:prstGeom prst="rect">
                <a:avLst/>
              </a:prstGeom>
              <a:noFill/>
              <a:ln>
                <a:solidFill>
                  <a:schemeClr val="tx1"/>
                </a:solidFill>
              </a:ln>
            </p:spPr>
            <p:txBody>
              <a:bodyPr wrap="square">
                <a:spAutoFit/>
              </a:bodyPr>
              <a:lstStyle/>
              <a:p>
                <a14:m>
                  <m:oMath xmlns:m="http://schemas.openxmlformats.org/officeDocument/2006/math">
                    <m:r>
                      <a:rPr lang="en-US" altLang="zh-CN" sz="1800" i="1" dirty="0">
                        <a:solidFill>
                          <a:srgbClr val="000000"/>
                        </a:solidFill>
                        <a:latin typeface="Cambria Math" panose="02040503050406030204" pitchFamily="18" charset="0"/>
                      </a:rPr>
                      <m:t>𝐴</m:t>
                    </m:r>
                    <m:r>
                      <a:rPr lang="en-US" altLang="zh-CN" sz="1800" i="1" dirty="0">
                        <a:solidFill>
                          <a:srgbClr val="000000"/>
                        </a:solidFill>
                        <a:latin typeface="Cambria Math" panose="02040503050406030204" pitchFamily="18" charset="0"/>
                      </a:rPr>
                      <m:t>→</m:t>
                    </m:r>
                    <m:r>
                      <a:rPr lang="en-US" altLang="zh-CN" sz="1800" i="1" dirty="0">
                        <a:solidFill>
                          <a:srgbClr val="000000"/>
                        </a:solidFill>
                        <a:latin typeface="Cambria Math" panose="02040503050406030204" pitchFamily="18" charset="0"/>
                      </a:rPr>
                      <m:t>𝑐</m:t>
                    </m:r>
                    <m:r>
                      <a:rPr lang="en-US" altLang="zh-CN" sz="1800" i="1" dirty="0">
                        <a:solidFill>
                          <a:srgbClr val="000000"/>
                        </a:solidFill>
                        <a:latin typeface="Cambria Math" panose="02040503050406030204" pitchFamily="18" charset="0"/>
                      </a:rPr>
                      <m:t>∙</m:t>
                    </m:r>
                  </m:oMath>
                </a14:m>
                <a:r>
                  <a:rPr lang="en-US" altLang="zh-CN" sz="1800" dirty="0">
                    <a:solidFill>
                      <a:srgbClr val="000000"/>
                    </a:solidFill>
                    <a:latin typeface="T26"/>
                  </a:rPr>
                  <a:t>,   d/e</a:t>
                </a:r>
              </a:p>
              <a:p>
                <a14:m>
                  <m:oMath xmlns:m="http://schemas.openxmlformats.org/officeDocument/2006/math">
                    <m:r>
                      <a:rPr lang="en-US" altLang="zh-CN" sz="1800" i="1" dirty="0">
                        <a:solidFill>
                          <a:srgbClr val="000000"/>
                        </a:solidFill>
                        <a:latin typeface="Cambria Math" panose="02040503050406030204" pitchFamily="18" charset="0"/>
                      </a:rPr>
                      <m:t>𝐵</m:t>
                    </m:r>
                    <m:r>
                      <a:rPr lang="en-US" altLang="zh-CN" sz="1800" i="1" dirty="0">
                        <a:solidFill>
                          <a:srgbClr val="000000"/>
                        </a:solidFill>
                        <a:latin typeface="Cambria Math" panose="02040503050406030204" pitchFamily="18" charset="0"/>
                      </a:rPr>
                      <m:t>→</m:t>
                    </m:r>
                    <m:r>
                      <a:rPr lang="en-US" altLang="zh-CN" sz="1800" i="1" dirty="0">
                        <a:solidFill>
                          <a:srgbClr val="000000"/>
                        </a:solidFill>
                        <a:latin typeface="Cambria Math" panose="02040503050406030204" pitchFamily="18" charset="0"/>
                      </a:rPr>
                      <m:t>𝑐</m:t>
                    </m:r>
                    <m:r>
                      <a:rPr lang="en-US" altLang="zh-CN" sz="1800" i="1" dirty="0">
                        <a:solidFill>
                          <a:srgbClr val="000000"/>
                        </a:solidFill>
                        <a:latin typeface="Cambria Math" panose="02040503050406030204" pitchFamily="18" charset="0"/>
                      </a:rPr>
                      <m:t>∙</m:t>
                    </m:r>
                  </m:oMath>
                </a14:m>
                <a:r>
                  <a:rPr lang="en-US" altLang="zh-CN" sz="1800" dirty="0">
                    <a:solidFill>
                      <a:srgbClr val="000000"/>
                    </a:solidFill>
                    <a:latin typeface="T26"/>
                  </a:rPr>
                  <a:t>,   e/f</a:t>
                </a:r>
                <a:endParaRPr lang="zh-CN" altLang="en-US" sz="1800" dirty="0"/>
              </a:p>
            </p:txBody>
          </p:sp>
        </mc:Choice>
        <mc:Fallback xmlns="">
          <p:sp>
            <p:nvSpPr>
              <p:cNvPr id="10" name="文本框 9">
                <a:extLst>
                  <a:ext uri="{FF2B5EF4-FFF2-40B4-BE49-F238E27FC236}">
                    <a16:creationId xmlns:a16="http://schemas.microsoft.com/office/drawing/2014/main" id="{4200A3DC-4647-493E-9CF5-A1DB34E07DC0}"/>
                  </a:ext>
                </a:extLst>
              </p:cNvPr>
              <p:cNvSpPr txBox="1">
                <a:spLocks noRot="1" noChangeAspect="1" noMove="1" noResize="1" noEditPoints="1" noAdjustHandles="1" noChangeArrowheads="1" noChangeShapeType="1" noTextEdit="1"/>
              </p:cNvSpPr>
              <p:nvPr/>
            </p:nvSpPr>
            <p:spPr>
              <a:xfrm>
                <a:off x="5877248" y="5302951"/>
                <a:ext cx="2448272" cy="646331"/>
              </a:xfrm>
              <a:prstGeom prst="rect">
                <a:avLst/>
              </a:prstGeom>
              <a:blipFill>
                <a:blip r:embed="rId4"/>
                <a:stretch>
                  <a:fillRect t="-4630" b="-12963"/>
                </a:stretch>
              </a:blipFill>
              <a:ln>
                <a:solidFill>
                  <a:schemeClr val="tx1"/>
                </a:solidFill>
              </a:ln>
            </p:spPr>
            <p:txBody>
              <a:bodyPr/>
              <a:lstStyle/>
              <a:p>
                <a:r>
                  <a:rPr lang="zh-CN" altLang="en-US">
                    <a:noFill/>
                  </a:rPr>
                  <a:t> </a:t>
                </a:r>
              </a:p>
            </p:txBody>
          </p:sp>
        </mc:Fallback>
      </mc:AlternateContent>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2">
            <a:extLst>
              <a:ext uri="{FF2B5EF4-FFF2-40B4-BE49-F238E27FC236}">
                <a16:creationId xmlns:a16="http://schemas.microsoft.com/office/drawing/2014/main" id="{2F08BADE-4C67-492C-9064-9541A388EDC1}"/>
              </a:ext>
            </a:extLst>
          </p:cNvPr>
          <p:cNvSpPr>
            <a:spLocks noGrp="1" noChangeArrowheads="1"/>
          </p:cNvSpPr>
          <p:nvPr>
            <p:ph type="title"/>
          </p:nvPr>
        </p:nvSpPr>
        <p:spPr>
          <a:xfrm>
            <a:off x="251522" y="214314"/>
            <a:ext cx="8692455" cy="511174"/>
          </a:xfrm>
        </p:spPr>
        <p:txBody>
          <a:bodyPr/>
          <a:lstStyle/>
          <a:p>
            <a:pPr eaLnBrk="1" hangingPunct="1"/>
            <a:r>
              <a:rPr lang="en-US" altLang="zh-CN" dirty="0"/>
              <a:t>Construction of LALR Table </a:t>
            </a:r>
            <a:r>
              <a:rPr lang="en-US" altLang="zh-CN" sz="2400" dirty="0"/>
              <a:t>(Algorithm 4.59)</a:t>
            </a:r>
          </a:p>
        </p:txBody>
      </p:sp>
      <p:sp>
        <p:nvSpPr>
          <p:cNvPr id="228355" name="Rectangle 3">
            <a:extLst>
              <a:ext uri="{FF2B5EF4-FFF2-40B4-BE49-F238E27FC236}">
                <a16:creationId xmlns:a16="http://schemas.microsoft.com/office/drawing/2014/main" id="{C2B7B6A1-4338-49AA-B524-5CA81889CA19}"/>
              </a:ext>
            </a:extLst>
          </p:cNvPr>
          <p:cNvSpPr>
            <a:spLocks noGrp="1" noChangeArrowheads="1"/>
          </p:cNvSpPr>
          <p:nvPr>
            <p:ph type="body" idx="1"/>
          </p:nvPr>
        </p:nvSpPr>
        <p:spPr>
          <a:xfrm>
            <a:off x="262635" y="725490"/>
            <a:ext cx="8692455" cy="5407025"/>
          </a:xfrm>
        </p:spPr>
        <p:txBody>
          <a:bodyPr/>
          <a:lstStyle/>
          <a:p>
            <a:pPr eaLnBrk="1" hangingPunct="1"/>
            <a:r>
              <a:rPr lang="en-US" altLang="zh-CN" dirty="0"/>
              <a:t>Input. An augmented grammar G</a:t>
            </a:r>
            <a:r>
              <a:rPr lang="en-US" altLang="zh-CN" dirty="0">
                <a:latin typeface="Arial" panose="020B0604020202020204" pitchFamily="34" charset="0"/>
              </a:rPr>
              <a:t>’</a:t>
            </a:r>
            <a:endParaRPr lang="en-US" altLang="zh-CN" dirty="0"/>
          </a:p>
          <a:p>
            <a:pPr eaLnBrk="1" hangingPunct="1"/>
            <a:r>
              <a:rPr lang="en-US" altLang="zh-CN" dirty="0"/>
              <a:t>Output. The LALR parsing table functions ACTION and GOTO for G</a:t>
            </a:r>
            <a:r>
              <a:rPr lang="en-US" altLang="zh-CN" dirty="0">
                <a:latin typeface="Arial" panose="020B0604020202020204" pitchFamily="34" charset="0"/>
              </a:rPr>
              <a:t>’</a:t>
            </a:r>
            <a:endParaRPr lang="en-US" altLang="zh-CN" dirty="0"/>
          </a:p>
          <a:p>
            <a:pPr eaLnBrk="1" hangingPunct="1"/>
            <a:r>
              <a:rPr lang="en-US" altLang="zh-CN" dirty="0"/>
              <a:t>Method.</a:t>
            </a:r>
          </a:p>
          <a:p>
            <a:pPr lvl="1" eaLnBrk="1" hangingPunct="1"/>
            <a:r>
              <a:rPr lang="en-US" altLang="zh-CN" dirty="0"/>
              <a:t>//</a:t>
            </a:r>
            <a:r>
              <a:rPr lang="zh-CN" altLang="en-US" dirty="0"/>
              <a:t>总体而言，是在</a:t>
            </a:r>
            <a:r>
              <a:rPr lang="en-US" altLang="zh-CN" dirty="0"/>
              <a:t>LR(1)</a:t>
            </a:r>
            <a:r>
              <a:rPr lang="zh-CN" altLang="en-US" dirty="0"/>
              <a:t>自动机里找同心状态，进行合并，然后根据合并后的结果构造分析表。</a:t>
            </a:r>
            <a:endParaRPr lang="en-US" altLang="zh-CN" dirty="0"/>
          </a:p>
          <a:p>
            <a:pPr lvl="1" eaLnBrk="1" hangingPunct="1"/>
            <a:r>
              <a:rPr lang="en-US" altLang="zh-CN" dirty="0"/>
              <a:t>(1) Construct C = {I</a:t>
            </a:r>
            <a:r>
              <a:rPr lang="en-US" altLang="zh-CN" baseline="-25000" dirty="0"/>
              <a:t>0</a:t>
            </a:r>
            <a:r>
              <a:rPr lang="en-US" altLang="zh-CN" dirty="0"/>
              <a:t>, I</a:t>
            </a:r>
            <a:r>
              <a:rPr lang="en-US" altLang="zh-CN" baseline="-25000" dirty="0"/>
              <a:t>1</a:t>
            </a:r>
            <a:r>
              <a:rPr lang="en-US" altLang="zh-CN" dirty="0"/>
              <a:t>, </a:t>
            </a:r>
            <a:r>
              <a:rPr lang="en-US" altLang="zh-CN" dirty="0">
                <a:latin typeface="Arial" panose="020B0604020202020204" pitchFamily="34" charset="0"/>
              </a:rPr>
              <a:t>…</a:t>
            </a:r>
            <a:r>
              <a:rPr lang="en-US" altLang="zh-CN" dirty="0"/>
              <a:t>,I</a:t>
            </a:r>
            <a:r>
              <a:rPr lang="en-US" altLang="zh-CN" baseline="-25000" dirty="0"/>
              <a:t>n</a:t>
            </a:r>
            <a:r>
              <a:rPr lang="en-US" altLang="zh-CN" dirty="0"/>
              <a:t>}, the collection of sets of LR(1) items.</a:t>
            </a:r>
          </a:p>
          <a:p>
            <a:pPr lvl="1" eaLnBrk="1" hangingPunct="1"/>
            <a:r>
              <a:rPr lang="en-US" altLang="zh-CN" dirty="0"/>
              <a:t>(2) For each core present among the set of LR(1) items, find all sets having that core, and replace these sets by their union. (</a:t>
            </a:r>
            <a:r>
              <a:rPr lang="zh-CN" altLang="en-US" dirty="0"/>
              <a:t>查找同心状态，合并预测符</a:t>
            </a:r>
            <a:r>
              <a:rPr lang="en-US" altLang="zh-CN" dirty="0"/>
              <a:t>)</a:t>
            </a:r>
          </a:p>
          <a:p>
            <a:pPr marL="514350" indent="-514350" eaLnBrk="1" hangingPunct="1">
              <a:buFont typeface="Wingdings" panose="05000000000000000000" pitchFamily="2" charset="2"/>
              <a:buAutoNum type="arabicParenBoth"/>
            </a:pPr>
            <a:endParaRPr lang="en-US" altLang="zh-CN"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30403" name="Rectangle 3">
                <a:extLst>
                  <a:ext uri="{FF2B5EF4-FFF2-40B4-BE49-F238E27FC236}">
                    <a16:creationId xmlns:a16="http://schemas.microsoft.com/office/drawing/2014/main" id="{94A87319-89A3-449C-8717-02F4E1ED9F24}"/>
                  </a:ext>
                </a:extLst>
              </p:cNvPr>
              <p:cNvSpPr>
                <a:spLocks noGrp="1" noChangeArrowheads="1"/>
              </p:cNvSpPr>
              <p:nvPr>
                <p:ph type="body" idx="1"/>
              </p:nvPr>
            </p:nvSpPr>
            <p:spPr>
              <a:xfrm>
                <a:off x="262635" y="404666"/>
                <a:ext cx="8692455" cy="5727849"/>
              </a:xfrm>
            </p:spPr>
            <p:txBody>
              <a:bodyPr/>
              <a:lstStyle/>
              <a:p>
                <a:pPr lvl="1" eaLnBrk="1" hangingPunct="1"/>
                <a:r>
                  <a:rPr lang="en-US" altLang="zh-CN" dirty="0"/>
                  <a:t>(3) Let C</a:t>
                </a:r>
                <a:r>
                  <a:rPr lang="en-US" altLang="zh-CN" dirty="0">
                    <a:latin typeface="Arial" panose="020B0604020202020204" pitchFamily="34" charset="0"/>
                  </a:rPr>
                  <a:t>’</a:t>
                </a:r>
                <a:r>
                  <a:rPr lang="en-US" altLang="zh-CN" dirty="0"/>
                  <a:t> = {J</a:t>
                </a:r>
                <a:r>
                  <a:rPr lang="en-US" altLang="zh-CN" baseline="-25000" dirty="0"/>
                  <a:t>0</a:t>
                </a:r>
                <a:r>
                  <a:rPr lang="en-US" altLang="zh-CN" dirty="0"/>
                  <a:t>, J</a:t>
                </a:r>
                <a:r>
                  <a:rPr lang="en-US" altLang="zh-CN" baseline="-25000" dirty="0"/>
                  <a:t>1</a:t>
                </a:r>
                <a:r>
                  <a:rPr lang="en-US" altLang="zh-CN" dirty="0"/>
                  <a:t>, </a:t>
                </a:r>
                <a:r>
                  <a:rPr lang="en-US" altLang="zh-CN" dirty="0">
                    <a:latin typeface="Arial" panose="020B0604020202020204" pitchFamily="34" charset="0"/>
                  </a:rPr>
                  <a:t>…</a:t>
                </a:r>
                <a:r>
                  <a:rPr lang="en-US" altLang="zh-CN" dirty="0"/>
                  <a:t>, </a:t>
                </a:r>
                <a:r>
                  <a:rPr lang="en-US" altLang="zh-CN" dirty="0" err="1"/>
                  <a:t>J</a:t>
                </a:r>
                <a:r>
                  <a:rPr lang="en-US" altLang="zh-CN" baseline="-25000" dirty="0" err="1"/>
                  <a:t>m</a:t>
                </a:r>
                <a:r>
                  <a:rPr lang="en-US" altLang="zh-CN" dirty="0"/>
                  <a:t>} be the resulting sets of LR(1) items. The parsing actions for state </a:t>
                </a:r>
                <a14:m>
                  <m:oMath xmlns:m="http://schemas.openxmlformats.org/officeDocument/2006/math">
                    <m:r>
                      <a:rPr lang="en-US" altLang="zh-CN" i="1" dirty="0" smtClean="0">
                        <a:latin typeface="Cambria Math" panose="02040503050406030204" pitchFamily="18" charset="0"/>
                      </a:rPr>
                      <m:t>𝑖</m:t>
                    </m:r>
                  </m:oMath>
                </a14:m>
                <a:r>
                  <a:rPr lang="en-US" altLang="zh-CN" dirty="0"/>
                  <a:t> are constructed from </a:t>
                </a:r>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𝐽</m:t>
                        </m:r>
                      </m:e>
                      <m:sub>
                        <m:r>
                          <a:rPr lang="en-US" altLang="zh-CN" b="0" i="1" dirty="0" smtClean="0">
                            <a:latin typeface="Cambria Math" panose="02040503050406030204" pitchFamily="18" charset="0"/>
                          </a:rPr>
                          <m:t>𝑖</m:t>
                        </m:r>
                      </m:sub>
                    </m:sSub>
                  </m:oMath>
                </a14:m>
                <a:r>
                  <a:rPr lang="en-US" altLang="zh-CN" dirty="0"/>
                  <a:t> in the same manner as in Algorithm 4.56 (</a:t>
                </a:r>
                <a:r>
                  <a:rPr lang="zh-CN" altLang="en-US" dirty="0"/>
                  <a:t>参照</a:t>
                </a:r>
                <a:r>
                  <a:rPr lang="en-US" altLang="zh-CN" dirty="0"/>
                  <a:t>LR(1)</a:t>
                </a:r>
                <a:r>
                  <a:rPr lang="zh-CN" altLang="en-US" dirty="0"/>
                  <a:t>分析表的构建算法，构建</a:t>
                </a:r>
                <a:r>
                  <a:rPr lang="en-US" altLang="zh-CN" dirty="0"/>
                  <a:t>LALR</a:t>
                </a:r>
                <a:r>
                  <a:rPr lang="zh-CN" altLang="en-US" dirty="0"/>
                  <a:t>分析表</a:t>
                </a:r>
                <a:r>
                  <a:rPr lang="en-US" altLang="zh-CN" dirty="0"/>
                  <a:t>).</a:t>
                </a:r>
              </a:p>
              <a:p>
                <a:pPr lvl="2" eaLnBrk="1" hangingPunct="1"/>
                <a:r>
                  <a:rPr lang="en-US" altLang="zh-CN" dirty="0"/>
                  <a:t>If there is a parsing action conflict, the algorithm fails to produce a parser, and the grammar is said not to be LALR(1).</a:t>
                </a:r>
                <a:r>
                  <a:rPr lang="zh-CN" altLang="en-US" dirty="0"/>
                  <a:t>（有冲突就不是</a:t>
                </a:r>
                <a:r>
                  <a:rPr lang="en-US" altLang="zh-CN" dirty="0"/>
                  <a:t>LALR</a:t>
                </a:r>
                <a:r>
                  <a:rPr lang="zh-CN" altLang="en-US" dirty="0"/>
                  <a:t>文法）</a:t>
                </a:r>
                <a:endParaRPr lang="en-US" altLang="zh-CN" dirty="0"/>
              </a:p>
              <a:p>
                <a:pPr lvl="2" eaLnBrk="1" hangingPunct="1"/>
                <a:r>
                  <a:rPr lang="zh-CN" altLang="en-US" dirty="0"/>
                  <a:t>实践过程中，没冲突的就合并，有冲突的就不合并。</a:t>
                </a:r>
                <a:endParaRPr lang="en-US" altLang="zh-CN" dirty="0"/>
              </a:p>
              <a:p>
                <a:pPr lvl="1" eaLnBrk="1" hangingPunct="1"/>
                <a:r>
                  <a:rPr lang="en-US" altLang="zh-CN" dirty="0"/>
                  <a:t>(4) The GOTO table is constructed as follows. If J is the union of one or more sets of LR(1) items, that is, J = I</a:t>
                </a:r>
                <a:r>
                  <a:rPr lang="en-US" altLang="zh-CN" baseline="-25000" dirty="0"/>
                  <a:t>1</a:t>
                </a:r>
                <a:r>
                  <a:rPr lang="en-US" altLang="zh-CN" dirty="0">
                    <a:sym typeface="Symbol" panose="05050102010706020507" pitchFamily="18" charset="2"/>
                  </a:rPr>
                  <a:t>I</a:t>
                </a:r>
                <a:r>
                  <a:rPr lang="en-US" altLang="zh-CN" baseline="-25000" dirty="0">
                    <a:sym typeface="Symbol" panose="05050102010706020507" pitchFamily="18" charset="2"/>
                  </a:rPr>
                  <a:t>2</a:t>
                </a:r>
                <a:r>
                  <a:rPr lang="en-US" altLang="zh-CN" dirty="0">
                    <a:sym typeface="Symbol" panose="05050102010706020507" pitchFamily="18" charset="2"/>
                  </a:rPr>
                  <a:t></a:t>
                </a:r>
                <a:r>
                  <a:rPr lang="en-US" altLang="zh-CN" dirty="0">
                    <a:latin typeface="Arial" panose="020B0604020202020204" pitchFamily="34" charset="0"/>
                    <a:sym typeface="Symbol" panose="05050102010706020507" pitchFamily="18" charset="2"/>
                  </a:rPr>
                  <a:t>…</a:t>
                </a:r>
                <a:r>
                  <a:rPr lang="en-US" altLang="zh-CN" dirty="0" err="1">
                    <a:sym typeface="Symbol" panose="05050102010706020507" pitchFamily="18" charset="2"/>
                  </a:rPr>
                  <a:t>I</a:t>
                </a:r>
                <a:r>
                  <a:rPr lang="en-US" altLang="zh-CN" baseline="-25000" dirty="0" err="1">
                    <a:sym typeface="Symbol" panose="05050102010706020507" pitchFamily="18" charset="2"/>
                  </a:rPr>
                  <a:t>k</a:t>
                </a:r>
                <a:r>
                  <a:rPr lang="en-US" altLang="zh-CN" dirty="0">
                    <a:sym typeface="Symbol" panose="05050102010706020507" pitchFamily="18" charset="2"/>
                  </a:rPr>
                  <a:t>, then the cores of GOTO(I</a:t>
                </a:r>
                <a:r>
                  <a:rPr lang="en-US" altLang="zh-CN" baseline="-25000" dirty="0">
                    <a:sym typeface="Symbol" panose="05050102010706020507" pitchFamily="18" charset="2"/>
                  </a:rPr>
                  <a:t>1</a:t>
                </a:r>
                <a:r>
                  <a:rPr lang="en-US" altLang="zh-CN" dirty="0">
                    <a:sym typeface="Symbol" panose="05050102010706020507" pitchFamily="18" charset="2"/>
                  </a:rPr>
                  <a:t>, X), GOTO(I</a:t>
                </a:r>
                <a:r>
                  <a:rPr lang="en-US" altLang="zh-CN" baseline="-25000" dirty="0">
                    <a:sym typeface="Symbol" panose="05050102010706020507" pitchFamily="18" charset="2"/>
                  </a:rPr>
                  <a:t>2</a:t>
                </a:r>
                <a:r>
                  <a:rPr lang="en-US" altLang="zh-CN" dirty="0">
                    <a:sym typeface="Symbol" panose="05050102010706020507" pitchFamily="18" charset="2"/>
                  </a:rPr>
                  <a:t>, X), </a:t>
                </a:r>
                <a:r>
                  <a:rPr lang="en-US" altLang="zh-CN" dirty="0">
                    <a:latin typeface="Arial" panose="020B0604020202020204" pitchFamily="34" charset="0"/>
                    <a:sym typeface="Symbol" panose="05050102010706020507" pitchFamily="18" charset="2"/>
                  </a:rPr>
                  <a:t>…</a:t>
                </a:r>
                <a:r>
                  <a:rPr lang="en-US" altLang="zh-CN" dirty="0">
                    <a:sym typeface="Symbol" panose="05050102010706020507" pitchFamily="18" charset="2"/>
                  </a:rPr>
                  <a:t>, GOTO(</a:t>
                </a:r>
                <a:r>
                  <a:rPr lang="en-US" altLang="zh-CN" dirty="0" err="1">
                    <a:sym typeface="Symbol" panose="05050102010706020507" pitchFamily="18" charset="2"/>
                  </a:rPr>
                  <a:t>I</a:t>
                </a:r>
                <a:r>
                  <a:rPr lang="en-US" altLang="zh-CN" baseline="-25000" dirty="0" err="1">
                    <a:sym typeface="Symbol" panose="05050102010706020507" pitchFamily="18" charset="2"/>
                  </a:rPr>
                  <a:t>k</a:t>
                </a:r>
                <a:r>
                  <a:rPr lang="en-US" altLang="zh-CN" dirty="0">
                    <a:sym typeface="Symbol" panose="05050102010706020507" pitchFamily="18" charset="2"/>
                  </a:rPr>
                  <a:t>, X) are the same, since </a:t>
                </a:r>
                <a:r>
                  <a:rPr lang="en-US" altLang="zh-CN" dirty="0"/>
                  <a:t>I</a:t>
                </a:r>
                <a:r>
                  <a:rPr lang="en-US" altLang="zh-CN" baseline="-25000" dirty="0"/>
                  <a:t>1</a:t>
                </a:r>
                <a:r>
                  <a:rPr lang="en-US" altLang="zh-CN" dirty="0"/>
                  <a:t>, </a:t>
                </a:r>
                <a:r>
                  <a:rPr lang="en-US" altLang="zh-CN" dirty="0">
                    <a:sym typeface="Symbol" panose="05050102010706020507" pitchFamily="18" charset="2"/>
                  </a:rPr>
                  <a:t>I</a:t>
                </a:r>
                <a:r>
                  <a:rPr lang="en-US" altLang="zh-CN" baseline="-25000" dirty="0">
                    <a:sym typeface="Symbol" panose="05050102010706020507" pitchFamily="18" charset="2"/>
                  </a:rPr>
                  <a:t>2</a:t>
                </a:r>
                <a:r>
                  <a:rPr lang="en-US" altLang="zh-CN" dirty="0">
                    <a:sym typeface="Symbol" panose="05050102010706020507" pitchFamily="18" charset="2"/>
                  </a:rPr>
                  <a:t>, </a:t>
                </a:r>
                <a:r>
                  <a:rPr lang="en-US" altLang="zh-CN" dirty="0">
                    <a:latin typeface="Arial" panose="020B0604020202020204" pitchFamily="34" charset="0"/>
                    <a:sym typeface="Symbol" panose="05050102010706020507" pitchFamily="18" charset="2"/>
                  </a:rPr>
                  <a:t>…</a:t>
                </a:r>
                <a:r>
                  <a:rPr lang="en-US" altLang="zh-CN" dirty="0">
                    <a:sym typeface="Symbol" panose="05050102010706020507" pitchFamily="18" charset="2"/>
                  </a:rPr>
                  <a:t>, </a:t>
                </a:r>
                <a:r>
                  <a:rPr lang="en-US" altLang="zh-CN" dirty="0" err="1">
                    <a:sym typeface="Symbol" panose="05050102010706020507" pitchFamily="18" charset="2"/>
                  </a:rPr>
                  <a:t>I</a:t>
                </a:r>
                <a:r>
                  <a:rPr lang="en-US" altLang="zh-CN" baseline="-25000" dirty="0" err="1">
                    <a:sym typeface="Symbol" panose="05050102010706020507" pitchFamily="18" charset="2"/>
                  </a:rPr>
                  <a:t>k</a:t>
                </a:r>
                <a:r>
                  <a:rPr lang="en-US" altLang="zh-CN" dirty="0">
                    <a:sym typeface="Symbol" panose="05050102010706020507" pitchFamily="18" charset="2"/>
                  </a:rPr>
                  <a:t> all have the same core. </a:t>
                </a:r>
                <a:r>
                  <a:rPr lang="zh-CN" altLang="en-US" dirty="0">
                    <a:sym typeface="Symbol" panose="05050102010706020507" pitchFamily="18" charset="2"/>
                  </a:rPr>
                  <a:t>（同心状态的规约结果也是同心的。）</a:t>
                </a:r>
                <a:r>
                  <a:rPr lang="en-US" altLang="zh-CN" dirty="0">
                    <a:sym typeface="Symbol" panose="05050102010706020507" pitchFamily="18" charset="2"/>
                  </a:rPr>
                  <a:t>Let K be the union of all sets of items having the same core as GOTO(I</a:t>
                </a:r>
                <a:r>
                  <a:rPr lang="en-US" altLang="zh-CN" baseline="-25000" dirty="0">
                    <a:sym typeface="Symbol" panose="05050102010706020507" pitchFamily="18" charset="2"/>
                  </a:rPr>
                  <a:t>1</a:t>
                </a:r>
                <a:r>
                  <a:rPr lang="en-US" altLang="zh-CN" dirty="0">
                    <a:sym typeface="Symbol" panose="05050102010706020507" pitchFamily="18" charset="2"/>
                  </a:rPr>
                  <a:t>, X). Then GOTO(J, X)=K.</a:t>
                </a:r>
                <a:r>
                  <a:rPr lang="zh-CN" altLang="en-US" dirty="0">
                    <a:sym typeface="Symbol" panose="05050102010706020507" pitchFamily="18" charset="2"/>
                  </a:rPr>
                  <a:t>（</a:t>
                </a:r>
                <a:r>
                  <a:rPr lang="en-US" altLang="zh-CN" dirty="0">
                    <a:sym typeface="Symbol" panose="05050102010706020507" pitchFamily="18" charset="2"/>
                  </a:rPr>
                  <a:t>K</a:t>
                </a:r>
                <a:r>
                  <a:rPr lang="zh-CN" altLang="en-US" dirty="0">
                    <a:sym typeface="Symbol" panose="05050102010706020507" pitchFamily="18" charset="2"/>
                  </a:rPr>
                  <a:t>是</a:t>
                </a:r>
                <a:r>
                  <a:rPr lang="en-US" altLang="zh-CN" dirty="0">
                    <a:sym typeface="Symbol" panose="05050102010706020507" pitchFamily="18" charset="2"/>
                  </a:rPr>
                  <a:t>GOTO(</a:t>
                </a:r>
                <a:r>
                  <a:rPr lang="en-US" altLang="zh-CN" dirty="0" err="1">
                    <a:sym typeface="Symbol" panose="05050102010706020507" pitchFamily="18" charset="2"/>
                  </a:rPr>
                  <a:t>I</a:t>
                </a:r>
                <a:r>
                  <a:rPr lang="en-US" altLang="zh-CN" baseline="-25000" dirty="0" err="1">
                    <a:sym typeface="Symbol" panose="05050102010706020507" pitchFamily="18" charset="2"/>
                  </a:rPr>
                  <a:t>i</a:t>
                </a:r>
                <a:r>
                  <a:rPr lang="en-US" altLang="zh-CN" dirty="0">
                    <a:sym typeface="Symbol" panose="05050102010706020507" pitchFamily="18" charset="2"/>
                  </a:rPr>
                  <a:t>)</a:t>
                </a:r>
                <a:r>
                  <a:rPr lang="zh-CN" altLang="en-US" dirty="0">
                    <a:sym typeface="Symbol" panose="05050102010706020507" pitchFamily="18" charset="2"/>
                  </a:rPr>
                  <a:t>合并的结果）。</a:t>
                </a:r>
                <a:endParaRPr lang="en-US" altLang="zh-CN" dirty="0">
                  <a:sym typeface="Symbol" panose="05050102010706020507" pitchFamily="18" charset="2"/>
                </a:endParaRPr>
              </a:p>
              <a:p>
                <a:pPr lvl="1" eaLnBrk="1" hangingPunct="1"/>
                <a:endParaRPr lang="en-US" altLang="zh-CN" dirty="0"/>
              </a:p>
            </p:txBody>
          </p:sp>
        </mc:Choice>
        <mc:Fallback xmlns="">
          <p:sp>
            <p:nvSpPr>
              <p:cNvPr id="230403" name="Rectangle 3">
                <a:extLst>
                  <a:ext uri="{FF2B5EF4-FFF2-40B4-BE49-F238E27FC236}">
                    <a16:creationId xmlns:a16="http://schemas.microsoft.com/office/drawing/2014/main" id="{94A87319-89A3-449C-8717-02F4E1ED9F24}"/>
                  </a:ext>
                </a:extLst>
              </p:cNvPr>
              <p:cNvSpPr>
                <a:spLocks noGrp="1" noRot="1" noChangeAspect="1" noMove="1" noResize="1" noEditPoints="1" noAdjustHandles="1" noChangeArrowheads="1" noChangeShapeType="1" noTextEdit="1"/>
              </p:cNvSpPr>
              <p:nvPr>
                <p:ph type="body" idx="1"/>
              </p:nvPr>
            </p:nvSpPr>
            <p:spPr>
              <a:xfrm>
                <a:off x="262635" y="404666"/>
                <a:ext cx="8692455" cy="5727849"/>
              </a:xfrm>
              <a:blipFill>
                <a:blip r:embed="rId2"/>
                <a:stretch>
                  <a:fillRect t="-851" r="-1964"/>
                </a:stretch>
              </a:blipFill>
            </p:spPr>
            <p:txBody>
              <a:bodyPr/>
              <a:lstStyle/>
              <a:p>
                <a:r>
                  <a:rPr lang="zh-CN" altLang="en-US">
                    <a:noFill/>
                  </a:rPr>
                  <a:t> </a:t>
                </a:r>
              </a:p>
            </p:txBody>
          </p:sp>
        </mc:Fallback>
      </mc:AlternateContent>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6814" name="Group 94">
            <a:extLst>
              <a:ext uri="{FF2B5EF4-FFF2-40B4-BE49-F238E27FC236}">
                <a16:creationId xmlns:a16="http://schemas.microsoft.com/office/drawing/2014/main" id="{571B1FA8-80CE-4551-BF8B-7AC67E908F06}"/>
              </a:ext>
            </a:extLst>
          </p:cNvPr>
          <p:cNvGraphicFramePr>
            <a:graphicFrameLocks noGrp="1"/>
          </p:cNvGraphicFramePr>
          <p:nvPr/>
        </p:nvGraphicFramePr>
        <p:xfrm>
          <a:off x="323528" y="381001"/>
          <a:ext cx="4019874" cy="6360370"/>
        </p:xfrm>
        <a:graphic>
          <a:graphicData uri="http://schemas.openxmlformats.org/drawingml/2006/table">
            <a:tbl>
              <a:tblPr/>
              <a:tblGrid>
                <a:gridCol w="792088">
                  <a:extLst>
                    <a:ext uri="{9D8B030D-6E8A-4147-A177-3AD203B41FA5}">
                      <a16:colId xmlns:a16="http://schemas.microsoft.com/office/drawing/2014/main" val="20000"/>
                    </a:ext>
                  </a:extLst>
                </a:gridCol>
                <a:gridCol w="547870">
                  <a:extLst>
                    <a:ext uri="{9D8B030D-6E8A-4147-A177-3AD203B41FA5}">
                      <a16:colId xmlns:a16="http://schemas.microsoft.com/office/drawing/2014/main" val="20001"/>
                    </a:ext>
                  </a:extLst>
                </a:gridCol>
                <a:gridCol w="669979">
                  <a:extLst>
                    <a:ext uri="{9D8B030D-6E8A-4147-A177-3AD203B41FA5}">
                      <a16:colId xmlns:a16="http://schemas.microsoft.com/office/drawing/2014/main" val="20002"/>
                    </a:ext>
                  </a:extLst>
                </a:gridCol>
                <a:gridCol w="669979">
                  <a:extLst>
                    <a:ext uri="{9D8B030D-6E8A-4147-A177-3AD203B41FA5}">
                      <a16:colId xmlns:a16="http://schemas.microsoft.com/office/drawing/2014/main" val="20003"/>
                    </a:ext>
                  </a:extLst>
                </a:gridCol>
                <a:gridCol w="669979">
                  <a:extLst>
                    <a:ext uri="{9D8B030D-6E8A-4147-A177-3AD203B41FA5}">
                      <a16:colId xmlns:a16="http://schemas.microsoft.com/office/drawing/2014/main" val="20004"/>
                    </a:ext>
                  </a:extLst>
                </a:gridCol>
                <a:gridCol w="669979">
                  <a:extLst>
                    <a:ext uri="{9D8B030D-6E8A-4147-A177-3AD203B41FA5}">
                      <a16:colId xmlns:a16="http://schemas.microsoft.com/office/drawing/2014/main" val="20005"/>
                    </a:ext>
                  </a:extLst>
                </a:gridCol>
              </a:tblGrid>
              <a:tr h="472170">
                <a:tc rowSpan="2">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state</a:t>
                      </a:r>
                    </a:p>
                  </a:txBody>
                  <a:tcPr marT="45728" marB="4572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Action</a:t>
                      </a: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gridSpan="2">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goto</a:t>
                      </a:r>
                    </a:p>
                  </a:txBody>
                  <a:tcPr marT="45728" marB="45728"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0"/>
                  </a:ext>
                </a:extLst>
              </a:tr>
              <a:tr h="777667">
                <a:tc vMerge="1">
                  <a:txBody>
                    <a:bodyPr/>
                    <a:lstStyle/>
                    <a:p>
                      <a:endParaRPr lang="zh-CN" altLang="en-US"/>
                    </a:p>
                  </a:txBody>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c</a:t>
                      </a: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d</a:t>
                      </a: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a:t>
                      </a: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S</a:t>
                      </a: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C</a:t>
                      </a:r>
                    </a:p>
                  </a:txBody>
                  <a:tcPr marT="45728" marB="45728"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2170">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0</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S</a:t>
                      </a:r>
                      <a:r>
                        <a:rPr kumimoji="0" lang="en-US" altLang="zh-CN" sz="2000" b="0" i="0" u="none" strike="noStrike" cap="none" normalizeH="0" baseline="-25000">
                          <a:ln>
                            <a:noFill/>
                          </a:ln>
                          <a:solidFill>
                            <a:schemeClr val="tx1"/>
                          </a:solidFill>
                          <a:effectLst/>
                          <a:latin typeface="Tahoma" panose="020B0604030504040204" pitchFamily="34" charset="0"/>
                          <a:ea typeface="宋体" panose="02010600030101010101" pitchFamily="2" charset="-122"/>
                        </a:rPr>
                        <a:t>3</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S</a:t>
                      </a:r>
                      <a:r>
                        <a:rPr kumimoji="0" lang="en-US" altLang="zh-CN" sz="2000" b="0" i="0" u="none" strike="noStrike" cap="none" normalizeH="0" baseline="-25000">
                          <a:ln>
                            <a:noFill/>
                          </a:ln>
                          <a:solidFill>
                            <a:schemeClr val="tx1"/>
                          </a:solidFill>
                          <a:effectLst/>
                          <a:latin typeface="Tahoma" panose="020B0604030504040204" pitchFamily="34" charset="0"/>
                          <a:ea typeface="宋体" panose="02010600030101010101" pitchFamily="2" charset="-122"/>
                        </a:rPr>
                        <a:t>4</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1</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2</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61003">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1</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acc</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72170">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2</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S</a:t>
                      </a:r>
                      <a:r>
                        <a:rPr kumimoji="0" lang="en-US" altLang="zh-CN" sz="2000" b="0" i="0" u="none" strike="noStrike" cap="none" normalizeH="0" baseline="-25000">
                          <a:ln>
                            <a:noFill/>
                          </a:ln>
                          <a:solidFill>
                            <a:schemeClr val="tx1"/>
                          </a:solidFill>
                          <a:effectLst/>
                          <a:latin typeface="Tahoma" panose="020B0604030504040204" pitchFamily="34" charset="0"/>
                          <a:ea typeface="宋体" panose="02010600030101010101" pitchFamily="2" charset="-122"/>
                        </a:rPr>
                        <a:t>6</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S</a:t>
                      </a:r>
                      <a:r>
                        <a:rPr kumimoji="0" lang="en-US" altLang="zh-CN" sz="2000" b="0" i="0" u="none" strike="noStrike" cap="none" normalizeH="0" baseline="-25000">
                          <a:ln>
                            <a:noFill/>
                          </a:ln>
                          <a:solidFill>
                            <a:schemeClr val="tx1"/>
                          </a:solidFill>
                          <a:effectLst/>
                          <a:latin typeface="Tahoma" panose="020B0604030504040204" pitchFamily="34" charset="0"/>
                          <a:ea typeface="宋体" panose="02010600030101010101" pitchFamily="2" charset="-122"/>
                        </a:rPr>
                        <a:t>7</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5</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72170">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3</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S</a:t>
                      </a:r>
                      <a:r>
                        <a:rPr kumimoji="0" lang="en-US" altLang="zh-CN" sz="2000" b="0" i="0" u="none" strike="noStrike" cap="none" normalizeH="0" baseline="-25000">
                          <a:ln>
                            <a:noFill/>
                          </a:ln>
                          <a:solidFill>
                            <a:schemeClr val="tx1"/>
                          </a:solidFill>
                          <a:effectLst/>
                          <a:latin typeface="Tahoma" panose="020B0604030504040204" pitchFamily="34" charset="0"/>
                          <a:ea typeface="宋体" panose="02010600030101010101" pitchFamily="2" charset="-122"/>
                        </a:rPr>
                        <a:t>3</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S</a:t>
                      </a:r>
                      <a:r>
                        <a:rPr kumimoji="0" lang="en-US" altLang="zh-CN" sz="2000" b="0" i="0" u="none" strike="noStrike" cap="none" normalizeH="0" baseline="-25000">
                          <a:ln>
                            <a:noFill/>
                          </a:ln>
                          <a:solidFill>
                            <a:schemeClr val="tx1"/>
                          </a:solidFill>
                          <a:effectLst/>
                          <a:latin typeface="Tahoma" panose="020B0604030504040204" pitchFamily="34" charset="0"/>
                          <a:ea typeface="宋体" panose="02010600030101010101" pitchFamily="2" charset="-122"/>
                        </a:rPr>
                        <a:t>4</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8</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72170">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4</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r</a:t>
                      </a:r>
                      <a:r>
                        <a:rPr kumimoji="0" lang="en-US" altLang="zh-CN" sz="2000" b="0" i="0" u="none" strike="noStrike" cap="none" normalizeH="0" baseline="-25000">
                          <a:ln>
                            <a:noFill/>
                          </a:ln>
                          <a:solidFill>
                            <a:schemeClr val="tx1"/>
                          </a:solidFill>
                          <a:effectLst/>
                          <a:latin typeface="Tahoma" panose="020B0604030504040204" pitchFamily="34" charset="0"/>
                          <a:ea typeface="宋体" panose="02010600030101010101" pitchFamily="2" charset="-122"/>
                        </a:rPr>
                        <a:t>3</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r</a:t>
                      </a:r>
                      <a:r>
                        <a:rPr kumimoji="0" lang="en-US" altLang="zh-CN" sz="2000" b="0" i="0" u="none" strike="noStrike" cap="none" normalizeH="0" baseline="-25000">
                          <a:ln>
                            <a:noFill/>
                          </a:ln>
                          <a:solidFill>
                            <a:schemeClr val="tx1"/>
                          </a:solidFill>
                          <a:effectLst/>
                          <a:latin typeface="Tahoma" panose="020B0604030504040204" pitchFamily="34" charset="0"/>
                          <a:ea typeface="宋体" panose="02010600030101010101" pitchFamily="2" charset="-122"/>
                        </a:rPr>
                        <a:t>3</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72170">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5</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r</a:t>
                      </a:r>
                      <a:r>
                        <a:rPr kumimoji="0" lang="en-US" altLang="zh-CN" sz="2000" b="0" i="0" u="none" strike="noStrike" cap="none" normalizeH="0" baseline="-25000">
                          <a:ln>
                            <a:noFill/>
                          </a:ln>
                          <a:solidFill>
                            <a:schemeClr val="tx1"/>
                          </a:solidFill>
                          <a:effectLst/>
                          <a:latin typeface="Tahoma" panose="020B0604030504040204" pitchFamily="34" charset="0"/>
                          <a:ea typeface="宋体" panose="02010600030101010101" pitchFamily="2" charset="-122"/>
                        </a:rPr>
                        <a:t>1</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72170">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6</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S</a:t>
                      </a:r>
                      <a:r>
                        <a:rPr kumimoji="0" lang="en-US" altLang="zh-CN" sz="2000" b="0" i="0" u="none" strike="noStrike" cap="none" normalizeH="0" baseline="-25000">
                          <a:ln>
                            <a:noFill/>
                          </a:ln>
                          <a:solidFill>
                            <a:schemeClr val="tx1"/>
                          </a:solidFill>
                          <a:effectLst/>
                          <a:latin typeface="Tahoma" panose="020B0604030504040204" pitchFamily="34" charset="0"/>
                          <a:ea typeface="宋体" panose="02010600030101010101" pitchFamily="2" charset="-122"/>
                        </a:rPr>
                        <a:t>6</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S</a:t>
                      </a:r>
                      <a:r>
                        <a:rPr kumimoji="0" lang="en-US" altLang="zh-CN" sz="2000" b="0" i="0" u="none" strike="noStrike" cap="none" normalizeH="0" baseline="-25000">
                          <a:ln>
                            <a:noFill/>
                          </a:ln>
                          <a:solidFill>
                            <a:schemeClr val="tx1"/>
                          </a:solidFill>
                          <a:effectLst/>
                          <a:latin typeface="Tahoma" panose="020B0604030504040204" pitchFamily="34" charset="0"/>
                          <a:ea typeface="宋体" panose="02010600030101010101" pitchFamily="2" charset="-122"/>
                        </a:rPr>
                        <a:t>7</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9</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72170">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7</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zh-CN" sz="20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r</a:t>
                      </a:r>
                      <a:r>
                        <a:rPr kumimoji="0" lang="en-US" altLang="zh-CN" sz="2000" b="0" i="0" u="none" strike="noStrike" cap="none" normalizeH="0" baseline="-25000">
                          <a:ln>
                            <a:noFill/>
                          </a:ln>
                          <a:solidFill>
                            <a:schemeClr val="tx1"/>
                          </a:solidFill>
                          <a:effectLst/>
                          <a:latin typeface="Tahoma" panose="020B0604030504040204" pitchFamily="34" charset="0"/>
                          <a:ea typeface="宋体" panose="02010600030101010101" pitchFamily="2" charset="-122"/>
                        </a:rPr>
                        <a:t>3</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472170">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8</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r</a:t>
                      </a:r>
                      <a:r>
                        <a:rPr kumimoji="0" lang="en-US" altLang="zh-CN" sz="2000" b="0" i="0" u="none" strike="noStrike" cap="none" normalizeH="0" baseline="-25000">
                          <a:ln>
                            <a:noFill/>
                          </a:ln>
                          <a:solidFill>
                            <a:schemeClr val="tx1"/>
                          </a:solidFill>
                          <a:effectLst/>
                          <a:latin typeface="Tahoma" panose="020B0604030504040204" pitchFamily="34" charset="0"/>
                          <a:ea typeface="宋体" panose="02010600030101010101" pitchFamily="2" charset="-122"/>
                        </a:rPr>
                        <a:t>2</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r</a:t>
                      </a:r>
                      <a:r>
                        <a:rPr kumimoji="0" lang="en-US" altLang="zh-CN" sz="2000" b="0" i="0" u="none" strike="noStrike" cap="none" normalizeH="0" baseline="-25000">
                          <a:ln>
                            <a:noFill/>
                          </a:ln>
                          <a:solidFill>
                            <a:schemeClr val="tx1"/>
                          </a:solidFill>
                          <a:effectLst/>
                          <a:latin typeface="Tahoma" panose="020B0604030504040204" pitchFamily="34" charset="0"/>
                          <a:ea typeface="宋体" panose="02010600030101010101" pitchFamily="2" charset="-122"/>
                        </a:rPr>
                        <a:t>2</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472170">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9</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r</a:t>
                      </a:r>
                      <a:r>
                        <a:rPr kumimoji="0" lang="en-US" altLang="zh-CN" sz="2000" b="0" i="0" u="none" strike="noStrike" cap="none" normalizeH="0" baseline="-25000" dirty="0">
                          <a:ln>
                            <a:noFill/>
                          </a:ln>
                          <a:solidFill>
                            <a:schemeClr val="tx1"/>
                          </a:solidFill>
                          <a:effectLst/>
                          <a:latin typeface="Tahoma" panose="020B0604030504040204" pitchFamily="34" charset="0"/>
                          <a:ea typeface="宋体" panose="02010600030101010101" pitchFamily="2" charset="-122"/>
                        </a:rPr>
                        <a:t>2</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zh-CN" sz="20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mc:AlternateContent xmlns:mc="http://schemas.openxmlformats.org/markup-compatibility/2006" xmlns:a14="http://schemas.microsoft.com/office/drawing/2010/main">
        <mc:Choice Requires="a14">
          <p:sp>
            <p:nvSpPr>
              <p:cNvPr id="234588" name="Text Box 95">
                <a:extLst>
                  <a:ext uri="{FF2B5EF4-FFF2-40B4-BE49-F238E27FC236}">
                    <a16:creationId xmlns:a16="http://schemas.microsoft.com/office/drawing/2014/main" id="{AF29906D-0A18-4F0D-95DC-6401B5AD4B67}"/>
                  </a:ext>
                </a:extLst>
              </p:cNvPr>
              <p:cNvSpPr txBox="1">
                <a:spLocks noChangeArrowheads="1"/>
              </p:cNvSpPr>
              <p:nvPr/>
            </p:nvSpPr>
            <p:spPr bwMode="auto">
              <a:xfrm>
                <a:off x="4876800" y="4724400"/>
                <a:ext cx="3505200" cy="4572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400" dirty="0">
                    <a:latin typeface="Times New Roman" panose="02020603050405020304" pitchFamily="18" charset="0"/>
                  </a:rPr>
                  <a:t>Parsing string </a:t>
                </a:r>
                <a14:m>
                  <m:oMath xmlns:m="http://schemas.openxmlformats.org/officeDocument/2006/math">
                    <m:r>
                      <a:rPr lang="en-US" altLang="zh-CN" sz="2400" i="1" dirty="0">
                        <a:latin typeface="Cambria Math" panose="02040503050406030204" pitchFamily="18" charset="0"/>
                      </a:rPr>
                      <m:t>𝑐𝑐𝑑</m:t>
                    </m:r>
                    <m:r>
                      <a:rPr lang="en-US" altLang="zh-CN" sz="2400" i="1" dirty="0">
                        <a:latin typeface="Cambria Math" panose="02040503050406030204" pitchFamily="18" charset="0"/>
                      </a:rPr>
                      <m:t>$</m:t>
                    </m:r>
                  </m:oMath>
                </a14:m>
                <a:endParaRPr lang="en-US" altLang="zh-CN" sz="2400" dirty="0">
                  <a:latin typeface="Times New Roman" panose="02020603050405020304" pitchFamily="18" charset="0"/>
                </a:endParaRPr>
              </a:p>
            </p:txBody>
          </p:sp>
        </mc:Choice>
        <mc:Fallback xmlns="">
          <p:sp>
            <p:nvSpPr>
              <p:cNvPr id="234588" name="Text Box 95">
                <a:extLst>
                  <a:ext uri="{FF2B5EF4-FFF2-40B4-BE49-F238E27FC236}">
                    <a16:creationId xmlns:a16="http://schemas.microsoft.com/office/drawing/2014/main" id="{AF29906D-0A18-4F0D-95DC-6401B5AD4B67}"/>
                  </a:ext>
                </a:extLst>
              </p:cNvPr>
              <p:cNvSpPr txBox="1">
                <a:spLocks noRot="1" noChangeAspect="1" noMove="1" noResize="1" noEditPoints="1" noAdjustHandles="1" noChangeArrowheads="1" noChangeShapeType="1" noTextEdit="1"/>
              </p:cNvSpPr>
              <p:nvPr/>
            </p:nvSpPr>
            <p:spPr bwMode="auto">
              <a:xfrm>
                <a:off x="4876800" y="4724400"/>
                <a:ext cx="3505200" cy="457200"/>
              </a:xfrm>
              <a:prstGeom prst="rect">
                <a:avLst/>
              </a:prstGeom>
              <a:blipFill>
                <a:blip r:embed="rId2"/>
                <a:stretch>
                  <a:fillRect l="-2609" t="-10667" b="-3066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8A99BFDD-5657-4803-B3E0-A3349460062A}"/>
              </a:ext>
            </a:extLst>
          </p:cNvPr>
          <p:cNvPicPr>
            <a:picLocks noChangeAspect="1"/>
          </p:cNvPicPr>
          <p:nvPr/>
        </p:nvPicPr>
        <p:blipFill>
          <a:blip r:embed="rId3"/>
          <a:stretch>
            <a:fillRect/>
          </a:stretch>
        </p:blipFill>
        <p:spPr>
          <a:xfrm>
            <a:off x="4527667" y="692698"/>
            <a:ext cx="4314825" cy="3171825"/>
          </a:xfrm>
          <a:prstGeom prst="rect">
            <a:avLst/>
          </a:prstGeom>
        </p:spPr>
      </p:pic>
      <p:pic>
        <p:nvPicPr>
          <p:cNvPr id="5" name="图片 4">
            <a:extLst>
              <a:ext uri="{FF2B5EF4-FFF2-40B4-BE49-F238E27FC236}">
                <a16:creationId xmlns:a16="http://schemas.microsoft.com/office/drawing/2014/main" id="{CACEFAB7-DD0D-426F-B34F-7CD19E2355F5}"/>
              </a:ext>
            </a:extLst>
          </p:cNvPr>
          <p:cNvPicPr>
            <a:picLocks noChangeAspect="1"/>
          </p:cNvPicPr>
          <p:nvPr/>
        </p:nvPicPr>
        <p:blipFill>
          <a:blip r:embed="rId4"/>
          <a:stretch>
            <a:fillRect/>
          </a:stretch>
        </p:blipFill>
        <p:spPr>
          <a:xfrm>
            <a:off x="5724130" y="4008710"/>
            <a:ext cx="1285875" cy="285750"/>
          </a:xfrm>
          <a:prstGeom prst="rect">
            <a:avLst/>
          </a:prstGeom>
        </p:spPr>
      </p:pic>
      <p:sp>
        <p:nvSpPr>
          <p:cNvPr id="2" name="文本框 1">
            <a:extLst>
              <a:ext uri="{FF2B5EF4-FFF2-40B4-BE49-F238E27FC236}">
                <a16:creationId xmlns:a16="http://schemas.microsoft.com/office/drawing/2014/main" id="{8E4038B2-3DF2-42FF-A483-B722687B1C9A}"/>
              </a:ext>
            </a:extLst>
          </p:cNvPr>
          <p:cNvSpPr txBox="1"/>
          <p:nvPr/>
        </p:nvSpPr>
        <p:spPr>
          <a:xfrm>
            <a:off x="4788024" y="5445226"/>
            <a:ext cx="4019874" cy="1200329"/>
          </a:xfrm>
          <a:prstGeom prst="rect">
            <a:avLst/>
          </a:prstGeom>
          <a:noFill/>
        </p:spPr>
        <p:txBody>
          <a:bodyPr wrap="square" rtlCol="0">
            <a:spAutoFit/>
          </a:bodyPr>
          <a:lstStyle/>
          <a:p>
            <a:r>
              <a:rPr lang="zh-CN" altLang="en-US" dirty="0"/>
              <a:t>也可以在</a:t>
            </a:r>
            <a:r>
              <a:rPr lang="en-US" altLang="zh-CN" dirty="0"/>
              <a:t>LR(1)</a:t>
            </a:r>
            <a:r>
              <a:rPr lang="zh-CN" altLang="en-US" dirty="0"/>
              <a:t>自动机里找同心状态，然后对</a:t>
            </a:r>
            <a:r>
              <a:rPr lang="en-US" altLang="zh-CN" dirty="0"/>
              <a:t>LR(1)</a:t>
            </a:r>
            <a:r>
              <a:rPr lang="zh-CN" altLang="en-US" dirty="0"/>
              <a:t>分析表进行合并。</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9C467F2-4A76-4E20-82DB-85886F363E35}"/>
              </a:ext>
            </a:extLst>
          </p:cNvPr>
          <p:cNvSpPr>
            <a:spLocks noGrp="1"/>
          </p:cNvSpPr>
          <p:nvPr>
            <p:ph idx="1"/>
          </p:nvPr>
        </p:nvSpPr>
        <p:spPr>
          <a:xfrm>
            <a:off x="262635" y="332658"/>
            <a:ext cx="8692455" cy="5799857"/>
          </a:xfrm>
        </p:spPr>
        <p:txBody>
          <a:bodyPr/>
          <a:lstStyle/>
          <a:p>
            <a:r>
              <a:rPr lang="en-US" altLang="zh-CN" dirty="0"/>
              <a:t>the SLR and LALR tables for a grammar always have the same number of states, </a:t>
            </a:r>
          </a:p>
          <a:p>
            <a:pPr lvl="1"/>
            <a:r>
              <a:rPr lang="en-US" altLang="zh-CN" dirty="0"/>
              <a:t>typically </a:t>
            </a:r>
            <a:r>
              <a:rPr lang="en-US" altLang="zh-CN" dirty="0">
                <a:solidFill>
                  <a:srgbClr val="FF0000"/>
                </a:solidFill>
              </a:rPr>
              <a:t>several hundred states </a:t>
            </a:r>
            <a:r>
              <a:rPr lang="en-US" altLang="zh-CN" dirty="0"/>
              <a:t>for a language like C. </a:t>
            </a:r>
          </a:p>
          <a:p>
            <a:r>
              <a:rPr lang="en-US" altLang="zh-CN" dirty="0"/>
              <a:t>The canonical LR table would typically have several </a:t>
            </a:r>
            <a:r>
              <a:rPr lang="en-US" altLang="zh-CN" dirty="0">
                <a:solidFill>
                  <a:srgbClr val="FF0000"/>
                </a:solidFill>
              </a:rPr>
              <a:t>thousand states </a:t>
            </a:r>
            <a:r>
              <a:rPr lang="en-US" altLang="zh-CN" dirty="0"/>
              <a:t>for the same-size language. </a:t>
            </a:r>
          </a:p>
          <a:p>
            <a:endParaRPr lang="zh-CN" altLang="en-US" dirty="0"/>
          </a:p>
        </p:txBody>
      </p:sp>
    </p:spTree>
    <p:extLst>
      <p:ext uri="{BB962C8B-B14F-4D97-AF65-F5344CB8AC3E}">
        <p14:creationId xmlns:p14="http://schemas.microsoft.com/office/powerpoint/2010/main" val="44184778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语义分析</a:t>
            </a:r>
          </a:p>
        </p:txBody>
      </p:sp>
      <p:sp>
        <p:nvSpPr>
          <p:cNvPr id="5" name="文本占位符 4"/>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5020843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1">
            <a:extLst>
              <a:ext uri="{FF2B5EF4-FFF2-40B4-BE49-F238E27FC236}">
                <a16:creationId xmlns:a16="http://schemas.microsoft.com/office/drawing/2014/main" id="{6059C565-315E-40FE-BCFB-601E18B753F6}"/>
              </a:ext>
            </a:extLst>
          </p:cNvPr>
          <p:cNvSpPr>
            <a:spLocks noGrp="1" noChangeArrowheads="1"/>
          </p:cNvSpPr>
          <p:nvPr>
            <p:ph type="title"/>
          </p:nvPr>
        </p:nvSpPr>
        <p:spPr/>
        <p:txBody>
          <a:bodyPr/>
          <a:lstStyle/>
          <a:p>
            <a:r>
              <a:rPr lang="zh-CN" altLang="en-US" dirty="0"/>
              <a:t>词法元素的值</a:t>
            </a:r>
            <a:endParaRPr lang="en-US" altLang="zh-CN" dirty="0"/>
          </a:p>
        </p:txBody>
      </p:sp>
      <p:sp>
        <p:nvSpPr>
          <p:cNvPr id="64515" name="内容占位符 2">
            <a:extLst>
              <a:ext uri="{FF2B5EF4-FFF2-40B4-BE49-F238E27FC236}">
                <a16:creationId xmlns:a16="http://schemas.microsoft.com/office/drawing/2014/main" id="{2AB1B085-7A07-4554-A8FA-31D2BC5DE98F}"/>
              </a:ext>
            </a:extLst>
          </p:cNvPr>
          <p:cNvSpPr>
            <a:spLocks noGrp="1" noChangeArrowheads="1"/>
          </p:cNvSpPr>
          <p:nvPr>
            <p:ph idx="1"/>
          </p:nvPr>
        </p:nvSpPr>
        <p:spPr/>
        <p:txBody>
          <a:bodyPr/>
          <a:lstStyle/>
          <a:p>
            <a:r>
              <a:rPr lang="zh-CN" altLang="en-US" dirty="0"/>
              <a:t>由</a:t>
            </a:r>
            <a:r>
              <a:rPr lang="en-US" altLang="zh-CN" dirty="0" err="1"/>
              <a:t>lexer</a:t>
            </a:r>
            <a:r>
              <a:rPr lang="zh-CN" altLang="en-US" dirty="0"/>
              <a:t>向</a:t>
            </a:r>
            <a:r>
              <a:rPr lang="en-US" altLang="zh-CN" dirty="0"/>
              <a:t>parser</a:t>
            </a:r>
            <a:r>
              <a:rPr lang="zh-CN" altLang="en-US" dirty="0"/>
              <a:t>返回词法元素（</a:t>
            </a:r>
            <a:r>
              <a:rPr lang="en-US" altLang="zh-CN" dirty="0"/>
              <a:t>tokens</a:t>
            </a:r>
            <a:r>
              <a:rPr lang="zh-CN" altLang="en-US" dirty="0"/>
              <a:t>）。</a:t>
            </a:r>
            <a:endParaRPr lang="en-US" altLang="zh-CN" dirty="0"/>
          </a:p>
          <a:p>
            <a:r>
              <a:rPr lang="zh-CN" altLang="en-US" dirty="0"/>
              <a:t>词法元素的值总是存储在变量</a:t>
            </a:r>
            <a:r>
              <a:rPr lang="en-US" altLang="zh-CN" b="1" dirty="0" err="1"/>
              <a:t>yylval</a:t>
            </a:r>
            <a:r>
              <a:rPr lang="zh-CN" altLang="en-US" dirty="0"/>
              <a:t>中。</a:t>
            </a:r>
            <a:endParaRPr lang="en-US" altLang="zh-CN" dirty="0"/>
          </a:p>
          <a:p>
            <a:pPr lvl="1"/>
            <a:r>
              <a:rPr lang="zh-CN" altLang="en-US" dirty="0"/>
              <a:t>在这个简单的示例中</a:t>
            </a:r>
            <a:r>
              <a:rPr lang="en-US" altLang="zh-CN" dirty="0"/>
              <a:t>, </a:t>
            </a:r>
            <a:r>
              <a:rPr lang="en-US" altLang="zh-CN" b="1" dirty="0" err="1"/>
              <a:t>yylval</a:t>
            </a:r>
            <a:r>
              <a:rPr lang="zh-CN" altLang="en-US" dirty="0"/>
              <a:t>是一个</a:t>
            </a:r>
            <a:r>
              <a:rPr lang="en-US" altLang="zh-CN" dirty="0" err="1"/>
              <a:t>int</a:t>
            </a:r>
            <a:r>
              <a:rPr lang="zh-CN" altLang="en-US" dirty="0"/>
              <a:t>类型的变量。</a:t>
            </a:r>
            <a:br>
              <a:rPr lang="en-US" altLang="zh-CN" dirty="0"/>
            </a:br>
            <a:r>
              <a:rPr lang="en-US" altLang="zh-CN" dirty="0"/>
              <a:t>[0-9]+     { </a:t>
            </a:r>
            <a:r>
              <a:rPr lang="en-US" altLang="zh-CN" dirty="0" err="1"/>
              <a:t>yylval</a:t>
            </a:r>
            <a:r>
              <a:rPr lang="en-US" altLang="zh-CN" dirty="0"/>
              <a:t> = </a:t>
            </a:r>
            <a:r>
              <a:rPr lang="en-US" altLang="zh-CN" dirty="0" err="1"/>
              <a:t>atoi</a:t>
            </a:r>
            <a:r>
              <a:rPr lang="en-US" altLang="zh-CN" dirty="0"/>
              <a:t>(</a:t>
            </a:r>
            <a:r>
              <a:rPr lang="en-US" altLang="zh-CN" dirty="0" err="1"/>
              <a:t>yytext</a:t>
            </a:r>
            <a:r>
              <a:rPr lang="en-US" altLang="zh-CN" dirty="0"/>
              <a:t>); return NUMBER; } </a:t>
            </a:r>
          </a:p>
          <a:p>
            <a:pPr marL="457200" lvl="1" indent="0">
              <a:buNone/>
            </a:pPr>
            <a:r>
              <a:rPr lang="en-US" altLang="zh-CN" dirty="0"/>
              <a:t>    </a:t>
            </a:r>
            <a:r>
              <a:rPr lang="zh-CN" altLang="en-US" dirty="0"/>
              <a:t>其中：</a:t>
            </a:r>
            <a:r>
              <a:rPr lang="en-US" altLang="zh-CN" dirty="0" err="1"/>
              <a:t>atoi</a:t>
            </a:r>
            <a:r>
              <a:rPr lang="en-US" altLang="zh-CN" dirty="0"/>
              <a:t> (ascii to integer)</a:t>
            </a:r>
            <a:r>
              <a:rPr lang="zh-CN" altLang="en-US" dirty="0"/>
              <a:t>把字符串转换成整型数</a:t>
            </a:r>
            <a:endParaRPr lang="en-US" altLang="zh-CN" dirty="0"/>
          </a:p>
          <a:p>
            <a:pPr lvl="1"/>
            <a:r>
              <a:rPr lang="zh-CN" altLang="en-US" dirty="0"/>
              <a:t>注意：上述规则位于</a:t>
            </a:r>
            <a:r>
              <a:rPr lang="en-US" altLang="zh-CN" dirty="0"/>
              <a:t>lex</a:t>
            </a:r>
            <a:r>
              <a:rPr lang="zh-CN" altLang="en-US" dirty="0"/>
              <a:t>输入文件中，可用于计算常量的字面值。</a:t>
            </a:r>
            <a:br>
              <a:rPr lang="en-US" altLang="zh-CN" dirty="0"/>
            </a:br>
            <a:br>
              <a:rPr lang="en-US" altLang="zh-CN" dirty="0"/>
            </a:br>
            <a:br>
              <a:rPr lang="en-US" altLang="zh-CN" dirty="0"/>
            </a:br>
            <a:endParaRPr lang="zh-CN" altLang="en-US" dirty="0"/>
          </a:p>
        </p:txBody>
      </p:sp>
    </p:spTree>
    <p:extLst>
      <p:ext uri="{BB962C8B-B14F-4D97-AF65-F5344CB8AC3E}">
        <p14:creationId xmlns:p14="http://schemas.microsoft.com/office/powerpoint/2010/main" val="326507659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1">
            <a:extLst>
              <a:ext uri="{FF2B5EF4-FFF2-40B4-BE49-F238E27FC236}">
                <a16:creationId xmlns:a16="http://schemas.microsoft.com/office/drawing/2014/main" id="{D5098E3B-B271-4758-829B-B9F617A047D1}"/>
              </a:ext>
            </a:extLst>
          </p:cNvPr>
          <p:cNvSpPr>
            <a:spLocks noGrp="1" noChangeArrowheads="1"/>
          </p:cNvSpPr>
          <p:nvPr>
            <p:ph type="title"/>
          </p:nvPr>
        </p:nvSpPr>
        <p:spPr/>
        <p:txBody>
          <a:bodyPr/>
          <a:lstStyle/>
          <a:p>
            <a:r>
              <a:rPr lang="zh-CN" altLang="en-US" dirty="0"/>
              <a:t>语义动作</a:t>
            </a:r>
          </a:p>
        </p:txBody>
      </p:sp>
      <p:sp>
        <p:nvSpPr>
          <p:cNvPr id="73731" name="内容占位符 2">
            <a:extLst>
              <a:ext uri="{FF2B5EF4-FFF2-40B4-BE49-F238E27FC236}">
                <a16:creationId xmlns:a16="http://schemas.microsoft.com/office/drawing/2014/main" id="{098FB350-0848-4C06-9D27-5173EFBB8CBF}"/>
              </a:ext>
            </a:extLst>
          </p:cNvPr>
          <p:cNvSpPr>
            <a:spLocks noGrp="1" noChangeArrowheads="1"/>
          </p:cNvSpPr>
          <p:nvPr>
            <p:ph idx="1"/>
          </p:nvPr>
        </p:nvSpPr>
        <p:spPr/>
        <p:txBody>
          <a:bodyPr/>
          <a:lstStyle/>
          <a:p>
            <a:r>
              <a:rPr lang="en-US" altLang="zh-CN" dirty="0"/>
              <a:t>C</a:t>
            </a:r>
            <a:r>
              <a:rPr lang="zh-CN" altLang="en-US" dirty="0"/>
              <a:t>语言的复合语句（</a:t>
            </a:r>
            <a:r>
              <a:rPr lang="en-US" altLang="zh-CN" dirty="0"/>
              <a:t>compound statement</a:t>
            </a:r>
            <a:r>
              <a:rPr lang="zh-CN" altLang="en-US" dirty="0"/>
              <a:t>）</a:t>
            </a:r>
            <a:endParaRPr lang="en-US" altLang="zh-CN" dirty="0"/>
          </a:p>
          <a:p>
            <a:pPr lvl="1"/>
            <a:r>
              <a:rPr lang="en-US" altLang="zh-CN" dirty="0"/>
              <a:t>date: month '/' day '/' year { </a:t>
            </a:r>
            <a:r>
              <a:rPr lang="en-US" altLang="zh-CN" dirty="0" err="1"/>
              <a:t>printf</a:t>
            </a:r>
            <a:r>
              <a:rPr lang="en-US" altLang="zh-CN" dirty="0"/>
              <a:t>("date found"); } ; </a:t>
            </a:r>
          </a:p>
          <a:p>
            <a:r>
              <a:rPr lang="zh-CN" altLang="en-US" dirty="0"/>
              <a:t>可以引用相应产生式中的符号的语义值。</a:t>
            </a:r>
            <a:endParaRPr lang="en-US" altLang="zh-CN" dirty="0"/>
          </a:p>
          <a:p>
            <a:pPr lvl="1"/>
            <a:r>
              <a:rPr lang="en-US" altLang="zh-CN" dirty="0"/>
              <a:t>date: month '/' day '/' year</a:t>
            </a:r>
            <a:br>
              <a:rPr lang="en-US" altLang="zh-CN" dirty="0"/>
            </a:br>
            <a:r>
              <a:rPr lang="en-US" altLang="zh-CN" dirty="0"/>
              <a:t>{ </a:t>
            </a:r>
            <a:r>
              <a:rPr lang="en-US" altLang="zh-CN" dirty="0" err="1"/>
              <a:t>printf</a:t>
            </a:r>
            <a:r>
              <a:rPr lang="en-US" altLang="zh-CN" dirty="0"/>
              <a:t>("date %d-%d-%d found", $1, $3, $5); }; </a:t>
            </a:r>
            <a:br>
              <a:rPr lang="en-US" altLang="zh-CN" dirty="0"/>
            </a:br>
            <a:endParaRPr lang="zh-CN" altLang="en-US" dirty="0"/>
          </a:p>
        </p:txBody>
      </p:sp>
    </p:spTree>
    <p:extLst>
      <p:ext uri="{BB962C8B-B14F-4D97-AF65-F5344CB8AC3E}">
        <p14:creationId xmlns:p14="http://schemas.microsoft.com/office/powerpoint/2010/main" val="70697287"/>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标题 1">
            <a:extLst>
              <a:ext uri="{FF2B5EF4-FFF2-40B4-BE49-F238E27FC236}">
                <a16:creationId xmlns:a16="http://schemas.microsoft.com/office/drawing/2014/main" id="{CA34F2EC-8508-4CFE-85D4-A89B4B8FBD91}"/>
              </a:ext>
            </a:extLst>
          </p:cNvPr>
          <p:cNvSpPr>
            <a:spLocks noGrp="1" noChangeArrowheads="1"/>
          </p:cNvSpPr>
          <p:nvPr>
            <p:ph type="title"/>
          </p:nvPr>
        </p:nvSpPr>
        <p:spPr>
          <a:xfrm>
            <a:off x="685800" y="332656"/>
            <a:ext cx="8422704" cy="587152"/>
          </a:xfrm>
        </p:spPr>
        <p:txBody>
          <a:bodyPr/>
          <a:lstStyle/>
          <a:p>
            <a:r>
              <a:rPr lang="zh-CN" altLang="en-US" dirty="0"/>
              <a:t>将语义动作嵌入产生式（</a:t>
            </a:r>
            <a:r>
              <a:rPr lang="en-US" altLang="zh-CN" dirty="0"/>
              <a:t>Embedded Actions </a:t>
            </a:r>
            <a:r>
              <a:rPr lang="zh-CN" altLang="en-US" dirty="0"/>
              <a:t>）</a:t>
            </a:r>
          </a:p>
        </p:txBody>
      </p:sp>
      <p:sp>
        <p:nvSpPr>
          <p:cNvPr id="3" name="内容占位符 2">
            <a:extLst>
              <a:ext uri="{FF2B5EF4-FFF2-40B4-BE49-F238E27FC236}">
                <a16:creationId xmlns:a16="http://schemas.microsoft.com/office/drawing/2014/main" id="{39247C9F-9E0D-460B-B8FF-94EF36A8B40C}"/>
              </a:ext>
            </a:extLst>
          </p:cNvPr>
          <p:cNvSpPr>
            <a:spLocks noGrp="1"/>
          </p:cNvSpPr>
          <p:nvPr>
            <p:ph idx="1"/>
          </p:nvPr>
        </p:nvSpPr>
        <p:spPr>
          <a:xfrm>
            <a:off x="685800" y="1124746"/>
            <a:ext cx="7772400" cy="4760913"/>
          </a:xfrm>
        </p:spPr>
        <p:txBody>
          <a:bodyPr/>
          <a:lstStyle/>
          <a:p>
            <a:pPr>
              <a:defRPr/>
            </a:pPr>
            <a:r>
              <a:rPr lang="en-US" altLang="zh-CN" dirty="0"/>
              <a:t>thing: A { </a:t>
            </a:r>
            <a:r>
              <a:rPr lang="en-US" altLang="zh-CN" dirty="0" err="1"/>
              <a:t>printf</a:t>
            </a:r>
            <a:r>
              <a:rPr lang="en-US" altLang="zh-CN" dirty="0"/>
              <a:t>(“seen an A”); } B ; </a:t>
            </a:r>
            <a:br>
              <a:rPr lang="en-US" altLang="zh-CN" dirty="0"/>
            </a:br>
            <a:r>
              <a:rPr lang="zh-CN" altLang="en-US" dirty="0"/>
              <a:t>等价于</a:t>
            </a:r>
            <a:endParaRPr lang="en-US" altLang="zh-CN" dirty="0"/>
          </a:p>
          <a:p>
            <a:pPr>
              <a:defRPr/>
            </a:pPr>
            <a:endParaRPr lang="en-US" altLang="zh-CN" dirty="0"/>
          </a:p>
          <a:p>
            <a:pPr>
              <a:defRPr/>
            </a:pPr>
            <a:endParaRPr lang="en-US" altLang="zh-CN" dirty="0"/>
          </a:p>
          <a:p>
            <a:pPr lvl="1">
              <a:defRPr/>
            </a:pPr>
            <a:r>
              <a:rPr lang="zh-CN" altLang="en-US" dirty="0"/>
              <a:t>语义动作由一个额外的</a:t>
            </a:r>
            <a:r>
              <a:rPr lang="en-US" altLang="zh-CN" dirty="0"/>
              <a:t>symbol</a:t>
            </a:r>
            <a:r>
              <a:rPr lang="zh-CN" altLang="en-US" dirty="0"/>
              <a:t>代表。</a:t>
            </a:r>
            <a:endParaRPr lang="en-US" altLang="zh-CN" dirty="0"/>
          </a:p>
          <a:p>
            <a:pPr lvl="2">
              <a:defRPr/>
            </a:pPr>
            <a:r>
              <a:rPr lang="zh-CN" altLang="en-US" dirty="0"/>
              <a:t>无法引用</a:t>
            </a:r>
            <a:r>
              <a:rPr lang="en-US" altLang="zh-CN" dirty="0"/>
              <a:t>A</a:t>
            </a:r>
            <a:r>
              <a:rPr lang="zh-CN" altLang="en-US" dirty="0"/>
              <a:t>的语义属性。</a:t>
            </a:r>
            <a:endParaRPr lang="en-US" altLang="zh-CN" dirty="0"/>
          </a:p>
          <a:p>
            <a:pPr>
              <a:defRPr/>
            </a:pPr>
            <a:r>
              <a:rPr lang="zh-CN" altLang="en-US" dirty="0"/>
              <a:t>被嵌入的语义动作可以被想象为对应于规则中的一个</a:t>
            </a:r>
            <a:r>
              <a:rPr lang="en-US" altLang="zh-CN" dirty="0"/>
              <a:t>dummy symbol</a:t>
            </a:r>
            <a:r>
              <a:rPr lang="zh-CN" altLang="en-US" dirty="0"/>
              <a:t>，因此其值（在语义动作中被赋给“</a:t>
            </a:r>
            <a:r>
              <a:rPr lang="en-US" altLang="zh-CN" dirty="0"/>
              <a:t>$$</a:t>
            </a:r>
            <a:r>
              <a:rPr lang="zh-CN" altLang="en-US" dirty="0"/>
              <a:t>”的值）可以被位于产生式末尾的语义动作引用。</a:t>
            </a:r>
            <a:endParaRPr lang="en-US" altLang="zh-CN" dirty="0"/>
          </a:p>
          <a:p>
            <a:pPr>
              <a:defRPr/>
            </a:pPr>
            <a:endParaRPr lang="en-US" altLang="zh-CN" dirty="0"/>
          </a:p>
          <a:p>
            <a:pPr lvl="1">
              <a:defRPr/>
            </a:pPr>
            <a:r>
              <a:rPr lang="zh-CN" altLang="en-US" dirty="0"/>
              <a:t>匿名语义动作。此处的</a:t>
            </a:r>
            <a:r>
              <a:rPr lang="en-US" altLang="zh-CN" dirty="0"/>
              <a:t>$2</a:t>
            </a:r>
            <a:r>
              <a:rPr lang="zh-CN" altLang="en-US" dirty="0"/>
              <a:t>引用</a:t>
            </a:r>
            <a:r>
              <a:rPr lang="en-US" altLang="zh-CN" dirty="0"/>
              <a:t>$$</a:t>
            </a:r>
            <a:r>
              <a:rPr lang="zh-CN" altLang="en-US" dirty="0"/>
              <a:t>的值。</a:t>
            </a:r>
            <a:endParaRPr lang="en-US" altLang="zh-CN" dirty="0"/>
          </a:p>
          <a:p>
            <a:pPr marL="0" indent="0">
              <a:buNone/>
              <a:defRPr/>
            </a:pPr>
            <a:br>
              <a:rPr lang="en-US" altLang="zh-CN" dirty="0"/>
            </a:br>
            <a:endParaRPr lang="en-US" altLang="zh-CN" dirty="0"/>
          </a:p>
          <a:p>
            <a:pPr>
              <a:defRPr/>
            </a:pPr>
            <a:endParaRPr lang="en-US" altLang="zh-CN" dirty="0"/>
          </a:p>
          <a:p>
            <a:pPr>
              <a:defRPr/>
            </a:pPr>
            <a:endParaRPr lang="zh-CN" altLang="en-US" dirty="0"/>
          </a:p>
        </p:txBody>
      </p:sp>
      <p:graphicFrame>
        <p:nvGraphicFramePr>
          <p:cNvPr id="10" name="表格 9">
            <a:extLst>
              <a:ext uri="{FF2B5EF4-FFF2-40B4-BE49-F238E27FC236}">
                <a16:creationId xmlns:a16="http://schemas.microsoft.com/office/drawing/2014/main" id="{935031C9-0119-4E46-906A-D78048B39D64}"/>
              </a:ext>
            </a:extLst>
          </p:cNvPr>
          <p:cNvGraphicFramePr>
            <a:graphicFrameLocks noGrp="1"/>
          </p:cNvGraphicFramePr>
          <p:nvPr/>
        </p:nvGraphicFramePr>
        <p:xfrm>
          <a:off x="685800" y="2132858"/>
          <a:ext cx="8134350" cy="701675"/>
        </p:xfrm>
        <a:graphic>
          <a:graphicData uri="http://schemas.openxmlformats.org/drawingml/2006/table">
            <a:tbl>
              <a:tblPr/>
              <a:tblGrid>
                <a:gridCol w="1798377">
                  <a:extLst>
                    <a:ext uri="{9D8B030D-6E8A-4147-A177-3AD203B41FA5}">
                      <a16:colId xmlns:a16="http://schemas.microsoft.com/office/drawing/2014/main" val="3859550741"/>
                    </a:ext>
                  </a:extLst>
                </a:gridCol>
                <a:gridCol w="6335973">
                  <a:extLst>
                    <a:ext uri="{9D8B030D-6E8A-4147-A177-3AD203B41FA5}">
                      <a16:colId xmlns:a16="http://schemas.microsoft.com/office/drawing/2014/main" val="3405646184"/>
                    </a:ext>
                  </a:extLst>
                </a:gridCol>
              </a:tblGrid>
              <a:tr h="701675">
                <a:tc>
                  <a:txBody>
                    <a:bodyPr/>
                    <a:lstStyle/>
                    <a:p>
                      <a:r>
                        <a:rPr lang="en-US" sz="2000" b="0" i="0">
                          <a:solidFill>
                            <a:srgbClr val="000000"/>
                          </a:solidFill>
                          <a:effectLst/>
                          <a:latin typeface="CourierNewPSMT"/>
                        </a:rPr>
                        <a:t>thing: </a:t>
                      </a:r>
                      <a:br>
                        <a:rPr lang="en-US" sz="2000" b="0" i="0">
                          <a:solidFill>
                            <a:srgbClr val="000000"/>
                          </a:solidFill>
                          <a:effectLst/>
                          <a:latin typeface="CourierNewPSMT"/>
                        </a:rPr>
                      </a:br>
                      <a:r>
                        <a:rPr lang="en-US" sz="2000" b="0" i="0">
                          <a:solidFill>
                            <a:srgbClr val="000000"/>
                          </a:solidFill>
                          <a:effectLst/>
                          <a:latin typeface="CourierNewPSMT"/>
                        </a:rPr>
                        <a:t>fakename: </a:t>
                      </a:r>
                      <a:endParaRPr lang="en-US" sz="2000">
                        <a:effectLst/>
                      </a:endParaRPr>
                    </a:p>
                  </a:txBody>
                  <a:tcPr marL="91436" marR="91436" marT="45761" marB="457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en-US" sz="2000" b="0" i="0" dirty="0">
                          <a:solidFill>
                            <a:srgbClr val="000000"/>
                          </a:solidFill>
                          <a:effectLst/>
                          <a:latin typeface="CourierNewPSMT"/>
                        </a:rPr>
                        <a:t>A </a:t>
                      </a:r>
                      <a:r>
                        <a:rPr lang="en-US" sz="2000" b="0" i="0" dirty="0" err="1">
                          <a:solidFill>
                            <a:srgbClr val="000000"/>
                          </a:solidFill>
                          <a:effectLst/>
                          <a:latin typeface="CourierNewPSMT"/>
                        </a:rPr>
                        <a:t>fakename</a:t>
                      </a:r>
                      <a:r>
                        <a:rPr lang="en-US" sz="2000" b="0" i="0" dirty="0">
                          <a:solidFill>
                            <a:srgbClr val="000000"/>
                          </a:solidFill>
                          <a:effectLst/>
                          <a:latin typeface="CourierNewPSMT"/>
                        </a:rPr>
                        <a:t> B ;</a:t>
                      </a:r>
                      <a:br>
                        <a:rPr lang="en-US" sz="2000" b="0" i="0" dirty="0">
                          <a:solidFill>
                            <a:srgbClr val="000000"/>
                          </a:solidFill>
                          <a:effectLst/>
                          <a:latin typeface="CourierNewPSMT"/>
                        </a:rPr>
                      </a:br>
                      <a:r>
                        <a:rPr lang="en-US" sz="2000" b="0" i="0" dirty="0">
                          <a:solidFill>
                            <a:srgbClr val="000000"/>
                          </a:solidFill>
                          <a:effectLst/>
                          <a:latin typeface="CourierNewPSMT"/>
                        </a:rPr>
                        <a:t>/* empty */ { </a:t>
                      </a:r>
                      <a:r>
                        <a:rPr lang="en-US" sz="2000" b="0" i="0" dirty="0" err="1">
                          <a:solidFill>
                            <a:srgbClr val="000000"/>
                          </a:solidFill>
                          <a:effectLst/>
                          <a:latin typeface="CourierNewPSMT"/>
                        </a:rPr>
                        <a:t>printf</a:t>
                      </a:r>
                      <a:r>
                        <a:rPr lang="en-US" sz="2000" b="0" i="0" dirty="0">
                          <a:solidFill>
                            <a:srgbClr val="000000"/>
                          </a:solidFill>
                          <a:effectLst/>
                          <a:latin typeface="CourierNewPSMT"/>
                        </a:rPr>
                        <a:t>("seen an A"); } ;</a:t>
                      </a:r>
                      <a:endParaRPr lang="en-US" sz="2000" dirty="0">
                        <a:effectLst/>
                      </a:endParaRPr>
                    </a:p>
                  </a:txBody>
                  <a:tcPr marL="91436" marR="91436" marT="45761" marB="457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89469330"/>
                  </a:ext>
                </a:extLst>
              </a:tr>
            </a:tbl>
          </a:graphicData>
        </a:graphic>
      </p:graphicFrame>
      <p:sp>
        <p:nvSpPr>
          <p:cNvPr id="74764" name="Rectangle 3">
            <a:extLst>
              <a:ext uri="{FF2B5EF4-FFF2-40B4-BE49-F238E27FC236}">
                <a16:creationId xmlns:a16="http://schemas.microsoft.com/office/drawing/2014/main" id="{C2F522DC-B46D-4119-82FE-6ACA5F2962DA}"/>
              </a:ext>
            </a:extLst>
          </p:cNvPr>
          <p:cNvSpPr>
            <a:spLocks noChangeArrowheads="1"/>
          </p:cNvSpPr>
          <p:nvPr/>
        </p:nvSpPr>
        <p:spPr bwMode="auto">
          <a:xfrm>
            <a:off x="1258890" y="2653142"/>
            <a:ext cx="18473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br>
              <a:rPr lang="zh-CN" altLang="zh-CN" sz="2400"/>
            </a:br>
            <a:endParaRPr lang="zh-CN" altLang="zh-CN" sz="2400"/>
          </a:p>
        </p:txBody>
      </p:sp>
      <p:graphicFrame>
        <p:nvGraphicFramePr>
          <p:cNvPr id="12" name="表格 11">
            <a:extLst>
              <a:ext uri="{FF2B5EF4-FFF2-40B4-BE49-F238E27FC236}">
                <a16:creationId xmlns:a16="http://schemas.microsoft.com/office/drawing/2014/main" id="{E2F67B55-A045-4AEB-BB36-7E17AF6DE341}"/>
              </a:ext>
            </a:extLst>
          </p:cNvPr>
          <p:cNvGraphicFramePr>
            <a:graphicFrameLocks noGrp="1"/>
          </p:cNvGraphicFramePr>
          <p:nvPr>
            <p:extLst>
              <p:ext uri="{D42A27DB-BD31-4B8C-83A1-F6EECF244321}">
                <p14:modId xmlns:p14="http://schemas.microsoft.com/office/powerpoint/2010/main" val="2108367717"/>
              </p:ext>
            </p:extLst>
          </p:nvPr>
        </p:nvGraphicFramePr>
        <p:xfrm>
          <a:off x="710406" y="5689899"/>
          <a:ext cx="8085137" cy="413638"/>
        </p:xfrm>
        <a:graphic>
          <a:graphicData uri="http://schemas.openxmlformats.org/drawingml/2006/table">
            <a:tbl>
              <a:tblPr/>
              <a:tblGrid>
                <a:gridCol w="1388715">
                  <a:extLst>
                    <a:ext uri="{9D8B030D-6E8A-4147-A177-3AD203B41FA5}">
                      <a16:colId xmlns:a16="http://schemas.microsoft.com/office/drawing/2014/main" val="2132828746"/>
                    </a:ext>
                  </a:extLst>
                </a:gridCol>
                <a:gridCol w="6696422">
                  <a:extLst>
                    <a:ext uri="{9D8B030D-6E8A-4147-A177-3AD203B41FA5}">
                      <a16:colId xmlns:a16="http://schemas.microsoft.com/office/drawing/2014/main" val="2922235511"/>
                    </a:ext>
                  </a:extLst>
                </a:gridCol>
              </a:tblGrid>
              <a:tr h="413638">
                <a:tc>
                  <a:txBody>
                    <a:bodyPr/>
                    <a:lstStyle/>
                    <a:p>
                      <a:r>
                        <a:rPr lang="en-US" sz="2000" b="0" i="0" dirty="0">
                          <a:solidFill>
                            <a:srgbClr val="000000"/>
                          </a:solidFill>
                          <a:effectLst/>
                          <a:latin typeface="CourierNewPSMT"/>
                        </a:rPr>
                        <a:t>thing:</a:t>
                      </a:r>
                      <a:endParaRPr lang="en-US" sz="2000" dirty="0">
                        <a:effectLst/>
                      </a:endParaRPr>
                    </a:p>
                  </a:txBody>
                  <a:tcPr marL="91454" marR="91454" marT="45761" marB="457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en-US" sz="2000" b="0" i="0" dirty="0">
                          <a:solidFill>
                            <a:srgbClr val="000000"/>
                          </a:solidFill>
                          <a:effectLst/>
                          <a:latin typeface="CourierNewPSMT"/>
                        </a:rPr>
                        <a:t>A { $$ = 17; } B C { </a:t>
                      </a:r>
                      <a:r>
                        <a:rPr lang="en-US" sz="2000" b="0" i="0" dirty="0" err="1">
                          <a:solidFill>
                            <a:srgbClr val="000000"/>
                          </a:solidFill>
                          <a:effectLst/>
                          <a:latin typeface="CourierNewPSMT"/>
                        </a:rPr>
                        <a:t>printf</a:t>
                      </a:r>
                      <a:r>
                        <a:rPr lang="en-US" sz="2000" b="0" i="0" dirty="0">
                          <a:solidFill>
                            <a:srgbClr val="000000"/>
                          </a:solidFill>
                          <a:effectLst/>
                          <a:latin typeface="CourierNewPSMT"/>
                        </a:rPr>
                        <a:t>("%d", $2); }</a:t>
                      </a:r>
                      <a:endParaRPr lang="en-US" sz="2000" dirty="0">
                        <a:effectLst/>
                      </a:endParaRPr>
                    </a:p>
                  </a:txBody>
                  <a:tcPr marL="91454" marR="91454" marT="45761" marB="457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42899231"/>
                  </a:ext>
                </a:extLst>
              </a:tr>
            </a:tbl>
          </a:graphicData>
        </a:graphic>
      </p:graphicFrame>
    </p:spTree>
    <p:extLst>
      <p:ext uri="{BB962C8B-B14F-4D97-AF65-F5344CB8AC3E}">
        <p14:creationId xmlns:p14="http://schemas.microsoft.com/office/powerpoint/2010/main" val="2663728885"/>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标题 1">
            <a:extLst>
              <a:ext uri="{FF2B5EF4-FFF2-40B4-BE49-F238E27FC236}">
                <a16:creationId xmlns:a16="http://schemas.microsoft.com/office/drawing/2014/main" id="{C9B6D48B-C73C-4183-B2EF-0FD671B1FA4C}"/>
              </a:ext>
            </a:extLst>
          </p:cNvPr>
          <p:cNvSpPr>
            <a:spLocks noGrp="1" noChangeArrowheads="1"/>
          </p:cNvSpPr>
          <p:nvPr>
            <p:ph type="title"/>
          </p:nvPr>
        </p:nvSpPr>
        <p:spPr>
          <a:xfrm>
            <a:off x="685800" y="404813"/>
            <a:ext cx="7772400" cy="658812"/>
          </a:xfrm>
        </p:spPr>
        <p:txBody>
          <a:bodyPr/>
          <a:lstStyle/>
          <a:p>
            <a:r>
              <a:rPr lang="zh-CN" altLang="en-US" dirty="0"/>
              <a:t>继承属性（</a:t>
            </a:r>
            <a:r>
              <a:rPr lang="en-US" altLang="zh-CN" dirty="0"/>
              <a:t>Inherited Attributes</a:t>
            </a:r>
            <a:r>
              <a:rPr lang="zh-CN" altLang="en-US" dirty="0"/>
              <a:t>）</a:t>
            </a:r>
            <a:endParaRPr lang="zh-CN" altLang="en-US" sz="2400" dirty="0"/>
          </a:p>
        </p:txBody>
      </p:sp>
      <p:pic>
        <p:nvPicPr>
          <p:cNvPr id="76803" name="内容占位符 3">
            <a:extLst>
              <a:ext uri="{FF2B5EF4-FFF2-40B4-BE49-F238E27FC236}">
                <a16:creationId xmlns:a16="http://schemas.microsoft.com/office/drawing/2014/main" id="{D0F747D2-756E-4A09-81E8-540E2F3480A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671515" y="1338263"/>
            <a:ext cx="7927975" cy="3675062"/>
          </a:xfrm>
        </p:spPr>
      </p:pic>
      <p:pic>
        <p:nvPicPr>
          <p:cNvPr id="76804" name="图片 4">
            <a:extLst>
              <a:ext uri="{FF2B5EF4-FFF2-40B4-BE49-F238E27FC236}">
                <a16:creationId xmlns:a16="http://schemas.microsoft.com/office/drawing/2014/main" id="{C8214B59-6A1C-44E8-99F0-6598C2EA32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864" y="5157192"/>
            <a:ext cx="816927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直接箭头连接符 2">
            <a:extLst>
              <a:ext uri="{FF2B5EF4-FFF2-40B4-BE49-F238E27FC236}">
                <a16:creationId xmlns:a16="http://schemas.microsoft.com/office/drawing/2014/main" id="{3180BE6A-B205-4341-B961-5F66AA0F10EF}"/>
              </a:ext>
            </a:extLst>
          </p:cNvPr>
          <p:cNvCxnSpPr>
            <a:cxnSpLocks/>
          </p:cNvCxnSpPr>
          <p:nvPr/>
        </p:nvCxnSpPr>
        <p:spPr bwMode="auto">
          <a:xfrm flipH="1" flipV="1">
            <a:off x="4427984" y="1772816"/>
            <a:ext cx="1224136" cy="2376264"/>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p:cxnSp>
        <p:nvCxnSpPr>
          <p:cNvPr id="7" name="直接箭头连接符 6">
            <a:extLst>
              <a:ext uri="{FF2B5EF4-FFF2-40B4-BE49-F238E27FC236}">
                <a16:creationId xmlns:a16="http://schemas.microsoft.com/office/drawing/2014/main" id="{AE7E6C9E-5B69-49D2-8E73-16A1B07E8740}"/>
              </a:ext>
            </a:extLst>
          </p:cNvPr>
          <p:cNvCxnSpPr>
            <a:cxnSpLocks/>
          </p:cNvCxnSpPr>
          <p:nvPr/>
        </p:nvCxnSpPr>
        <p:spPr bwMode="auto">
          <a:xfrm flipH="1" flipV="1">
            <a:off x="3635896" y="1700808"/>
            <a:ext cx="2592288" cy="2448272"/>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p:sp>
        <p:nvSpPr>
          <p:cNvPr id="5" name="文本框 4">
            <a:extLst>
              <a:ext uri="{FF2B5EF4-FFF2-40B4-BE49-F238E27FC236}">
                <a16:creationId xmlns:a16="http://schemas.microsoft.com/office/drawing/2014/main" id="{F0088FD9-A526-494E-B511-E9D45904AC7F}"/>
              </a:ext>
            </a:extLst>
          </p:cNvPr>
          <p:cNvSpPr txBox="1"/>
          <p:nvPr/>
        </p:nvSpPr>
        <p:spPr>
          <a:xfrm>
            <a:off x="611562" y="6021290"/>
            <a:ext cx="8169275" cy="461665"/>
          </a:xfrm>
          <a:prstGeom prst="rect">
            <a:avLst/>
          </a:prstGeom>
          <a:noFill/>
        </p:spPr>
        <p:txBody>
          <a:bodyPr wrap="square" rtlCol="0">
            <a:spAutoFit/>
          </a:bodyPr>
          <a:lstStyle/>
          <a:p>
            <a:r>
              <a:rPr lang="zh-CN" altLang="en-US" dirty="0"/>
              <a:t>其中：</a:t>
            </a:r>
            <a:r>
              <a:rPr lang="en-US" altLang="zh-CN" dirty="0" err="1"/>
              <a:t>tval</a:t>
            </a:r>
            <a:r>
              <a:rPr lang="zh-CN" altLang="en-US" dirty="0"/>
              <a:t>和</a:t>
            </a:r>
            <a:r>
              <a:rPr lang="en-US" altLang="zh-CN" dirty="0" err="1"/>
              <a:t>cval</a:t>
            </a:r>
            <a:r>
              <a:rPr lang="zh-CN" altLang="en-US" dirty="0"/>
              <a:t>为</a:t>
            </a:r>
            <a:r>
              <a:rPr lang="en-US" altLang="zh-CN" dirty="0"/>
              <a:t>type</a:t>
            </a:r>
            <a:r>
              <a:rPr lang="zh-CN" altLang="en-US" dirty="0"/>
              <a:t>和</a:t>
            </a:r>
            <a:r>
              <a:rPr lang="en-US" altLang="zh-CN" dirty="0"/>
              <a:t>class</a:t>
            </a:r>
            <a:r>
              <a:rPr lang="zh-CN" altLang="en-US" dirty="0"/>
              <a:t>所对应的</a:t>
            </a:r>
            <a:r>
              <a:rPr lang="en-US" altLang="zh-CN" dirty="0"/>
              <a:t>symbol value</a:t>
            </a:r>
            <a:r>
              <a:rPr lang="zh-CN" altLang="en-US" dirty="0"/>
              <a:t>的类型。</a:t>
            </a:r>
          </a:p>
        </p:txBody>
      </p:sp>
    </p:spTree>
    <p:extLst>
      <p:ext uri="{BB962C8B-B14F-4D97-AF65-F5344CB8AC3E}">
        <p14:creationId xmlns:p14="http://schemas.microsoft.com/office/powerpoint/2010/main" val="4198341220"/>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1">
            <a:extLst>
              <a:ext uri="{FF2B5EF4-FFF2-40B4-BE49-F238E27FC236}">
                <a16:creationId xmlns:a16="http://schemas.microsoft.com/office/drawing/2014/main" id="{AC511C6A-B6A5-4A6C-9A23-DF97D9581179}"/>
              </a:ext>
            </a:extLst>
          </p:cNvPr>
          <p:cNvSpPr>
            <a:spLocks noGrp="1" noChangeArrowheads="1"/>
          </p:cNvSpPr>
          <p:nvPr>
            <p:ph type="title"/>
          </p:nvPr>
        </p:nvSpPr>
        <p:spPr/>
        <p:txBody>
          <a:bodyPr/>
          <a:lstStyle/>
          <a:p>
            <a:r>
              <a:rPr lang="zh-CN" altLang="en-US" dirty="0"/>
              <a:t>符号的语义值的数据类型</a:t>
            </a:r>
          </a:p>
        </p:txBody>
      </p:sp>
      <p:sp>
        <p:nvSpPr>
          <p:cNvPr id="57347" name="内容占位符 2">
            <a:extLst>
              <a:ext uri="{FF2B5EF4-FFF2-40B4-BE49-F238E27FC236}">
                <a16:creationId xmlns:a16="http://schemas.microsoft.com/office/drawing/2014/main" id="{A72D9543-27A0-4DD7-BDBA-6EE299F1C38E}"/>
              </a:ext>
            </a:extLst>
          </p:cNvPr>
          <p:cNvSpPr>
            <a:spLocks noGrp="1" noChangeArrowheads="1"/>
          </p:cNvSpPr>
          <p:nvPr>
            <p:ph idx="1"/>
          </p:nvPr>
        </p:nvSpPr>
        <p:spPr/>
        <p:txBody>
          <a:bodyPr/>
          <a:lstStyle/>
          <a:p>
            <a:r>
              <a:rPr lang="en-US" altLang="zh-CN" dirty="0" err="1"/>
              <a:t>Yacc</a:t>
            </a:r>
            <a:r>
              <a:rPr lang="zh-CN" altLang="en-US" dirty="0"/>
              <a:t>中，词法单元和非终结符均有一个最基本的语义属性。</a:t>
            </a:r>
            <a:endParaRPr lang="en-US" altLang="zh-CN" dirty="0"/>
          </a:p>
          <a:p>
            <a:pPr lvl="1"/>
            <a:r>
              <a:rPr lang="zh-CN" altLang="en-US" dirty="0"/>
              <a:t>如果某词法单元是</a:t>
            </a:r>
            <a:r>
              <a:rPr lang="zh-CN" altLang="en-US" b="1" dirty="0"/>
              <a:t>数值常量</a:t>
            </a:r>
            <a:r>
              <a:rPr lang="zh-CN" altLang="en-US" dirty="0"/>
              <a:t>，基本的语义值就是它的表示的数值。</a:t>
            </a:r>
            <a:endParaRPr lang="en-US" altLang="zh-CN" dirty="0"/>
          </a:p>
          <a:p>
            <a:pPr lvl="1"/>
            <a:r>
              <a:rPr lang="zh-CN" altLang="en-US" dirty="0"/>
              <a:t>如果是</a:t>
            </a:r>
            <a:r>
              <a:rPr lang="zh-CN" altLang="en-US" b="1" dirty="0"/>
              <a:t>字符串常量</a:t>
            </a:r>
            <a:r>
              <a:rPr lang="zh-CN" altLang="en-US" dirty="0"/>
              <a:t>，基本的语义值可以是指向这个字符串的一个指针</a:t>
            </a:r>
            <a:endParaRPr lang="en-US" altLang="zh-CN" dirty="0"/>
          </a:p>
          <a:p>
            <a:pPr lvl="1"/>
            <a:r>
              <a:rPr lang="zh-CN" altLang="en-US" dirty="0"/>
              <a:t>如果是一个符号</a:t>
            </a:r>
            <a:r>
              <a:rPr lang="en-US" altLang="zh-CN" b="1" dirty="0"/>
              <a:t>SYMBOL(</a:t>
            </a:r>
            <a:r>
              <a:rPr lang="zh-CN" altLang="en-US" b="1" dirty="0"/>
              <a:t>此处泛指语法分析中的终结符与非终结符</a:t>
            </a:r>
            <a:r>
              <a:rPr lang="en-US" altLang="zh-CN" b="1" dirty="0"/>
              <a:t>)</a:t>
            </a:r>
            <a:r>
              <a:rPr lang="zh-CN" altLang="en-US" dirty="0"/>
              <a:t>，那就可能是一个指向符号表中相应入口的指针。</a:t>
            </a:r>
            <a:endParaRPr lang="en-US" altLang="zh-CN" dirty="0"/>
          </a:p>
        </p:txBody>
      </p:sp>
    </p:spTree>
    <p:extLst>
      <p:ext uri="{BB962C8B-B14F-4D97-AF65-F5344CB8AC3E}">
        <p14:creationId xmlns:p14="http://schemas.microsoft.com/office/powerpoint/2010/main" val="184807362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1">
            <a:extLst>
              <a:ext uri="{FF2B5EF4-FFF2-40B4-BE49-F238E27FC236}">
                <a16:creationId xmlns:a16="http://schemas.microsoft.com/office/drawing/2014/main" id="{2B102C2D-68CC-46AC-A366-EB23A6E9B170}"/>
              </a:ext>
            </a:extLst>
          </p:cNvPr>
          <p:cNvSpPr>
            <a:spLocks noGrp="1" noChangeArrowheads="1"/>
          </p:cNvSpPr>
          <p:nvPr>
            <p:ph type="title"/>
          </p:nvPr>
        </p:nvSpPr>
        <p:spPr/>
        <p:txBody>
          <a:bodyPr/>
          <a:lstStyle/>
          <a:p>
            <a:r>
              <a:rPr lang="zh-CN" altLang="en-US" dirty="0"/>
              <a:t>符号的语义值的数据类型</a:t>
            </a:r>
          </a:p>
        </p:txBody>
      </p:sp>
      <p:sp>
        <p:nvSpPr>
          <p:cNvPr id="58371" name="内容占位符 2">
            <a:extLst>
              <a:ext uri="{FF2B5EF4-FFF2-40B4-BE49-F238E27FC236}">
                <a16:creationId xmlns:a16="http://schemas.microsoft.com/office/drawing/2014/main" id="{B8545153-62B6-4B98-9BAE-870357608D53}"/>
              </a:ext>
            </a:extLst>
          </p:cNvPr>
          <p:cNvSpPr>
            <a:spLocks noGrp="1" noChangeArrowheads="1"/>
          </p:cNvSpPr>
          <p:nvPr>
            <p:ph idx="1"/>
          </p:nvPr>
        </p:nvSpPr>
        <p:spPr/>
        <p:txBody>
          <a:bodyPr/>
          <a:lstStyle/>
          <a:p>
            <a:pPr marL="342900" lvl="1" indent="-342900">
              <a:buFontTx/>
              <a:buChar char="•"/>
            </a:pPr>
            <a:r>
              <a:rPr lang="zh-CN" altLang="en-US" dirty="0"/>
              <a:t>语义属性有值，就必须有相应的数据类型。例如，</a:t>
            </a:r>
            <a:endParaRPr lang="en-US" altLang="zh-CN" dirty="0"/>
          </a:p>
          <a:p>
            <a:pPr lvl="1"/>
            <a:r>
              <a:rPr lang="zh-CN" altLang="en-US" dirty="0"/>
              <a:t>对数值常量可能是</a:t>
            </a:r>
            <a:r>
              <a:rPr lang="en-US" altLang="zh-CN" b="1" dirty="0" err="1"/>
              <a:t>int</a:t>
            </a:r>
            <a:r>
              <a:rPr lang="zh-CN" altLang="en-US" dirty="0"/>
              <a:t>或</a:t>
            </a:r>
            <a:r>
              <a:rPr lang="en-US" altLang="zh-CN" b="1" dirty="0"/>
              <a:t>double</a:t>
            </a:r>
            <a:r>
              <a:rPr lang="en-US" altLang="zh-CN" dirty="0"/>
              <a:t>, </a:t>
            </a:r>
          </a:p>
          <a:p>
            <a:pPr lvl="1"/>
            <a:r>
              <a:rPr lang="zh-CN" altLang="en-US" dirty="0"/>
              <a:t>对字符串常量可能是</a:t>
            </a:r>
            <a:r>
              <a:rPr lang="en-US" altLang="zh-CN" b="1" dirty="0"/>
              <a:t>char *</a:t>
            </a:r>
            <a:r>
              <a:rPr lang="zh-CN" altLang="en-US" dirty="0"/>
              <a:t>，</a:t>
            </a:r>
            <a:endParaRPr lang="en-US" altLang="zh-CN" dirty="0"/>
          </a:p>
          <a:p>
            <a:pPr lvl="1"/>
            <a:r>
              <a:rPr lang="zh-CN" altLang="en-US" dirty="0"/>
              <a:t>或者指向符号表中相应数据结构的一个指针。</a:t>
            </a:r>
            <a:endParaRPr lang="en-US" altLang="zh-CN" dirty="0"/>
          </a:p>
          <a:p>
            <a:r>
              <a:rPr lang="zh-CN" altLang="en-US" dirty="0"/>
              <a:t>这些语义值也需要声明自己的数据类型。</a:t>
            </a:r>
            <a:br>
              <a:rPr lang="en-US" altLang="zh-CN" dirty="0"/>
            </a:br>
            <a:endParaRPr lang="zh-CN" altLang="en-US" dirty="0"/>
          </a:p>
          <a:p>
            <a:endParaRPr lang="zh-CN" altLang="en-US" dirty="0"/>
          </a:p>
        </p:txBody>
      </p:sp>
    </p:spTree>
    <p:extLst>
      <p:ext uri="{BB962C8B-B14F-4D97-AF65-F5344CB8AC3E}">
        <p14:creationId xmlns:p14="http://schemas.microsoft.com/office/powerpoint/2010/main" val="381540638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1">
            <a:extLst>
              <a:ext uri="{FF2B5EF4-FFF2-40B4-BE49-F238E27FC236}">
                <a16:creationId xmlns:a16="http://schemas.microsoft.com/office/drawing/2014/main" id="{531E35B4-F8CE-4416-A7B2-A81089D2BE69}"/>
              </a:ext>
            </a:extLst>
          </p:cNvPr>
          <p:cNvSpPr>
            <a:spLocks noGrp="1" noChangeArrowheads="1"/>
          </p:cNvSpPr>
          <p:nvPr>
            <p:ph type="title"/>
          </p:nvPr>
        </p:nvSpPr>
        <p:spPr/>
        <p:txBody>
          <a:bodyPr/>
          <a:lstStyle/>
          <a:p>
            <a:r>
              <a:rPr lang="en-US" altLang="zh-CN" dirty="0"/>
              <a:t>Types of Symbol Value </a:t>
            </a:r>
            <a:endParaRPr lang="zh-CN" altLang="en-US" dirty="0"/>
          </a:p>
        </p:txBody>
      </p:sp>
      <p:sp>
        <p:nvSpPr>
          <p:cNvPr id="59395" name="内容占位符 2">
            <a:extLst>
              <a:ext uri="{FF2B5EF4-FFF2-40B4-BE49-F238E27FC236}">
                <a16:creationId xmlns:a16="http://schemas.microsoft.com/office/drawing/2014/main" id="{AA03B397-93E9-4911-AED6-4DA0DC21E0E6}"/>
              </a:ext>
            </a:extLst>
          </p:cNvPr>
          <p:cNvSpPr>
            <a:spLocks noGrp="1" noChangeArrowheads="1"/>
          </p:cNvSpPr>
          <p:nvPr>
            <p:ph idx="1"/>
          </p:nvPr>
        </p:nvSpPr>
        <p:spPr>
          <a:xfrm>
            <a:off x="685800" y="957910"/>
            <a:ext cx="7772400" cy="2308325"/>
          </a:xfrm>
        </p:spPr>
        <p:txBody>
          <a:bodyPr/>
          <a:lstStyle/>
          <a:p>
            <a:r>
              <a:rPr lang="en-US" altLang="zh-CN" dirty="0" err="1"/>
              <a:t>Yacc</a:t>
            </a:r>
            <a:r>
              <a:rPr lang="zh-CN" altLang="en-US" dirty="0"/>
              <a:t>把使用到的每种类型都作为一个</a:t>
            </a:r>
            <a:r>
              <a:rPr lang="en-US" altLang="zh-CN" dirty="0"/>
              <a:t>C union</a:t>
            </a:r>
            <a:r>
              <a:rPr lang="zh-CN" altLang="en-US" dirty="0"/>
              <a:t>的成分类型。</a:t>
            </a:r>
            <a:endParaRPr lang="en-US" altLang="zh-CN" dirty="0"/>
          </a:p>
          <a:p>
            <a:r>
              <a:rPr lang="zh-CN" altLang="en-US" dirty="0"/>
              <a:t>用</a:t>
            </a:r>
            <a:r>
              <a:rPr lang="en-US" altLang="zh-CN" dirty="0"/>
              <a:t>%</a:t>
            </a:r>
            <a:r>
              <a:rPr lang="en-US" altLang="zh-CN" b="1" dirty="0"/>
              <a:t>union</a:t>
            </a:r>
            <a:r>
              <a:rPr lang="zh-CN" altLang="en-US" dirty="0"/>
              <a:t>进行声明</a:t>
            </a:r>
            <a:r>
              <a:rPr lang="en-US" altLang="zh-CN" dirty="0"/>
              <a:t>, </a:t>
            </a:r>
            <a:r>
              <a:rPr lang="zh-CN" altLang="en-US" dirty="0"/>
              <a:t>该类型名为</a:t>
            </a:r>
            <a:r>
              <a:rPr lang="en-US" altLang="zh-CN" b="1" dirty="0"/>
              <a:t>YYSTYPE</a:t>
            </a:r>
            <a:r>
              <a:rPr lang="en-US" altLang="zh-CN" dirty="0"/>
              <a:t>. </a:t>
            </a:r>
          </a:p>
        </p:txBody>
      </p:sp>
      <p:sp>
        <p:nvSpPr>
          <p:cNvPr id="59396" name="文本框 3">
            <a:extLst>
              <a:ext uri="{FF2B5EF4-FFF2-40B4-BE49-F238E27FC236}">
                <a16:creationId xmlns:a16="http://schemas.microsoft.com/office/drawing/2014/main" id="{7A904081-75B6-483A-9A27-FD32CD00ED34}"/>
              </a:ext>
            </a:extLst>
          </p:cNvPr>
          <p:cNvSpPr txBox="1">
            <a:spLocks noChangeArrowheads="1"/>
          </p:cNvSpPr>
          <p:nvPr/>
        </p:nvSpPr>
        <p:spPr bwMode="auto">
          <a:xfrm>
            <a:off x="302025" y="3107062"/>
            <a:ext cx="2592387"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None/>
              <a:defRPr/>
            </a:pPr>
            <a:r>
              <a:rPr lang="en-US" altLang="zh-CN" sz="2400" dirty="0">
                <a:solidFill>
                  <a:srgbClr val="000000"/>
                </a:solidFill>
              </a:rPr>
              <a:t>%union {</a:t>
            </a:r>
            <a:br>
              <a:rPr lang="en-US" altLang="zh-CN" sz="2400" dirty="0">
                <a:solidFill>
                  <a:srgbClr val="000000"/>
                </a:solidFill>
              </a:rPr>
            </a:br>
            <a:r>
              <a:rPr lang="en-US" altLang="zh-CN" sz="2400" dirty="0">
                <a:solidFill>
                  <a:srgbClr val="000000"/>
                </a:solidFill>
              </a:rPr>
              <a:t>        double </a:t>
            </a:r>
            <a:r>
              <a:rPr lang="en-US" altLang="zh-CN" sz="2400" dirty="0" err="1">
                <a:solidFill>
                  <a:srgbClr val="000000"/>
                </a:solidFill>
              </a:rPr>
              <a:t>dval</a:t>
            </a:r>
            <a:r>
              <a:rPr lang="en-US" altLang="zh-CN" sz="2400" dirty="0">
                <a:solidFill>
                  <a:srgbClr val="000000"/>
                </a:solidFill>
              </a:rPr>
              <a:t>;</a:t>
            </a:r>
            <a:br>
              <a:rPr lang="en-US" altLang="zh-CN" sz="2400" dirty="0">
                <a:solidFill>
                  <a:srgbClr val="000000"/>
                </a:solidFill>
              </a:rPr>
            </a:br>
            <a:r>
              <a:rPr lang="en-US" altLang="zh-CN" sz="2400" dirty="0">
                <a:solidFill>
                  <a:srgbClr val="000000"/>
                </a:solidFill>
              </a:rPr>
              <a:t>        int </a:t>
            </a:r>
            <a:r>
              <a:rPr lang="en-US" altLang="zh-CN" sz="2400" dirty="0" err="1">
                <a:solidFill>
                  <a:srgbClr val="000000"/>
                </a:solidFill>
              </a:rPr>
              <a:t>vblno</a:t>
            </a:r>
            <a:r>
              <a:rPr lang="en-US" altLang="zh-CN" sz="2400" dirty="0">
                <a:solidFill>
                  <a:srgbClr val="000000"/>
                </a:solidFill>
              </a:rPr>
              <a:t>;</a:t>
            </a:r>
            <a:r>
              <a:rPr lang="zh-CN" altLang="en-US" sz="2400" dirty="0">
                <a:solidFill>
                  <a:srgbClr val="000000"/>
                </a:solidFill>
              </a:rPr>
              <a:t> </a:t>
            </a:r>
            <a:endParaRPr lang="en-US" altLang="zh-CN" sz="1600" dirty="0">
              <a:solidFill>
                <a:srgbClr val="000000"/>
              </a:solidFill>
            </a:endParaRPr>
          </a:p>
          <a:p>
            <a:pPr>
              <a:spcBef>
                <a:spcPct val="0"/>
              </a:spcBef>
              <a:buNone/>
              <a:defRPr/>
            </a:pPr>
            <a:r>
              <a:rPr lang="en-US" altLang="zh-CN" sz="2400" dirty="0">
                <a:solidFill>
                  <a:srgbClr val="000000"/>
                </a:solidFill>
              </a:rPr>
              <a:t>}</a:t>
            </a:r>
            <a:br>
              <a:rPr lang="en-US" altLang="zh-CN" sz="2400" dirty="0">
                <a:solidFill>
                  <a:srgbClr val="000000"/>
                </a:solidFill>
              </a:rPr>
            </a:br>
            <a:endParaRPr lang="zh-CN" altLang="en-US" sz="2400" dirty="0">
              <a:solidFill>
                <a:srgbClr val="000000"/>
              </a:solidFill>
            </a:endParaRPr>
          </a:p>
        </p:txBody>
      </p:sp>
      <p:sp>
        <p:nvSpPr>
          <p:cNvPr id="59397" name="文本框 4">
            <a:extLst>
              <a:ext uri="{FF2B5EF4-FFF2-40B4-BE49-F238E27FC236}">
                <a16:creationId xmlns:a16="http://schemas.microsoft.com/office/drawing/2014/main" id="{66255CE7-6D80-47AF-879A-4498878B63C8}"/>
              </a:ext>
            </a:extLst>
          </p:cNvPr>
          <p:cNvSpPr txBox="1">
            <a:spLocks noChangeArrowheads="1"/>
          </p:cNvSpPr>
          <p:nvPr/>
        </p:nvSpPr>
        <p:spPr bwMode="auto">
          <a:xfrm>
            <a:off x="3779912" y="3107062"/>
            <a:ext cx="4249738"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None/>
              <a:defRPr/>
            </a:pPr>
            <a:r>
              <a:rPr lang="en-US" altLang="zh-CN" sz="2400" dirty="0">
                <a:solidFill>
                  <a:srgbClr val="000000"/>
                </a:solidFill>
              </a:rPr>
              <a:t>typedef union {</a:t>
            </a:r>
            <a:br>
              <a:rPr lang="en-US" altLang="zh-CN" sz="2400" dirty="0">
                <a:solidFill>
                  <a:srgbClr val="000000"/>
                </a:solidFill>
              </a:rPr>
            </a:br>
            <a:r>
              <a:rPr lang="en-US" altLang="zh-CN" sz="2400" dirty="0">
                <a:solidFill>
                  <a:srgbClr val="000000"/>
                </a:solidFill>
              </a:rPr>
              <a:t>    double </a:t>
            </a:r>
            <a:r>
              <a:rPr lang="en-US" altLang="zh-CN" sz="2400" dirty="0" err="1">
                <a:solidFill>
                  <a:srgbClr val="000000"/>
                </a:solidFill>
              </a:rPr>
              <a:t>dval</a:t>
            </a:r>
            <a:r>
              <a:rPr lang="en-US" altLang="zh-CN" sz="2400" dirty="0">
                <a:solidFill>
                  <a:srgbClr val="000000"/>
                </a:solidFill>
              </a:rPr>
              <a:t>;</a:t>
            </a:r>
          </a:p>
          <a:p>
            <a:pPr>
              <a:spcBef>
                <a:spcPct val="0"/>
              </a:spcBef>
              <a:buNone/>
              <a:defRPr/>
            </a:pPr>
            <a:r>
              <a:rPr lang="en-US" altLang="zh-CN" sz="2400" dirty="0">
                <a:solidFill>
                  <a:srgbClr val="000000"/>
                </a:solidFill>
              </a:rPr>
              <a:t>    int </a:t>
            </a:r>
            <a:r>
              <a:rPr lang="en-US" altLang="zh-CN" sz="2400" dirty="0" err="1">
                <a:solidFill>
                  <a:srgbClr val="000000"/>
                </a:solidFill>
              </a:rPr>
              <a:t>vblno</a:t>
            </a:r>
            <a:r>
              <a:rPr lang="en-US" altLang="zh-CN" sz="2400" dirty="0">
                <a:solidFill>
                  <a:srgbClr val="000000"/>
                </a:solidFill>
              </a:rPr>
              <a:t>; </a:t>
            </a:r>
            <a:r>
              <a:rPr lang="en-US" altLang="zh-CN" sz="2000" dirty="0">
                <a:solidFill>
                  <a:srgbClr val="000000"/>
                </a:solidFill>
              </a:rPr>
              <a:t>//</a:t>
            </a:r>
            <a:r>
              <a:rPr lang="zh-CN" altLang="en-US" sz="2000" dirty="0">
                <a:solidFill>
                  <a:srgbClr val="000000"/>
                </a:solidFill>
              </a:rPr>
              <a:t>符号表入口的序号</a:t>
            </a:r>
            <a:br>
              <a:rPr lang="en-US" altLang="zh-CN" sz="2400" dirty="0">
                <a:solidFill>
                  <a:srgbClr val="000000"/>
                </a:solidFill>
              </a:rPr>
            </a:br>
            <a:r>
              <a:rPr lang="en-US" altLang="zh-CN" sz="2400" dirty="0">
                <a:solidFill>
                  <a:srgbClr val="000000"/>
                </a:solidFill>
              </a:rPr>
              <a:t>} YYSTYPE;</a:t>
            </a:r>
          </a:p>
          <a:p>
            <a:pPr>
              <a:spcBef>
                <a:spcPct val="0"/>
              </a:spcBef>
              <a:buNone/>
              <a:defRPr/>
            </a:pPr>
            <a:r>
              <a:rPr lang="en-US" altLang="zh-CN" sz="2400" dirty="0">
                <a:solidFill>
                  <a:srgbClr val="000000"/>
                </a:solidFill>
              </a:rPr>
              <a:t>extern YYSTYPE </a:t>
            </a:r>
            <a:r>
              <a:rPr lang="en-US" altLang="zh-CN" sz="2400" dirty="0" err="1">
                <a:solidFill>
                  <a:srgbClr val="000000"/>
                </a:solidFill>
              </a:rPr>
              <a:t>yylval</a:t>
            </a:r>
            <a:r>
              <a:rPr lang="en-US" altLang="zh-CN" sz="2400" dirty="0">
                <a:solidFill>
                  <a:srgbClr val="000000"/>
                </a:solidFill>
              </a:rPr>
              <a:t>;</a:t>
            </a:r>
          </a:p>
          <a:p>
            <a:pPr>
              <a:spcBef>
                <a:spcPct val="0"/>
              </a:spcBef>
              <a:buNone/>
              <a:defRPr/>
            </a:pPr>
            <a:r>
              <a:rPr lang="en-US" altLang="zh-CN" sz="2000" dirty="0">
                <a:solidFill>
                  <a:srgbClr val="000000"/>
                </a:solidFill>
              </a:rPr>
              <a:t>// extern</a:t>
            </a:r>
            <a:r>
              <a:rPr lang="zh-CN" altLang="en-US" sz="2000" dirty="0">
                <a:solidFill>
                  <a:srgbClr val="000000"/>
                </a:solidFill>
              </a:rPr>
              <a:t>表示所声明的变量具有全局作用域</a:t>
            </a:r>
          </a:p>
        </p:txBody>
      </p:sp>
      <p:sp>
        <p:nvSpPr>
          <p:cNvPr id="59398" name="箭头: 右 5">
            <a:extLst>
              <a:ext uri="{FF2B5EF4-FFF2-40B4-BE49-F238E27FC236}">
                <a16:creationId xmlns:a16="http://schemas.microsoft.com/office/drawing/2014/main" id="{71981D79-09FC-45FF-BD5F-14832EB42C31}"/>
              </a:ext>
            </a:extLst>
          </p:cNvPr>
          <p:cNvSpPr>
            <a:spLocks noChangeArrowheads="1"/>
          </p:cNvSpPr>
          <p:nvPr/>
        </p:nvSpPr>
        <p:spPr bwMode="auto">
          <a:xfrm>
            <a:off x="2843460" y="3716195"/>
            <a:ext cx="576263" cy="360363"/>
          </a:xfrm>
          <a:prstGeom prst="rightArrow">
            <a:avLst>
              <a:gd name="adj1" fmla="val 50000"/>
              <a:gd name="adj2" fmla="val 49972"/>
            </a:avLst>
          </a:prstGeom>
          <a:solidFill>
            <a:schemeClr val="accent1"/>
          </a:solidFill>
          <a:ln w="9525" algn="ctr">
            <a:solidFill>
              <a:schemeClr val="tx1"/>
            </a:solidFill>
            <a:round/>
            <a:headEnd/>
            <a:tailEnd/>
          </a:ln>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None/>
              <a:defRPr/>
            </a:pPr>
            <a:endParaRPr lang="zh-CN" altLang="en-US" sz="2400">
              <a:solidFill>
                <a:srgbClr val="000000"/>
              </a:solidFill>
            </a:endParaRPr>
          </a:p>
        </p:txBody>
      </p:sp>
      <p:sp>
        <p:nvSpPr>
          <p:cNvPr id="59399" name="文本框 6">
            <a:extLst>
              <a:ext uri="{FF2B5EF4-FFF2-40B4-BE49-F238E27FC236}">
                <a16:creationId xmlns:a16="http://schemas.microsoft.com/office/drawing/2014/main" id="{6984E408-1E23-4C67-9008-5E16348339FF}"/>
              </a:ext>
            </a:extLst>
          </p:cNvPr>
          <p:cNvSpPr txBox="1">
            <a:spLocks noChangeArrowheads="1"/>
          </p:cNvSpPr>
          <p:nvPr/>
        </p:nvSpPr>
        <p:spPr bwMode="auto">
          <a:xfrm>
            <a:off x="2699792" y="3149924"/>
            <a:ext cx="8636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None/>
              <a:defRPr/>
            </a:pPr>
            <a:r>
              <a:rPr lang="en-US" altLang="zh-CN" sz="2400" dirty="0">
                <a:solidFill>
                  <a:srgbClr val="000000"/>
                </a:solidFill>
              </a:rPr>
              <a:t>Yacc</a:t>
            </a:r>
            <a:endParaRPr lang="zh-CN" altLang="en-US" sz="2400" dirty="0">
              <a:solidFill>
                <a:srgbClr val="000000"/>
              </a:solidFill>
            </a:endParaRPr>
          </a:p>
        </p:txBody>
      </p:sp>
    </p:spTree>
    <p:extLst>
      <p:ext uri="{BB962C8B-B14F-4D97-AF65-F5344CB8AC3E}">
        <p14:creationId xmlns:p14="http://schemas.microsoft.com/office/powerpoint/2010/main" val="4239502969"/>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275A4F-6F59-4486-9192-0C7F87EC25A7}"/>
              </a:ext>
            </a:extLst>
          </p:cNvPr>
          <p:cNvSpPr>
            <a:spLocks noGrp="1"/>
          </p:cNvSpPr>
          <p:nvPr>
            <p:ph type="title"/>
          </p:nvPr>
        </p:nvSpPr>
        <p:spPr/>
        <p:txBody>
          <a:bodyPr/>
          <a:lstStyle/>
          <a:p>
            <a:r>
              <a:rPr lang="zh-CN" altLang="en-US" dirty="0"/>
              <a:t>联合类型（</a:t>
            </a:r>
            <a:r>
              <a:rPr lang="en-US" altLang="zh-CN" dirty="0"/>
              <a:t>Union</a:t>
            </a:r>
            <a:r>
              <a:rPr lang="zh-CN" altLang="en-US" dirty="0"/>
              <a:t>）</a:t>
            </a:r>
          </a:p>
        </p:txBody>
      </p:sp>
      <p:sp>
        <p:nvSpPr>
          <p:cNvPr id="3" name="内容占位符 2">
            <a:extLst>
              <a:ext uri="{FF2B5EF4-FFF2-40B4-BE49-F238E27FC236}">
                <a16:creationId xmlns:a16="http://schemas.microsoft.com/office/drawing/2014/main" id="{E2BD9FD9-ACBE-4A38-A3E3-1BE815AFC937}"/>
              </a:ext>
            </a:extLst>
          </p:cNvPr>
          <p:cNvSpPr>
            <a:spLocks noGrp="1"/>
          </p:cNvSpPr>
          <p:nvPr>
            <p:ph idx="1"/>
          </p:nvPr>
        </p:nvSpPr>
        <p:spPr/>
        <p:txBody>
          <a:bodyPr/>
          <a:lstStyle/>
          <a:p>
            <a:r>
              <a:rPr lang="en-US" altLang="zh-CN" dirty="0"/>
              <a:t>typedef union {</a:t>
            </a:r>
          </a:p>
          <a:p>
            <a:pPr marL="0" indent="0">
              <a:buNone/>
            </a:pPr>
            <a:r>
              <a:rPr lang="en-US" altLang="zh-CN" dirty="0"/>
              <a:t>        int </a:t>
            </a:r>
            <a:r>
              <a:rPr lang="en-US" altLang="zh-CN" dirty="0" err="1"/>
              <a:t>tel_num</a:t>
            </a:r>
            <a:endParaRPr lang="en-US" altLang="zh-CN" dirty="0"/>
          </a:p>
          <a:p>
            <a:pPr marL="0" indent="0">
              <a:buNone/>
            </a:pPr>
            <a:r>
              <a:rPr lang="en-US" altLang="zh-CN" dirty="0"/>
              <a:t>        string  </a:t>
            </a:r>
            <a:r>
              <a:rPr lang="en-US" altLang="zh-CN" dirty="0" err="1"/>
              <a:t>mail_box</a:t>
            </a:r>
            <a:endParaRPr lang="en-US" altLang="zh-CN" dirty="0"/>
          </a:p>
          <a:p>
            <a:pPr marL="0" indent="0">
              <a:buNone/>
            </a:pPr>
            <a:r>
              <a:rPr lang="en-US" altLang="zh-CN" dirty="0"/>
              <a:t>        string  address</a:t>
            </a:r>
          </a:p>
          <a:p>
            <a:pPr marL="0" indent="0">
              <a:buNone/>
            </a:pPr>
            <a:r>
              <a:rPr lang="en-US" altLang="zh-CN" dirty="0"/>
              <a:t>    }  contact</a:t>
            </a:r>
          </a:p>
          <a:p>
            <a:pPr marL="0" indent="0">
              <a:buNone/>
            </a:pPr>
            <a:endParaRPr lang="en-US" altLang="zh-CN" dirty="0"/>
          </a:p>
          <a:p>
            <a:pPr marL="0" indent="0">
              <a:buNone/>
            </a:pPr>
            <a:r>
              <a:rPr lang="en-US" altLang="zh-CN" dirty="0"/>
              <a:t>    contact a, b, c;</a:t>
            </a:r>
          </a:p>
          <a:p>
            <a:pPr marL="0" indent="0">
              <a:buNone/>
            </a:pPr>
            <a:r>
              <a:rPr lang="en-US" altLang="zh-CN" dirty="0"/>
              <a:t>    </a:t>
            </a:r>
            <a:r>
              <a:rPr lang="en-US" altLang="zh-CN" dirty="0" err="1"/>
              <a:t>printf</a:t>
            </a:r>
            <a:r>
              <a:rPr lang="en-US" altLang="zh-CN" dirty="0"/>
              <a:t>(“</a:t>
            </a:r>
            <a:r>
              <a:rPr lang="en-US" altLang="zh-CN" dirty="0" err="1"/>
              <a:t>a.tel_num</a:t>
            </a:r>
            <a:r>
              <a:rPr lang="en-US" altLang="zh-CN" dirty="0"/>
              <a:t>=%d\n”, </a:t>
            </a:r>
            <a:r>
              <a:rPr lang="en-US" altLang="zh-CN" dirty="0" err="1"/>
              <a:t>a.tel_num</a:t>
            </a:r>
            <a:r>
              <a:rPr lang="en-US" altLang="zh-CN" dirty="0"/>
              <a:t>) ;</a:t>
            </a:r>
          </a:p>
          <a:p>
            <a:pPr marL="0" indent="0">
              <a:buNone/>
            </a:pPr>
            <a:r>
              <a:rPr lang="en-US" altLang="zh-CN" dirty="0"/>
              <a:t>    </a:t>
            </a:r>
            <a:r>
              <a:rPr lang="en-US" altLang="zh-CN" dirty="0" err="1"/>
              <a:t>printf</a:t>
            </a:r>
            <a:r>
              <a:rPr lang="en-US" altLang="zh-CN" dirty="0"/>
              <a:t>(“</a:t>
            </a:r>
            <a:r>
              <a:rPr lang="en-US" altLang="zh-CN" dirty="0" err="1"/>
              <a:t>b.tel_num</a:t>
            </a:r>
            <a:r>
              <a:rPr lang="en-US" altLang="zh-CN" dirty="0"/>
              <a:t>=%s\n”, </a:t>
            </a:r>
            <a:r>
              <a:rPr lang="en-US" altLang="zh-CN" dirty="0" err="1"/>
              <a:t>b.mail_box</a:t>
            </a:r>
            <a:r>
              <a:rPr lang="en-US" altLang="zh-CN" dirty="0"/>
              <a:t>) ;</a:t>
            </a:r>
          </a:p>
          <a:p>
            <a:pPr marL="0" indent="0">
              <a:buNone/>
            </a:pPr>
            <a:r>
              <a:rPr lang="en-US" altLang="zh-CN" dirty="0"/>
              <a:t>    </a:t>
            </a:r>
            <a:r>
              <a:rPr lang="en-US" altLang="zh-CN" dirty="0" err="1"/>
              <a:t>printf</a:t>
            </a:r>
            <a:r>
              <a:rPr lang="en-US" altLang="zh-CN" dirty="0"/>
              <a:t>(“</a:t>
            </a:r>
            <a:r>
              <a:rPr lang="en-US" altLang="zh-CN" dirty="0" err="1"/>
              <a:t>c.tel_num</a:t>
            </a:r>
            <a:r>
              <a:rPr lang="en-US" altLang="zh-CN" dirty="0"/>
              <a:t>=%s\n”, </a:t>
            </a:r>
            <a:r>
              <a:rPr lang="en-US" altLang="zh-CN" dirty="0" err="1"/>
              <a:t>c.address</a:t>
            </a:r>
            <a:r>
              <a:rPr lang="en-US" altLang="zh-CN" dirty="0"/>
              <a:t>) ;</a:t>
            </a:r>
            <a:endParaRPr lang="zh-CN" altLang="en-US" dirty="0"/>
          </a:p>
        </p:txBody>
      </p:sp>
    </p:spTree>
    <p:extLst>
      <p:ext uri="{BB962C8B-B14F-4D97-AF65-F5344CB8AC3E}">
        <p14:creationId xmlns:p14="http://schemas.microsoft.com/office/powerpoint/2010/main" val="3256581234"/>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Symbol Value</a:t>
            </a:r>
            <a:r>
              <a:rPr lang="zh-CN" altLang="en-US" dirty="0"/>
              <a:t>的数据类型的声明</a:t>
            </a:r>
          </a:p>
        </p:txBody>
      </p:sp>
      <p:sp>
        <p:nvSpPr>
          <p:cNvPr id="3" name="内容占位符 2"/>
          <p:cNvSpPr>
            <a:spLocks noGrp="1"/>
          </p:cNvSpPr>
          <p:nvPr>
            <p:ph idx="1"/>
          </p:nvPr>
        </p:nvSpPr>
        <p:spPr/>
        <p:txBody>
          <a:bodyPr/>
          <a:lstStyle/>
          <a:p>
            <a:r>
              <a:rPr lang="zh-CN" altLang="en-US" dirty="0">
                <a:solidFill>
                  <a:srgbClr val="000000"/>
                </a:solidFill>
              </a:rPr>
              <a:t>对非终结符使用</a:t>
            </a:r>
            <a:r>
              <a:rPr lang="en-US" altLang="zh-CN" dirty="0">
                <a:solidFill>
                  <a:srgbClr val="000000"/>
                </a:solidFill>
              </a:rPr>
              <a:t>%</a:t>
            </a:r>
            <a:r>
              <a:rPr lang="en-US" altLang="zh-CN" b="1" dirty="0">
                <a:solidFill>
                  <a:srgbClr val="000000"/>
                </a:solidFill>
              </a:rPr>
              <a:t>type</a:t>
            </a:r>
            <a:r>
              <a:rPr lang="zh-CN" altLang="en-US" dirty="0">
                <a:solidFill>
                  <a:srgbClr val="000000"/>
                </a:solidFill>
              </a:rPr>
              <a:t>进行声明。</a:t>
            </a:r>
            <a:endParaRPr lang="en-US" altLang="zh-CN" dirty="0">
              <a:solidFill>
                <a:srgbClr val="000000"/>
              </a:solidFill>
            </a:endParaRPr>
          </a:p>
          <a:p>
            <a:r>
              <a:rPr lang="zh-CN" altLang="en-US" dirty="0">
                <a:solidFill>
                  <a:srgbClr val="000000"/>
                </a:solidFill>
              </a:rPr>
              <a:t>对词法单元使用</a:t>
            </a:r>
            <a:r>
              <a:rPr lang="en-US" altLang="zh-CN" dirty="0">
                <a:solidFill>
                  <a:srgbClr val="000000"/>
                </a:solidFill>
              </a:rPr>
              <a:t>%</a:t>
            </a:r>
            <a:r>
              <a:rPr lang="en-US" altLang="zh-CN" b="1" dirty="0">
                <a:solidFill>
                  <a:srgbClr val="000000"/>
                </a:solidFill>
              </a:rPr>
              <a:t>token</a:t>
            </a:r>
            <a:r>
              <a:rPr lang="zh-CN" altLang="en-US" dirty="0">
                <a:solidFill>
                  <a:srgbClr val="000000"/>
                </a:solidFill>
              </a:rPr>
              <a:t>声明相应的</a:t>
            </a:r>
            <a:r>
              <a:rPr lang="en-US" altLang="zh-CN" dirty="0">
                <a:solidFill>
                  <a:srgbClr val="000000"/>
                </a:solidFill>
              </a:rPr>
              <a:t>union field</a:t>
            </a:r>
            <a:r>
              <a:rPr lang="zh-CN" altLang="en-US" dirty="0">
                <a:solidFill>
                  <a:srgbClr val="000000"/>
                </a:solidFill>
              </a:rPr>
              <a:t>的类型。</a:t>
            </a:r>
            <a:endParaRPr lang="zh-CN" altLang="en-US" dirty="0"/>
          </a:p>
        </p:txBody>
      </p:sp>
    </p:spTree>
    <p:extLst>
      <p:ext uri="{BB962C8B-B14F-4D97-AF65-F5344CB8AC3E}">
        <p14:creationId xmlns:p14="http://schemas.microsoft.com/office/powerpoint/2010/main" val="351910839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a:extLst>
              <a:ext uri="{FF2B5EF4-FFF2-40B4-BE49-F238E27FC236}">
                <a16:creationId xmlns:a16="http://schemas.microsoft.com/office/drawing/2014/main" id="{90B7BC4A-7040-440C-91F5-2C66AF5EE00D}"/>
              </a:ext>
            </a:extLst>
          </p:cNvPr>
          <p:cNvSpPr>
            <a:spLocks noGrp="1" noChangeArrowheads="1"/>
          </p:cNvSpPr>
          <p:nvPr>
            <p:ph type="title"/>
          </p:nvPr>
        </p:nvSpPr>
        <p:spPr>
          <a:xfrm>
            <a:off x="685800" y="188640"/>
            <a:ext cx="7772400" cy="720080"/>
          </a:xfrm>
        </p:spPr>
        <p:txBody>
          <a:bodyPr/>
          <a:lstStyle/>
          <a:p>
            <a:r>
              <a:rPr lang="zh-CN" altLang="en-US" dirty="0"/>
              <a:t>一个计算器的例子</a:t>
            </a:r>
          </a:p>
        </p:txBody>
      </p:sp>
      <p:sp>
        <p:nvSpPr>
          <p:cNvPr id="61443" name="内容占位符 2">
            <a:extLst>
              <a:ext uri="{FF2B5EF4-FFF2-40B4-BE49-F238E27FC236}">
                <a16:creationId xmlns:a16="http://schemas.microsoft.com/office/drawing/2014/main" id="{807D71A7-5AE3-4C16-B3E6-535547741C63}"/>
              </a:ext>
            </a:extLst>
          </p:cNvPr>
          <p:cNvSpPr>
            <a:spLocks noGrp="1" noChangeArrowheads="1"/>
          </p:cNvSpPr>
          <p:nvPr>
            <p:ph idx="1"/>
          </p:nvPr>
        </p:nvSpPr>
        <p:spPr>
          <a:xfrm>
            <a:off x="685800" y="908720"/>
            <a:ext cx="7989888" cy="4896544"/>
          </a:xfrm>
        </p:spPr>
        <p:txBody>
          <a:bodyPr/>
          <a:lstStyle/>
          <a:p>
            <a:pPr marL="0" indent="0">
              <a:buNone/>
            </a:pPr>
            <a:r>
              <a:rPr lang="en-US" altLang="zh-CN" sz="2000" dirty="0"/>
              <a:t>%union {</a:t>
            </a:r>
            <a:br>
              <a:rPr lang="en-US" altLang="zh-CN" sz="2000" dirty="0"/>
            </a:br>
            <a:r>
              <a:rPr lang="en-US" altLang="zh-CN" sz="2000" dirty="0"/>
              <a:t>double </a:t>
            </a:r>
            <a:r>
              <a:rPr lang="en-US" altLang="zh-CN" sz="2000" dirty="0" err="1"/>
              <a:t>dval</a:t>
            </a:r>
            <a:r>
              <a:rPr lang="en-US" altLang="zh-CN" sz="2000" dirty="0"/>
              <a:t>;</a:t>
            </a:r>
            <a:br>
              <a:rPr lang="en-US" altLang="zh-CN" sz="2000" dirty="0"/>
            </a:br>
            <a:r>
              <a:rPr lang="en-US" altLang="zh-CN" sz="2000" dirty="0"/>
              <a:t>char * </a:t>
            </a:r>
            <a:r>
              <a:rPr lang="en-US" altLang="zh-CN" sz="2000" dirty="0" err="1"/>
              <a:t>sval</a:t>
            </a:r>
            <a:r>
              <a:rPr lang="en-US" altLang="zh-CN" sz="2000" dirty="0"/>
              <a:t>;</a:t>
            </a:r>
            <a:br>
              <a:rPr lang="en-US" altLang="zh-CN" sz="2000" dirty="0"/>
            </a:br>
            <a:r>
              <a:rPr lang="en-US" altLang="zh-CN" sz="2000" dirty="0"/>
              <a:t>}.  //</a:t>
            </a:r>
            <a:r>
              <a:rPr lang="zh-CN" altLang="en-US" sz="2000" dirty="0"/>
              <a:t>定义了</a:t>
            </a:r>
            <a:r>
              <a:rPr lang="en-US" altLang="zh-CN" sz="2000" dirty="0"/>
              <a:t>YYSTYPE</a:t>
            </a:r>
            <a:r>
              <a:rPr lang="zh-CN" altLang="en-US" sz="2000" dirty="0"/>
              <a:t>的类型。所有</a:t>
            </a:r>
            <a:r>
              <a:rPr lang="en-US" altLang="zh-CN" sz="2000" dirty="0"/>
              <a:t>symbol</a:t>
            </a:r>
            <a:r>
              <a:rPr lang="zh-CN" altLang="en-US" sz="2000" dirty="0"/>
              <a:t>的</a:t>
            </a:r>
            <a:r>
              <a:rPr lang="en-US" altLang="zh-CN" sz="2000" dirty="0"/>
              <a:t>symbol value</a:t>
            </a:r>
            <a:r>
              <a:rPr lang="zh-CN" altLang="en-US" sz="2000" dirty="0"/>
              <a:t>均具有此类型</a:t>
            </a:r>
            <a:br>
              <a:rPr lang="en-US" altLang="zh-CN" sz="2000" dirty="0"/>
            </a:br>
            <a:r>
              <a:rPr lang="en-US" altLang="zh-CN" sz="2000" dirty="0"/>
              <a:t>. .</a:t>
            </a:r>
            <a:br>
              <a:rPr lang="en-US" altLang="zh-CN" sz="2000" dirty="0"/>
            </a:br>
            <a:r>
              <a:rPr lang="en-US" altLang="zh-CN" sz="2000" dirty="0"/>
              <a:t>//token REAL</a:t>
            </a:r>
            <a:r>
              <a:rPr lang="zh-CN" altLang="en-US" sz="2000" dirty="0"/>
              <a:t>的</a:t>
            </a:r>
            <a:r>
              <a:rPr lang="en-US" altLang="zh-CN" sz="2000" dirty="0"/>
              <a:t>symbol value</a:t>
            </a:r>
            <a:r>
              <a:rPr lang="zh-CN" altLang="en-US" sz="2000" dirty="0"/>
              <a:t>具有</a:t>
            </a:r>
            <a:r>
              <a:rPr lang="en-US" altLang="zh-CN" sz="2000" dirty="0" err="1"/>
              <a:t>dval</a:t>
            </a:r>
            <a:r>
              <a:rPr lang="zh-CN" altLang="en-US" sz="2000" dirty="0"/>
              <a:t>分量的类型</a:t>
            </a:r>
            <a:endParaRPr lang="en-US" altLang="zh-CN" sz="2000" dirty="0"/>
          </a:p>
          <a:p>
            <a:pPr marL="0" indent="0">
              <a:buNone/>
            </a:pPr>
            <a:r>
              <a:rPr lang="en-US" altLang="zh-CN" sz="2000" dirty="0"/>
              <a:t>%token &lt;</a:t>
            </a:r>
            <a:r>
              <a:rPr lang="en-US" altLang="zh-CN" sz="2000" dirty="0" err="1"/>
              <a:t>dval</a:t>
            </a:r>
            <a:r>
              <a:rPr lang="en-US" altLang="zh-CN" sz="2000" dirty="0"/>
              <a:t>&gt; REAL</a:t>
            </a:r>
            <a:br>
              <a:rPr lang="en-US" altLang="zh-CN" sz="2000" dirty="0"/>
            </a:br>
            <a:r>
              <a:rPr lang="en-US" altLang="zh-CN" sz="2000" dirty="0"/>
              <a:t>%token &lt;</a:t>
            </a:r>
            <a:r>
              <a:rPr lang="en-US" altLang="zh-CN" sz="2000" dirty="0" err="1"/>
              <a:t>sval</a:t>
            </a:r>
            <a:r>
              <a:rPr lang="en-US" altLang="zh-CN" sz="2000" dirty="0"/>
              <a:t>&gt; STRING</a:t>
            </a:r>
            <a:br>
              <a:rPr lang="en-US" altLang="zh-CN" sz="2000" dirty="0"/>
            </a:br>
            <a:r>
              <a:rPr lang="en-US" altLang="zh-CN" sz="2000" dirty="0"/>
              <a:t>%type &lt;</a:t>
            </a:r>
            <a:r>
              <a:rPr lang="en-US" altLang="zh-CN" sz="2000" dirty="0" err="1"/>
              <a:t>dval</a:t>
            </a:r>
            <a:r>
              <a:rPr lang="en-US" altLang="zh-CN" sz="2000" dirty="0"/>
              <a:t>&gt; expr    //exp</a:t>
            </a:r>
            <a:r>
              <a:rPr lang="zh-CN" altLang="en-US" sz="2000" dirty="0"/>
              <a:t>的语义属性的类型</a:t>
            </a:r>
            <a:br>
              <a:rPr lang="en-US" altLang="zh-CN" sz="2000" dirty="0"/>
            </a:br>
            <a:r>
              <a:rPr lang="en-US" altLang="zh-CN" sz="2000" dirty="0"/>
              <a:t>%%</a:t>
            </a:r>
            <a:br>
              <a:rPr lang="en-US" altLang="zh-CN" sz="2000" dirty="0"/>
            </a:br>
            <a:r>
              <a:rPr lang="en-US" altLang="zh-CN" sz="2000" dirty="0"/>
              <a:t>calc: expr { </a:t>
            </a:r>
            <a:r>
              <a:rPr lang="en-US" altLang="zh-CN" sz="2000" dirty="0" err="1"/>
              <a:t>printf</a:t>
            </a:r>
            <a:r>
              <a:rPr lang="en-US" altLang="zh-CN" sz="2000" dirty="0"/>
              <a:t>(“%g\n”, $1); } //%g</a:t>
            </a:r>
            <a:r>
              <a:rPr lang="zh-CN" altLang="en-US" sz="2000" dirty="0"/>
              <a:t>用于打印浮点型数据时，会去掉多                </a:t>
            </a:r>
            <a:endParaRPr lang="en-US" altLang="zh-CN" sz="2000" dirty="0"/>
          </a:p>
          <a:p>
            <a:pPr marL="0" indent="0">
              <a:buNone/>
            </a:pPr>
            <a:r>
              <a:rPr lang="en-US" altLang="zh-CN" sz="2000" dirty="0"/>
              <a:t>                                                      //</a:t>
            </a:r>
            <a:r>
              <a:rPr lang="zh-CN" altLang="en-US" sz="2000" dirty="0"/>
              <a:t>余的零，至多保留六位有效数字。</a:t>
            </a:r>
            <a:br>
              <a:rPr lang="en-US" altLang="zh-CN" sz="2000" dirty="0"/>
            </a:br>
            <a:r>
              <a:rPr lang="en-US" altLang="zh-CN" sz="2000" dirty="0"/>
              <a:t>expr: expr ‘+’ expr { $$ = $1 + $3; }</a:t>
            </a:r>
            <a:br>
              <a:rPr lang="en-US" altLang="zh-CN" sz="2000" dirty="0"/>
            </a:br>
            <a:r>
              <a:rPr lang="en-US" altLang="zh-CN" sz="2000" dirty="0"/>
              <a:t>         | REAL { $$ = $1; }   //</a:t>
            </a:r>
            <a:r>
              <a:rPr lang="zh-CN" altLang="en-US" sz="2000" dirty="0"/>
              <a:t>一个实数常量规约为一个表达式。</a:t>
            </a:r>
            <a:br>
              <a:rPr lang="en-US" altLang="zh-CN" sz="2000" dirty="0"/>
            </a:br>
            <a:r>
              <a:rPr lang="en-US" altLang="zh-CN" sz="2000" dirty="0"/>
              <a:t>         | STRING ‘=’ STRING { $$ = </a:t>
            </a:r>
            <a:r>
              <a:rPr lang="en-US" altLang="zh-CN" sz="2000" dirty="0" err="1"/>
              <a:t>strcmp</a:t>
            </a:r>
            <a:r>
              <a:rPr lang="en-US" altLang="zh-CN" sz="2000" dirty="0"/>
              <a:t>($1, $3) ? 0.0: 1.0; }   //</a:t>
            </a:r>
            <a:r>
              <a:rPr lang="zh-CN" altLang="en-US" sz="2000" dirty="0"/>
              <a:t>判等。</a:t>
            </a:r>
            <a:endParaRPr lang="en-US" altLang="zh-CN" sz="2000" dirty="0"/>
          </a:p>
          <a:p>
            <a:pPr marL="0" indent="0">
              <a:buNone/>
            </a:pPr>
            <a:r>
              <a:rPr lang="zh-CN" altLang="en-US" sz="2000" dirty="0"/>
              <a:t>其中，</a:t>
            </a:r>
            <a:r>
              <a:rPr lang="en-US" altLang="zh-CN" sz="2000" dirty="0" err="1"/>
              <a:t>strcmp</a:t>
            </a:r>
            <a:r>
              <a:rPr lang="en-US" altLang="zh-CN" sz="2000" dirty="0"/>
              <a:t> ($1, $3)</a:t>
            </a:r>
          </a:p>
          <a:p>
            <a:pPr lvl="1"/>
            <a:r>
              <a:rPr lang="zh-CN" altLang="en-US" sz="1600" dirty="0"/>
              <a:t>如果返回值小于 </a:t>
            </a:r>
            <a:r>
              <a:rPr lang="en-US" altLang="zh-CN" sz="1600" dirty="0"/>
              <a:t>0</a:t>
            </a:r>
            <a:r>
              <a:rPr lang="zh-CN" altLang="en-US" sz="1600" dirty="0"/>
              <a:t>，则表示 </a:t>
            </a:r>
            <a:r>
              <a:rPr lang="en-US" altLang="zh-CN" sz="1600" dirty="0"/>
              <a:t>$1 </a:t>
            </a:r>
            <a:r>
              <a:rPr lang="zh-CN" altLang="en-US" sz="1600" dirty="0"/>
              <a:t>小于 </a:t>
            </a:r>
            <a:r>
              <a:rPr lang="en-US" altLang="zh-CN" sz="1600" dirty="0"/>
              <a:t>$3</a:t>
            </a:r>
            <a:r>
              <a:rPr lang="zh-CN" altLang="en-US" sz="1600" dirty="0"/>
              <a:t>。</a:t>
            </a:r>
          </a:p>
          <a:p>
            <a:pPr lvl="1"/>
            <a:r>
              <a:rPr lang="zh-CN" altLang="en-US" sz="1600" dirty="0"/>
              <a:t>如果返回值大于 </a:t>
            </a:r>
            <a:r>
              <a:rPr lang="en-US" altLang="zh-CN" sz="1600" dirty="0"/>
              <a:t>0</a:t>
            </a:r>
            <a:r>
              <a:rPr lang="zh-CN" altLang="en-US" sz="1600" dirty="0"/>
              <a:t>，则表示 </a:t>
            </a:r>
            <a:r>
              <a:rPr lang="en-US" altLang="zh-CN" sz="1600" dirty="0"/>
              <a:t>$1 </a:t>
            </a:r>
            <a:r>
              <a:rPr lang="zh-CN" altLang="en-US" sz="1600" dirty="0"/>
              <a:t>大于 </a:t>
            </a:r>
            <a:r>
              <a:rPr lang="en-US" altLang="zh-CN" sz="1600" dirty="0"/>
              <a:t>$3</a:t>
            </a:r>
            <a:r>
              <a:rPr lang="zh-CN" altLang="en-US" sz="1600" dirty="0"/>
              <a:t>。</a:t>
            </a:r>
          </a:p>
          <a:p>
            <a:pPr lvl="1"/>
            <a:r>
              <a:rPr lang="zh-CN" altLang="en-US" sz="1600" dirty="0"/>
              <a:t>如果返回值等于 </a:t>
            </a:r>
            <a:r>
              <a:rPr lang="en-US" altLang="zh-CN" sz="1600" dirty="0"/>
              <a:t>0</a:t>
            </a:r>
            <a:r>
              <a:rPr lang="zh-CN" altLang="en-US" sz="1600" dirty="0"/>
              <a:t>，则表示 </a:t>
            </a:r>
            <a:r>
              <a:rPr lang="en-US" altLang="zh-CN" sz="1600" dirty="0"/>
              <a:t>$1 </a:t>
            </a:r>
            <a:r>
              <a:rPr lang="zh-CN" altLang="en-US" sz="1600" dirty="0"/>
              <a:t>等于</a:t>
            </a:r>
            <a:r>
              <a:rPr lang="en-US" altLang="zh-CN" sz="1600" dirty="0"/>
              <a:t>$3</a:t>
            </a:r>
            <a:r>
              <a:rPr lang="zh-CN" altLang="en-US" sz="1600" dirty="0"/>
              <a:t>。</a:t>
            </a:r>
          </a:p>
        </p:txBody>
      </p:sp>
    </p:spTree>
    <p:extLst>
      <p:ext uri="{BB962C8B-B14F-4D97-AF65-F5344CB8AC3E}">
        <p14:creationId xmlns:p14="http://schemas.microsoft.com/office/powerpoint/2010/main" val="1602514093"/>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a:t>
            </a:r>
            <a:r>
              <a:rPr lang="zh-CN" altLang="en-US" dirty="0"/>
              <a:t>程序三种基本组成成分</a:t>
            </a:r>
          </a:p>
        </p:txBody>
      </p:sp>
      <p:sp>
        <p:nvSpPr>
          <p:cNvPr id="3" name="内容占位符 2"/>
          <p:cNvSpPr>
            <a:spLocks noGrp="1"/>
          </p:cNvSpPr>
          <p:nvPr>
            <p:ph idx="1"/>
          </p:nvPr>
        </p:nvSpPr>
        <p:spPr/>
        <p:txBody>
          <a:bodyPr/>
          <a:lstStyle/>
          <a:p>
            <a:r>
              <a:rPr lang="zh-CN" altLang="en-US" dirty="0"/>
              <a:t>声明（</a:t>
            </a:r>
            <a:r>
              <a:rPr lang="en-US" altLang="zh-CN" dirty="0"/>
              <a:t>declaration</a:t>
            </a:r>
            <a:r>
              <a:rPr lang="zh-CN" altLang="en-US" dirty="0"/>
              <a:t>）</a:t>
            </a:r>
            <a:endParaRPr lang="en-US" altLang="zh-CN" dirty="0"/>
          </a:p>
          <a:p>
            <a:pPr lvl="1"/>
            <a:r>
              <a:rPr lang="zh-CN" altLang="en-US" dirty="0"/>
              <a:t>告知编译器某个符号（变量、函数、类型）的存在。运行时无需为声明分配内存。</a:t>
            </a:r>
            <a:endParaRPr lang="en-US" altLang="zh-CN" dirty="0"/>
          </a:p>
          <a:p>
            <a:r>
              <a:rPr lang="zh-CN" altLang="en-US" dirty="0"/>
              <a:t>定义（</a:t>
            </a:r>
            <a:r>
              <a:rPr lang="en-US" altLang="zh-CN" dirty="0"/>
              <a:t>definition</a:t>
            </a:r>
            <a:r>
              <a:rPr lang="zh-CN" altLang="en-US" dirty="0"/>
              <a:t>）</a:t>
            </a:r>
            <a:endParaRPr lang="en-US" altLang="zh-CN" dirty="0"/>
          </a:p>
          <a:p>
            <a:pPr lvl="1"/>
            <a:r>
              <a:rPr lang="zh-CN" altLang="en-US" dirty="0"/>
              <a:t>给出符号的详细信息，运行时需要为其分配内存。</a:t>
            </a:r>
            <a:endParaRPr lang="en-US" altLang="zh-CN" dirty="0"/>
          </a:p>
          <a:p>
            <a:r>
              <a:rPr lang="zh-CN" altLang="en-US" dirty="0"/>
              <a:t>语句（</a:t>
            </a:r>
            <a:r>
              <a:rPr lang="en-US" altLang="zh-CN" dirty="0"/>
              <a:t>statements</a:t>
            </a:r>
            <a:r>
              <a:rPr lang="zh-CN" altLang="en-US" dirty="0"/>
              <a:t>）</a:t>
            </a:r>
            <a:endParaRPr lang="en-US" altLang="zh-CN" dirty="0"/>
          </a:p>
          <a:p>
            <a:pPr lvl="1"/>
            <a:endParaRPr lang="en-US" altLang="zh-CN" dirty="0"/>
          </a:p>
          <a:p>
            <a:endParaRPr lang="zh-CN" altLang="en-US" dirty="0"/>
          </a:p>
        </p:txBody>
      </p:sp>
    </p:spTree>
    <p:extLst>
      <p:ext uri="{BB962C8B-B14F-4D97-AF65-F5344CB8AC3E}">
        <p14:creationId xmlns:p14="http://schemas.microsoft.com/office/powerpoint/2010/main" val="1144471195"/>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声明</a:t>
            </a:r>
          </a:p>
        </p:txBody>
      </p:sp>
      <p:sp>
        <p:nvSpPr>
          <p:cNvPr id="3" name="内容占位符 2"/>
          <p:cNvSpPr>
            <a:spLocks noGrp="1"/>
          </p:cNvSpPr>
          <p:nvPr>
            <p:ph idx="1"/>
          </p:nvPr>
        </p:nvSpPr>
        <p:spPr>
          <a:xfrm>
            <a:off x="685800" y="1052736"/>
            <a:ext cx="8062664" cy="4755232"/>
          </a:xfrm>
        </p:spPr>
        <p:txBody>
          <a:bodyPr/>
          <a:lstStyle/>
          <a:p>
            <a:r>
              <a:rPr lang="zh-CN" altLang="en-US" dirty="0"/>
              <a:t>声明用于声明一个或一组标识符的含义及属性。</a:t>
            </a:r>
            <a:endParaRPr lang="en-US" altLang="zh-CN" dirty="0"/>
          </a:p>
          <a:p>
            <a:r>
              <a:rPr lang="zh-CN" altLang="en-US" dirty="0"/>
              <a:t>声明由声明区分符与初值声明符表两部分组成。</a:t>
            </a:r>
            <a:endParaRPr lang="en-US" altLang="zh-CN" dirty="0"/>
          </a:p>
          <a:p>
            <a:r>
              <a:rPr lang="zh-CN" altLang="en-US" dirty="0"/>
              <a:t>声明区分符用于指定所声明实体（对象或函数等）的存储持续期（程序运行期、函数调用时）、连接性质（是否可以被其他文件引用）以及类型的部分信息等。</a:t>
            </a:r>
            <a:endParaRPr lang="en-US" altLang="zh-CN" dirty="0"/>
          </a:p>
          <a:p>
            <a:r>
              <a:rPr lang="zh-CN" altLang="en-US" dirty="0"/>
              <a:t>初值声明符表用于指定所要声明的实体的名宇（标识符）、其它类型信息以及初始化信息等。</a:t>
            </a:r>
          </a:p>
        </p:txBody>
      </p:sp>
    </p:spTree>
    <p:extLst>
      <p:ext uri="{BB962C8B-B14F-4D97-AF65-F5344CB8AC3E}">
        <p14:creationId xmlns:p14="http://schemas.microsoft.com/office/powerpoint/2010/main" val="2718456763"/>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声明</a:t>
            </a:r>
          </a:p>
        </p:txBody>
      </p:sp>
      <p:sp>
        <p:nvSpPr>
          <p:cNvPr id="3" name="内容占位符 2"/>
          <p:cNvSpPr>
            <a:spLocks noGrp="1"/>
          </p:cNvSpPr>
          <p:nvPr>
            <p:ph idx="1"/>
          </p:nvPr>
        </p:nvSpPr>
        <p:spPr>
          <a:xfrm>
            <a:off x="107504" y="1052736"/>
            <a:ext cx="4824536" cy="4755232"/>
          </a:xfrm>
        </p:spPr>
        <p:txBody>
          <a:bodyPr/>
          <a:lstStyle/>
          <a:p>
            <a:pPr marL="0" indent="0">
              <a:buNone/>
            </a:pPr>
            <a:r>
              <a:rPr lang="en-US" altLang="zh-CN" sz="1800" dirty="0"/>
              <a:t>declaration	</a:t>
            </a:r>
          </a:p>
          <a:p>
            <a:pPr marL="0" indent="0">
              <a:buNone/>
            </a:pPr>
            <a:r>
              <a:rPr lang="en-US" altLang="zh-CN" sz="1800" dirty="0"/>
              <a:t>    : </a:t>
            </a:r>
            <a:r>
              <a:rPr lang="en-US" altLang="zh-CN" sz="1800" dirty="0" err="1"/>
              <a:t>declaration_specifiers</a:t>
            </a:r>
            <a:r>
              <a:rPr lang="en-US" altLang="zh-CN" sz="1800" dirty="0"/>
              <a:t> '; '</a:t>
            </a:r>
          </a:p>
          <a:p>
            <a:pPr marL="0" indent="0">
              <a:buNone/>
            </a:pPr>
            <a:r>
              <a:rPr lang="en-US" altLang="zh-CN" sz="1800" dirty="0"/>
              <a:t>    | </a:t>
            </a:r>
            <a:r>
              <a:rPr lang="en-US" altLang="zh-CN" sz="1800" dirty="0" err="1"/>
              <a:t>declaration_specifiers</a:t>
            </a:r>
            <a:r>
              <a:rPr lang="en-US" altLang="zh-CN" sz="1800" dirty="0"/>
              <a:t> </a:t>
            </a:r>
            <a:r>
              <a:rPr lang="en-US" altLang="zh-CN" sz="1800" dirty="0" err="1"/>
              <a:t>init_declarator_list</a:t>
            </a:r>
            <a:r>
              <a:rPr lang="en-US" altLang="zh-CN" sz="1800" dirty="0"/>
              <a:t> ';‘</a:t>
            </a:r>
          </a:p>
          <a:p>
            <a:pPr marL="0" indent="0">
              <a:buNone/>
            </a:pPr>
            <a:r>
              <a:rPr lang="en-US" altLang="zh-CN" sz="1800" dirty="0"/>
              <a:t>    ;</a:t>
            </a:r>
          </a:p>
          <a:p>
            <a:pPr marL="0" indent="0">
              <a:buNone/>
            </a:pPr>
            <a:endParaRPr lang="en-US" altLang="zh-CN" sz="1800" dirty="0"/>
          </a:p>
          <a:p>
            <a:pPr marL="0" indent="0">
              <a:buNone/>
            </a:pPr>
            <a:r>
              <a:rPr lang="en-US" altLang="zh-CN" sz="1800" dirty="0" err="1"/>
              <a:t>declaration_specifiers</a:t>
            </a:r>
            <a:r>
              <a:rPr lang="en-US" altLang="zh-CN" sz="1800" dirty="0"/>
              <a:t>	</a:t>
            </a:r>
          </a:p>
          <a:p>
            <a:pPr marL="0" indent="0">
              <a:buNone/>
            </a:pPr>
            <a:r>
              <a:rPr lang="en-US" altLang="zh-CN" sz="1800" dirty="0"/>
              <a:t>    : </a:t>
            </a:r>
            <a:r>
              <a:rPr lang="en-US" altLang="zh-CN" sz="1800" dirty="0" err="1"/>
              <a:t>storage_class_specifier</a:t>
            </a:r>
            <a:r>
              <a:rPr lang="en-US" altLang="zh-CN" sz="1800" dirty="0"/>
              <a:t>	</a:t>
            </a:r>
          </a:p>
          <a:p>
            <a:pPr marL="0" indent="0">
              <a:buNone/>
            </a:pPr>
            <a:r>
              <a:rPr lang="en-US" altLang="zh-CN" sz="1800" dirty="0"/>
              <a:t>    | </a:t>
            </a:r>
            <a:r>
              <a:rPr lang="en-US" altLang="zh-CN" sz="1800" dirty="0" err="1"/>
              <a:t>storage_class_specifier</a:t>
            </a:r>
            <a:r>
              <a:rPr lang="en-US" altLang="zh-CN" sz="1800" dirty="0"/>
              <a:t> </a:t>
            </a:r>
            <a:r>
              <a:rPr lang="en-US" altLang="zh-CN" sz="1800" dirty="0" err="1"/>
              <a:t>declaration_specifiers</a:t>
            </a:r>
            <a:r>
              <a:rPr lang="en-US" altLang="zh-CN" sz="1800" dirty="0"/>
              <a:t>	</a:t>
            </a:r>
          </a:p>
          <a:p>
            <a:pPr marL="0" indent="0">
              <a:buNone/>
            </a:pPr>
            <a:r>
              <a:rPr lang="en-US" altLang="zh-CN" sz="1800" dirty="0"/>
              <a:t>    | </a:t>
            </a:r>
            <a:r>
              <a:rPr lang="en-US" altLang="zh-CN" sz="1800" dirty="0" err="1"/>
              <a:t>type_specifier</a:t>
            </a:r>
            <a:r>
              <a:rPr lang="en-US" altLang="zh-CN" sz="1800" dirty="0"/>
              <a:t>	</a:t>
            </a:r>
          </a:p>
          <a:p>
            <a:pPr marL="0" indent="0">
              <a:buNone/>
            </a:pPr>
            <a:r>
              <a:rPr lang="en-US" altLang="zh-CN" sz="1800" dirty="0"/>
              <a:t>    | </a:t>
            </a:r>
            <a:r>
              <a:rPr lang="en-US" altLang="zh-CN" sz="1800" dirty="0" err="1"/>
              <a:t>type_specifier</a:t>
            </a:r>
            <a:r>
              <a:rPr lang="en-US" altLang="zh-CN" sz="1800" dirty="0"/>
              <a:t> </a:t>
            </a:r>
            <a:r>
              <a:rPr lang="en-US" altLang="zh-CN" sz="1800" dirty="0" err="1"/>
              <a:t>declaration_specifiers</a:t>
            </a:r>
            <a:r>
              <a:rPr lang="en-US" altLang="zh-CN" sz="1800" dirty="0"/>
              <a:t>	</a:t>
            </a:r>
          </a:p>
          <a:p>
            <a:pPr marL="0" indent="0">
              <a:buNone/>
            </a:pPr>
            <a:r>
              <a:rPr lang="en-US" altLang="zh-CN" sz="1800" dirty="0"/>
              <a:t>    | </a:t>
            </a:r>
            <a:r>
              <a:rPr lang="en-US" altLang="zh-CN" sz="1800" dirty="0" err="1"/>
              <a:t>type_qualifier</a:t>
            </a:r>
            <a:r>
              <a:rPr lang="en-US" altLang="zh-CN" sz="1800" dirty="0"/>
              <a:t>	</a:t>
            </a:r>
          </a:p>
          <a:p>
            <a:pPr marL="0" indent="0">
              <a:buNone/>
            </a:pPr>
            <a:r>
              <a:rPr lang="en-US" altLang="zh-CN" sz="1800" dirty="0"/>
              <a:t>    | </a:t>
            </a:r>
            <a:r>
              <a:rPr lang="en-US" altLang="zh-CN" sz="1800" dirty="0" err="1"/>
              <a:t>type_qualifier</a:t>
            </a:r>
            <a:r>
              <a:rPr lang="en-US" altLang="zh-CN" sz="1800" dirty="0"/>
              <a:t> </a:t>
            </a:r>
            <a:r>
              <a:rPr lang="en-US" altLang="zh-CN" sz="1800" dirty="0" err="1"/>
              <a:t>declaration_specifiers</a:t>
            </a:r>
            <a:r>
              <a:rPr lang="en-US" altLang="zh-CN" sz="1800" dirty="0"/>
              <a:t>	</a:t>
            </a:r>
          </a:p>
          <a:p>
            <a:pPr marL="0" indent="0">
              <a:buNone/>
            </a:pPr>
            <a:r>
              <a:rPr lang="en-US" altLang="zh-CN" sz="1800" dirty="0"/>
              <a:t>    | </a:t>
            </a:r>
            <a:r>
              <a:rPr lang="en-US" altLang="zh-CN" sz="1800" dirty="0" err="1"/>
              <a:t>function_specifier</a:t>
            </a:r>
            <a:r>
              <a:rPr lang="en-US" altLang="zh-CN" sz="1800" dirty="0"/>
              <a:t>	</a:t>
            </a:r>
          </a:p>
          <a:p>
            <a:pPr marL="0" indent="0">
              <a:buNone/>
            </a:pPr>
            <a:r>
              <a:rPr lang="en-US" altLang="zh-CN" sz="1800" dirty="0"/>
              <a:t>    | </a:t>
            </a:r>
            <a:r>
              <a:rPr lang="en-US" altLang="zh-CN" sz="1800" dirty="0" err="1"/>
              <a:t>function_specifier</a:t>
            </a:r>
            <a:r>
              <a:rPr lang="en-US" altLang="zh-CN" sz="1800" dirty="0"/>
              <a:t> </a:t>
            </a:r>
            <a:r>
              <a:rPr lang="en-US" altLang="zh-CN" sz="1800" dirty="0" err="1"/>
              <a:t>declaration_specifiers</a:t>
            </a:r>
            <a:r>
              <a:rPr lang="en-US" altLang="zh-CN" sz="1800" dirty="0"/>
              <a:t>	</a:t>
            </a:r>
          </a:p>
          <a:p>
            <a:pPr marL="0" indent="0">
              <a:buNone/>
            </a:pPr>
            <a:r>
              <a:rPr lang="en-US" altLang="zh-CN" sz="1800" dirty="0"/>
              <a:t>    ;</a:t>
            </a:r>
            <a:endParaRPr lang="zh-CN" altLang="en-US" sz="1800" dirty="0"/>
          </a:p>
        </p:txBody>
      </p:sp>
      <p:sp>
        <p:nvSpPr>
          <p:cNvPr id="5" name="内容占位符 2">
            <a:extLst>
              <a:ext uri="{FF2B5EF4-FFF2-40B4-BE49-F238E27FC236}">
                <a16:creationId xmlns:a16="http://schemas.microsoft.com/office/drawing/2014/main" id="{D88FCBA3-9A54-4E46-9B91-CECCF49E3D63}"/>
              </a:ext>
            </a:extLst>
          </p:cNvPr>
          <p:cNvSpPr txBox="1">
            <a:spLocks/>
          </p:cNvSpPr>
          <p:nvPr/>
        </p:nvSpPr>
        <p:spPr bwMode="auto">
          <a:xfrm>
            <a:off x="4932040" y="1052736"/>
            <a:ext cx="4104456" cy="4755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400">
                <a:solidFill>
                  <a:schemeClr val="tx1"/>
                </a:solidFill>
                <a:latin typeface="+mn-lt"/>
                <a:ea typeface="+mn-ea"/>
              </a:defRPr>
            </a:lvl2pPr>
            <a:lvl3pPr marL="1143000" indent="-228600" algn="l" rtl="0" eaLnBrk="0" fontAlgn="base" hangingPunct="0">
              <a:spcBef>
                <a:spcPct val="20000"/>
              </a:spcBef>
              <a:spcAft>
                <a:spcPct val="0"/>
              </a:spcAft>
              <a:buChar char="•"/>
              <a:defRPr kumimoji="1" sz="2000">
                <a:solidFill>
                  <a:schemeClr val="tx1"/>
                </a:solidFill>
                <a:latin typeface="+mn-lt"/>
                <a:ea typeface="+mn-ea"/>
              </a:defRPr>
            </a:lvl3pPr>
            <a:lvl4pPr marL="1600200" indent="-228600" algn="l" rtl="0" eaLnBrk="0" fontAlgn="base" hangingPunct="0">
              <a:spcBef>
                <a:spcPct val="20000"/>
              </a:spcBef>
              <a:spcAft>
                <a:spcPct val="0"/>
              </a:spcAft>
              <a:buChar char="–"/>
              <a:defRPr kumimoji="1" sz="1800">
                <a:solidFill>
                  <a:schemeClr val="tx1"/>
                </a:solidFill>
                <a:latin typeface="+mn-lt"/>
                <a:ea typeface="+mn-ea"/>
              </a:defRPr>
            </a:lvl4pPr>
            <a:lvl5pPr marL="2057400" indent="-228600" algn="l" rtl="0" eaLnBrk="0" fontAlgn="base" hangingPunct="0">
              <a:spcBef>
                <a:spcPct val="20000"/>
              </a:spcBef>
              <a:spcAft>
                <a:spcPct val="0"/>
              </a:spcAft>
              <a:buChar char="»"/>
              <a:defRPr kumimoji="1" sz="16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marL="0" indent="0">
              <a:buFontTx/>
              <a:buNone/>
            </a:pPr>
            <a:r>
              <a:rPr lang="en-US" altLang="zh-CN" sz="1600" kern="0" dirty="0"/>
              <a:t>〈</a:t>
            </a:r>
            <a:r>
              <a:rPr lang="zh-CN" altLang="en-US" sz="1600" kern="0" dirty="0"/>
              <a:t>声明</a:t>
            </a:r>
            <a:r>
              <a:rPr lang="en-US" altLang="zh-CN" sz="1600" kern="0" dirty="0"/>
              <a:t>〉::=</a:t>
            </a:r>
          </a:p>
          <a:p>
            <a:pPr marL="0" indent="0">
              <a:buFontTx/>
              <a:buNone/>
            </a:pPr>
            <a:r>
              <a:rPr lang="en-US" altLang="zh-CN" sz="1600" kern="0" dirty="0"/>
              <a:t>       〈</a:t>
            </a:r>
            <a:r>
              <a:rPr lang="zh-CN" altLang="en-US" sz="1600" kern="0" dirty="0"/>
              <a:t>声明区分符</a:t>
            </a:r>
            <a:r>
              <a:rPr lang="en-US" altLang="zh-CN" sz="1600" kern="0" dirty="0"/>
              <a:t>〉</a:t>
            </a:r>
            <a:r>
              <a:rPr lang="zh-CN" altLang="en-US" sz="1600" kern="0" dirty="0"/>
              <a:t>［</a:t>
            </a:r>
            <a:r>
              <a:rPr lang="en-US" altLang="zh-CN" sz="1600" kern="0" dirty="0"/>
              <a:t>〈</a:t>
            </a:r>
            <a:r>
              <a:rPr lang="zh-CN" altLang="en-US" sz="1600" kern="0" dirty="0"/>
              <a:t>初值声明符表</a:t>
            </a:r>
            <a:r>
              <a:rPr lang="en-US" altLang="zh-CN" sz="1600" kern="0" dirty="0"/>
              <a:t>〉</a:t>
            </a:r>
            <a:r>
              <a:rPr lang="zh-CN" altLang="en-US" sz="1600" kern="0" dirty="0"/>
              <a:t>］</a:t>
            </a:r>
            <a:endParaRPr lang="en-US" altLang="zh-CN" sz="1600" kern="0" dirty="0"/>
          </a:p>
          <a:p>
            <a:pPr marL="0" indent="0">
              <a:buFontTx/>
              <a:buNone/>
            </a:pPr>
            <a:endParaRPr lang="en-US" altLang="zh-CN" sz="1600" kern="0" dirty="0"/>
          </a:p>
          <a:p>
            <a:pPr marL="0" indent="0">
              <a:buFontTx/>
              <a:buNone/>
            </a:pPr>
            <a:endParaRPr lang="en-US" altLang="zh-CN" sz="1600" kern="0" dirty="0"/>
          </a:p>
          <a:p>
            <a:pPr marL="0" indent="0">
              <a:buFontTx/>
              <a:buNone/>
            </a:pPr>
            <a:endParaRPr lang="en-US" altLang="zh-CN" sz="1600" kern="0" dirty="0"/>
          </a:p>
          <a:p>
            <a:pPr marL="0" indent="0">
              <a:buFontTx/>
              <a:buNone/>
            </a:pPr>
            <a:endParaRPr lang="zh-CN" altLang="en-US" sz="1600" kern="0" dirty="0"/>
          </a:p>
          <a:p>
            <a:pPr marL="0" indent="0">
              <a:buFontTx/>
              <a:buNone/>
            </a:pPr>
            <a:r>
              <a:rPr lang="en-US" altLang="zh-CN" sz="1600" kern="0" dirty="0"/>
              <a:t>〈</a:t>
            </a:r>
            <a:r>
              <a:rPr lang="zh-CN" altLang="en-US" sz="1600" kern="0" dirty="0"/>
              <a:t>声明区分符</a:t>
            </a:r>
            <a:r>
              <a:rPr lang="en-US" altLang="zh-CN" sz="1600" kern="0" dirty="0"/>
              <a:t>〉::=</a:t>
            </a:r>
          </a:p>
          <a:p>
            <a:pPr marL="0" indent="0">
              <a:buFontTx/>
              <a:buNone/>
            </a:pPr>
            <a:r>
              <a:rPr lang="en-US" altLang="zh-CN" sz="1600" kern="0" dirty="0"/>
              <a:t>       〈</a:t>
            </a:r>
            <a:r>
              <a:rPr lang="zh-CN" altLang="en-US" sz="1600" kern="0" dirty="0"/>
              <a:t>存储类区分符</a:t>
            </a:r>
            <a:r>
              <a:rPr lang="en-US" altLang="zh-CN" sz="1600" kern="0" dirty="0"/>
              <a:t>〉</a:t>
            </a:r>
            <a:r>
              <a:rPr lang="zh-CN" altLang="en-US" sz="1600" kern="0" dirty="0"/>
              <a:t>［</a:t>
            </a:r>
            <a:r>
              <a:rPr lang="en-US" altLang="zh-CN" sz="1600" kern="0" dirty="0"/>
              <a:t>〈</a:t>
            </a:r>
            <a:r>
              <a:rPr lang="zh-CN" altLang="en-US" sz="1600" kern="0" dirty="0"/>
              <a:t>声明区分符</a:t>
            </a:r>
            <a:r>
              <a:rPr lang="en-US" altLang="zh-CN" sz="1600" kern="0" dirty="0"/>
              <a:t>〉</a:t>
            </a:r>
            <a:r>
              <a:rPr lang="zh-CN" altLang="en-US" sz="1600" kern="0" dirty="0"/>
              <a:t>］</a:t>
            </a:r>
            <a:endParaRPr lang="en-US" altLang="zh-CN" sz="1600" kern="0" dirty="0"/>
          </a:p>
          <a:p>
            <a:pPr marL="0" indent="0">
              <a:buFontTx/>
              <a:buNone/>
            </a:pPr>
            <a:r>
              <a:rPr lang="en-US" altLang="zh-CN" sz="1600" kern="0" dirty="0"/>
              <a:t>      |〈 </a:t>
            </a:r>
            <a:r>
              <a:rPr lang="zh-CN" altLang="en-US" sz="1600" kern="0" dirty="0"/>
              <a:t>类型区分符</a:t>
            </a:r>
            <a:r>
              <a:rPr lang="en-US" altLang="zh-CN" sz="1600" kern="0" dirty="0"/>
              <a:t>〉</a:t>
            </a:r>
            <a:r>
              <a:rPr lang="zh-CN" altLang="en-US" sz="1600" kern="0" dirty="0"/>
              <a:t>［</a:t>
            </a:r>
            <a:r>
              <a:rPr lang="en-US" altLang="zh-CN" sz="1600" kern="0" dirty="0"/>
              <a:t>〈</a:t>
            </a:r>
            <a:r>
              <a:rPr lang="zh-CN" altLang="en-US" sz="1600" kern="0" dirty="0"/>
              <a:t>声明区分符</a:t>
            </a:r>
            <a:r>
              <a:rPr lang="en-US" altLang="zh-CN" sz="1600" kern="0" dirty="0"/>
              <a:t>〉</a:t>
            </a:r>
            <a:r>
              <a:rPr lang="zh-CN" altLang="en-US" sz="1600" kern="0" dirty="0"/>
              <a:t>］</a:t>
            </a:r>
            <a:endParaRPr lang="en-US" altLang="zh-CN" sz="1600" kern="0" dirty="0"/>
          </a:p>
          <a:p>
            <a:pPr marL="0" indent="0">
              <a:buFontTx/>
              <a:buNone/>
            </a:pPr>
            <a:r>
              <a:rPr lang="en-US" altLang="zh-CN" sz="1600" kern="0" dirty="0"/>
              <a:t>      |〈</a:t>
            </a:r>
            <a:r>
              <a:rPr lang="zh-CN" altLang="en-US" sz="1600" kern="0" dirty="0"/>
              <a:t>类型限定符</a:t>
            </a:r>
            <a:r>
              <a:rPr lang="en-US" altLang="zh-CN" sz="1600" kern="0" dirty="0"/>
              <a:t>〉</a:t>
            </a:r>
            <a:r>
              <a:rPr lang="zh-CN" altLang="en-US" sz="1600" kern="0" dirty="0"/>
              <a:t>［</a:t>
            </a:r>
            <a:r>
              <a:rPr lang="en-US" altLang="zh-CN" sz="1600" kern="0" dirty="0"/>
              <a:t>〈</a:t>
            </a:r>
            <a:r>
              <a:rPr lang="zh-CN" altLang="en-US" sz="1600" kern="0" dirty="0"/>
              <a:t>声明区分符</a:t>
            </a:r>
            <a:r>
              <a:rPr lang="en-US" altLang="zh-CN" sz="1600" kern="0" dirty="0"/>
              <a:t>〉</a:t>
            </a:r>
            <a:r>
              <a:rPr lang="zh-CN" altLang="en-US" sz="1600" kern="0" dirty="0"/>
              <a:t>］</a:t>
            </a:r>
            <a:endParaRPr lang="en-US" altLang="zh-CN" sz="1600" kern="0" dirty="0"/>
          </a:p>
          <a:p>
            <a:pPr marL="0" indent="0">
              <a:buFontTx/>
              <a:buNone/>
            </a:pPr>
            <a:endParaRPr lang="zh-CN" altLang="en-US" sz="1600" kern="0" dirty="0"/>
          </a:p>
          <a:p>
            <a:pPr marL="0" indent="0">
              <a:buFontTx/>
              <a:buNone/>
            </a:pPr>
            <a:br>
              <a:rPr lang="zh-CN" altLang="en-US" sz="1800" kern="0" dirty="0"/>
            </a:br>
            <a:r>
              <a:rPr lang="zh-CN" altLang="en-US" sz="1800" kern="0" dirty="0"/>
              <a:t> </a:t>
            </a:r>
            <a:br>
              <a:rPr lang="zh-CN" altLang="en-US" sz="1800" kern="0" dirty="0"/>
            </a:br>
            <a:endParaRPr lang="zh-CN" altLang="en-US" sz="1800" kern="0" dirty="0"/>
          </a:p>
        </p:txBody>
      </p:sp>
    </p:spTree>
    <p:extLst>
      <p:ext uri="{BB962C8B-B14F-4D97-AF65-F5344CB8AC3E}">
        <p14:creationId xmlns:p14="http://schemas.microsoft.com/office/powerpoint/2010/main" val="1719249748"/>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声明</a:t>
            </a:r>
          </a:p>
        </p:txBody>
      </p:sp>
      <p:sp>
        <p:nvSpPr>
          <p:cNvPr id="3" name="内容占位符 2"/>
          <p:cNvSpPr>
            <a:spLocks noGrp="1"/>
          </p:cNvSpPr>
          <p:nvPr>
            <p:ph idx="1"/>
          </p:nvPr>
        </p:nvSpPr>
        <p:spPr>
          <a:xfrm>
            <a:off x="179512" y="1052736"/>
            <a:ext cx="3960440" cy="4755232"/>
          </a:xfrm>
        </p:spPr>
        <p:txBody>
          <a:bodyPr/>
          <a:lstStyle/>
          <a:p>
            <a:pPr marL="0" indent="0">
              <a:buNone/>
            </a:pPr>
            <a:r>
              <a:rPr lang="en-US" altLang="zh-CN" sz="1800" dirty="0" err="1"/>
              <a:t>init_declarator_list</a:t>
            </a:r>
            <a:r>
              <a:rPr lang="en-US" altLang="zh-CN" sz="1800" dirty="0"/>
              <a:t>	</a:t>
            </a:r>
          </a:p>
          <a:p>
            <a:pPr marL="0" indent="0">
              <a:buNone/>
            </a:pPr>
            <a:r>
              <a:rPr lang="en-US" altLang="zh-CN" sz="1800" dirty="0"/>
              <a:t>    : </a:t>
            </a:r>
            <a:r>
              <a:rPr lang="en-US" altLang="zh-CN" sz="1800" dirty="0" err="1"/>
              <a:t>init_declarator</a:t>
            </a:r>
            <a:r>
              <a:rPr lang="en-US" altLang="zh-CN" sz="1800" dirty="0"/>
              <a:t>	</a:t>
            </a:r>
          </a:p>
          <a:p>
            <a:pPr marL="0" indent="0">
              <a:buNone/>
            </a:pPr>
            <a:r>
              <a:rPr lang="en-US" altLang="zh-CN" sz="1800" dirty="0"/>
              <a:t>    | </a:t>
            </a:r>
            <a:r>
              <a:rPr lang="en-US" altLang="zh-CN" sz="1800" dirty="0" err="1"/>
              <a:t>init_declarator_list</a:t>
            </a:r>
            <a:r>
              <a:rPr lang="en-US" altLang="zh-CN" sz="1800" dirty="0"/>
              <a:t> ',' </a:t>
            </a:r>
            <a:r>
              <a:rPr lang="en-US" altLang="zh-CN" sz="1800" dirty="0" err="1"/>
              <a:t>init_declarator</a:t>
            </a:r>
            <a:endParaRPr lang="en-US" altLang="zh-CN" sz="1800" dirty="0"/>
          </a:p>
          <a:p>
            <a:pPr marL="0" indent="0">
              <a:buNone/>
            </a:pPr>
            <a:r>
              <a:rPr lang="en-US" altLang="zh-CN" sz="1800" dirty="0"/>
              <a:t>    ;</a:t>
            </a:r>
          </a:p>
          <a:p>
            <a:pPr marL="0" indent="0">
              <a:buNone/>
            </a:pPr>
            <a:endParaRPr lang="en-US" altLang="zh-CN" sz="1800" dirty="0"/>
          </a:p>
          <a:p>
            <a:pPr marL="0" indent="0">
              <a:buNone/>
            </a:pPr>
            <a:r>
              <a:rPr lang="en-US" altLang="zh-CN" sz="1800" dirty="0" err="1"/>
              <a:t>init_declarator</a:t>
            </a:r>
            <a:r>
              <a:rPr lang="en-US" altLang="zh-CN" sz="1800" dirty="0"/>
              <a:t>	</a:t>
            </a:r>
          </a:p>
          <a:p>
            <a:pPr marL="0" indent="0">
              <a:buNone/>
            </a:pPr>
            <a:r>
              <a:rPr lang="en-US" altLang="zh-CN" sz="1800" dirty="0"/>
              <a:t>    : </a:t>
            </a:r>
            <a:r>
              <a:rPr lang="en-US" altLang="zh-CN" sz="1800" dirty="0" err="1"/>
              <a:t>declarator</a:t>
            </a:r>
            <a:r>
              <a:rPr lang="en-US" altLang="zh-CN" sz="1800" dirty="0"/>
              <a:t>	</a:t>
            </a:r>
          </a:p>
          <a:p>
            <a:pPr marL="0" indent="0">
              <a:buNone/>
            </a:pPr>
            <a:r>
              <a:rPr lang="en-US" altLang="zh-CN" sz="1800" dirty="0"/>
              <a:t>    | </a:t>
            </a:r>
            <a:r>
              <a:rPr lang="en-US" altLang="zh-CN" sz="1800" dirty="0" err="1"/>
              <a:t>declarator</a:t>
            </a:r>
            <a:r>
              <a:rPr lang="en-US" altLang="zh-CN" sz="1800" dirty="0"/>
              <a:t> '=' initializer	</a:t>
            </a:r>
          </a:p>
          <a:p>
            <a:pPr marL="0" indent="0">
              <a:buNone/>
            </a:pPr>
            <a:r>
              <a:rPr lang="en-US" altLang="zh-CN" sz="1800" dirty="0"/>
              <a:t>    ;</a:t>
            </a:r>
          </a:p>
          <a:p>
            <a:pPr marL="0" indent="0">
              <a:buNone/>
            </a:pPr>
            <a:endParaRPr lang="en-US" altLang="zh-CN" sz="1800" dirty="0"/>
          </a:p>
          <a:p>
            <a:pPr marL="0" indent="0">
              <a:buNone/>
            </a:pPr>
            <a:endParaRPr lang="zh-CN" altLang="en-US" sz="1800" dirty="0"/>
          </a:p>
        </p:txBody>
      </p:sp>
      <p:sp>
        <p:nvSpPr>
          <p:cNvPr id="4" name="内容占位符 2">
            <a:extLst>
              <a:ext uri="{FF2B5EF4-FFF2-40B4-BE49-F238E27FC236}">
                <a16:creationId xmlns:a16="http://schemas.microsoft.com/office/drawing/2014/main" id="{788AC33C-F2E1-4BAE-864C-67D0030D55B8}"/>
              </a:ext>
            </a:extLst>
          </p:cNvPr>
          <p:cNvSpPr txBox="1">
            <a:spLocks/>
          </p:cNvSpPr>
          <p:nvPr/>
        </p:nvSpPr>
        <p:spPr bwMode="auto">
          <a:xfrm>
            <a:off x="4932040" y="1052736"/>
            <a:ext cx="4104456" cy="4755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400">
                <a:solidFill>
                  <a:schemeClr val="tx1"/>
                </a:solidFill>
                <a:latin typeface="+mn-lt"/>
                <a:ea typeface="+mn-ea"/>
              </a:defRPr>
            </a:lvl2pPr>
            <a:lvl3pPr marL="1143000" indent="-228600" algn="l" rtl="0" eaLnBrk="0" fontAlgn="base" hangingPunct="0">
              <a:spcBef>
                <a:spcPct val="20000"/>
              </a:spcBef>
              <a:spcAft>
                <a:spcPct val="0"/>
              </a:spcAft>
              <a:buChar char="•"/>
              <a:defRPr kumimoji="1" sz="2000">
                <a:solidFill>
                  <a:schemeClr val="tx1"/>
                </a:solidFill>
                <a:latin typeface="+mn-lt"/>
                <a:ea typeface="+mn-ea"/>
              </a:defRPr>
            </a:lvl3pPr>
            <a:lvl4pPr marL="1600200" indent="-228600" algn="l" rtl="0" eaLnBrk="0" fontAlgn="base" hangingPunct="0">
              <a:spcBef>
                <a:spcPct val="20000"/>
              </a:spcBef>
              <a:spcAft>
                <a:spcPct val="0"/>
              </a:spcAft>
              <a:buChar char="–"/>
              <a:defRPr kumimoji="1" sz="1800">
                <a:solidFill>
                  <a:schemeClr val="tx1"/>
                </a:solidFill>
                <a:latin typeface="+mn-lt"/>
                <a:ea typeface="+mn-ea"/>
              </a:defRPr>
            </a:lvl4pPr>
            <a:lvl5pPr marL="2057400" indent="-228600" algn="l" rtl="0" eaLnBrk="0" fontAlgn="base" hangingPunct="0">
              <a:spcBef>
                <a:spcPct val="20000"/>
              </a:spcBef>
              <a:spcAft>
                <a:spcPct val="0"/>
              </a:spcAft>
              <a:buChar char="»"/>
              <a:defRPr kumimoji="1" sz="16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marL="0" indent="0">
              <a:buFontTx/>
              <a:buNone/>
            </a:pPr>
            <a:r>
              <a:rPr lang="en-US" altLang="zh-CN" sz="1600" kern="0" dirty="0"/>
              <a:t>〈</a:t>
            </a:r>
            <a:r>
              <a:rPr lang="zh-CN" altLang="en-US" sz="1600" kern="0" dirty="0"/>
              <a:t>初值声明符表</a:t>
            </a:r>
            <a:r>
              <a:rPr lang="en-US" altLang="zh-CN" sz="1600" kern="0" dirty="0"/>
              <a:t>〉::=</a:t>
            </a:r>
          </a:p>
          <a:p>
            <a:pPr marL="0" indent="0">
              <a:buFontTx/>
              <a:buNone/>
            </a:pPr>
            <a:r>
              <a:rPr lang="en-US" altLang="zh-CN" sz="1600" kern="0" dirty="0"/>
              <a:t>       〈</a:t>
            </a:r>
            <a:r>
              <a:rPr lang="zh-CN" altLang="en-US" sz="1600" kern="0" dirty="0"/>
              <a:t>初值声明符</a:t>
            </a:r>
            <a:r>
              <a:rPr lang="en-US" altLang="zh-CN" sz="1600" kern="0" dirty="0"/>
              <a:t>〉</a:t>
            </a:r>
          </a:p>
          <a:p>
            <a:pPr marL="0" indent="0">
              <a:buFontTx/>
              <a:buNone/>
            </a:pPr>
            <a:r>
              <a:rPr lang="en-US" altLang="zh-CN" sz="1600" kern="0" dirty="0"/>
              <a:t>      |〈</a:t>
            </a:r>
            <a:r>
              <a:rPr lang="zh-CN" altLang="en-US" sz="1600" kern="0" dirty="0"/>
              <a:t>初值声明符表</a:t>
            </a:r>
            <a:r>
              <a:rPr lang="en-US" altLang="zh-CN" sz="1600" kern="0" dirty="0"/>
              <a:t>〉</a:t>
            </a:r>
            <a:r>
              <a:rPr lang="zh-CN" altLang="en-US" sz="1600" kern="0" dirty="0"/>
              <a:t>，</a:t>
            </a:r>
            <a:r>
              <a:rPr lang="en-US" altLang="zh-CN" sz="1600" kern="0" dirty="0"/>
              <a:t>〈</a:t>
            </a:r>
            <a:r>
              <a:rPr lang="zh-CN" altLang="en-US" sz="1600" kern="0" dirty="0"/>
              <a:t>初值声明符</a:t>
            </a:r>
            <a:r>
              <a:rPr lang="en-US" altLang="zh-CN" sz="1600" kern="0" dirty="0"/>
              <a:t>〉</a:t>
            </a:r>
          </a:p>
          <a:p>
            <a:pPr marL="0" indent="0">
              <a:buFontTx/>
              <a:buNone/>
            </a:pPr>
            <a:endParaRPr lang="en-US" altLang="zh-CN" sz="1600" kern="0" dirty="0"/>
          </a:p>
          <a:p>
            <a:pPr marL="0" indent="0">
              <a:buFontTx/>
              <a:buNone/>
            </a:pPr>
            <a:endParaRPr lang="en-US" altLang="zh-CN" sz="1600" kern="0" dirty="0"/>
          </a:p>
          <a:p>
            <a:pPr marL="0" indent="0">
              <a:buFontTx/>
              <a:buNone/>
            </a:pPr>
            <a:endParaRPr lang="en-US" altLang="zh-CN" sz="1600" kern="0" dirty="0"/>
          </a:p>
          <a:p>
            <a:pPr marL="0" indent="0">
              <a:buFontTx/>
              <a:buNone/>
            </a:pPr>
            <a:r>
              <a:rPr lang="en-US" altLang="zh-CN" sz="1600" kern="0" dirty="0"/>
              <a:t>〈</a:t>
            </a:r>
            <a:r>
              <a:rPr lang="zh-CN" altLang="en-US" sz="1600" kern="0" dirty="0"/>
              <a:t>初值声明符 </a:t>
            </a:r>
            <a:r>
              <a:rPr lang="en-US" altLang="zh-CN" sz="1600" kern="0" dirty="0"/>
              <a:t>〉::=</a:t>
            </a:r>
          </a:p>
          <a:p>
            <a:pPr marL="0" indent="0">
              <a:buFontTx/>
              <a:buNone/>
            </a:pPr>
            <a:r>
              <a:rPr lang="en-US" altLang="zh-CN" sz="1600" kern="0" dirty="0"/>
              <a:t>         〈</a:t>
            </a:r>
            <a:r>
              <a:rPr lang="zh-CN" altLang="en-US" sz="1600" kern="0" dirty="0"/>
              <a:t>声明符</a:t>
            </a:r>
            <a:r>
              <a:rPr lang="en-US" altLang="zh-CN" sz="1600" kern="0" dirty="0"/>
              <a:t>〉</a:t>
            </a:r>
          </a:p>
          <a:p>
            <a:pPr marL="0" indent="0">
              <a:buFontTx/>
              <a:buNone/>
            </a:pPr>
            <a:r>
              <a:rPr lang="en-US" altLang="zh-CN" sz="1600" kern="0" dirty="0"/>
              <a:t>        |〈</a:t>
            </a:r>
            <a:r>
              <a:rPr lang="zh-CN" altLang="en-US" sz="1600" kern="0" dirty="0"/>
              <a:t>声明符</a:t>
            </a:r>
            <a:r>
              <a:rPr lang="en-US" altLang="zh-CN" sz="1600" kern="0" dirty="0"/>
              <a:t>〉=〈</a:t>
            </a:r>
            <a:r>
              <a:rPr lang="zh-CN" altLang="en-US" sz="1600" kern="0" dirty="0"/>
              <a:t>初始化符</a:t>
            </a:r>
            <a:r>
              <a:rPr lang="en-US" altLang="zh-CN" sz="1600" kern="0" dirty="0"/>
              <a:t>〉</a:t>
            </a:r>
            <a:r>
              <a:rPr lang="zh-CN" altLang="en-US" sz="1600" kern="0" dirty="0"/>
              <a:t> </a:t>
            </a:r>
            <a:br>
              <a:rPr lang="zh-CN" altLang="en-US" sz="1800" kern="0" dirty="0"/>
            </a:br>
            <a:r>
              <a:rPr lang="zh-CN" altLang="en-US" sz="1800" kern="0" dirty="0"/>
              <a:t> </a:t>
            </a:r>
            <a:br>
              <a:rPr lang="zh-CN" altLang="en-US" sz="1800" kern="0" dirty="0"/>
            </a:br>
            <a:endParaRPr lang="zh-CN" altLang="en-US" sz="1800" kern="0" dirty="0"/>
          </a:p>
        </p:txBody>
      </p:sp>
    </p:spTree>
    <p:extLst>
      <p:ext uri="{BB962C8B-B14F-4D97-AF65-F5344CB8AC3E}">
        <p14:creationId xmlns:p14="http://schemas.microsoft.com/office/powerpoint/2010/main" val="50828832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声明</a:t>
            </a:r>
          </a:p>
        </p:txBody>
      </p:sp>
      <p:sp>
        <p:nvSpPr>
          <p:cNvPr id="3" name="内容占位符 2"/>
          <p:cNvSpPr>
            <a:spLocks noGrp="1"/>
          </p:cNvSpPr>
          <p:nvPr>
            <p:ph idx="1"/>
          </p:nvPr>
        </p:nvSpPr>
        <p:spPr/>
        <p:txBody>
          <a:bodyPr/>
          <a:lstStyle/>
          <a:p>
            <a:r>
              <a:rPr lang="zh-CN" altLang="en-US" dirty="0"/>
              <a:t>例如，在下面的声明中：</a:t>
            </a:r>
          </a:p>
          <a:p>
            <a:r>
              <a:rPr lang="en-US" altLang="zh-CN" dirty="0"/>
              <a:t>extern int a[]={1,2,3,4,5,6,7,8,9,0}</a:t>
            </a:r>
            <a:r>
              <a:rPr lang="zh-CN" altLang="en-US" dirty="0"/>
              <a:t>；</a:t>
            </a:r>
          </a:p>
          <a:p>
            <a:pPr lvl="1"/>
            <a:r>
              <a:rPr lang="en-US" altLang="zh-CN" dirty="0"/>
              <a:t>extern </a:t>
            </a:r>
            <a:r>
              <a:rPr lang="en-US" altLang="zh-CN" dirty="0" err="1"/>
              <a:t>int</a:t>
            </a:r>
            <a:r>
              <a:rPr lang="en-US" altLang="zh-CN" dirty="0"/>
              <a:t> </a:t>
            </a:r>
            <a:r>
              <a:rPr lang="zh-CN" altLang="en-US" dirty="0"/>
              <a:t>是声明区分符（其中 </a:t>
            </a:r>
            <a:r>
              <a:rPr lang="en-US" altLang="zh-CN" dirty="0"/>
              <a:t>extern </a:t>
            </a:r>
            <a:r>
              <a:rPr lang="zh-CN" altLang="en-US" dirty="0"/>
              <a:t>为存储类区分符，</a:t>
            </a:r>
            <a:r>
              <a:rPr lang="en-US" altLang="zh-CN" dirty="0"/>
              <a:t>int </a:t>
            </a:r>
            <a:r>
              <a:rPr lang="zh-CN" altLang="en-US" dirty="0"/>
              <a:t>为类型区分符）；</a:t>
            </a:r>
            <a:endParaRPr lang="en-US" altLang="zh-CN" dirty="0"/>
          </a:p>
          <a:p>
            <a:pPr lvl="1"/>
            <a:r>
              <a:rPr lang="en-US" altLang="zh-CN" dirty="0"/>
              <a:t>a[]={1,2,3,4,5,6,7,8,9,0},</a:t>
            </a:r>
            <a:r>
              <a:rPr lang="zh-CN" altLang="en-US" dirty="0"/>
              <a:t>为初值声明符（初值声明符表中只有这一个初值声明符），其中 </a:t>
            </a:r>
            <a:r>
              <a:rPr lang="en-US" altLang="zh-CN" dirty="0"/>
              <a:t>a[]</a:t>
            </a:r>
            <a:r>
              <a:rPr lang="zh-CN" altLang="en-US" dirty="0"/>
              <a:t>为声明符，花括号及其括住的部分为初始化符（初始化部分）。</a:t>
            </a:r>
          </a:p>
        </p:txBody>
      </p:sp>
    </p:spTree>
    <p:extLst>
      <p:ext uri="{BB962C8B-B14F-4D97-AF65-F5344CB8AC3E}">
        <p14:creationId xmlns:p14="http://schemas.microsoft.com/office/powerpoint/2010/main" val="1297854144"/>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声明符</a:t>
            </a:r>
          </a:p>
        </p:txBody>
      </p:sp>
      <p:sp>
        <p:nvSpPr>
          <p:cNvPr id="3" name="内容占位符 2"/>
          <p:cNvSpPr>
            <a:spLocks noGrp="1"/>
          </p:cNvSpPr>
          <p:nvPr>
            <p:ph idx="1"/>
          </p:nvPr>
        </p:nvSpPr>
        <p:spPr/>
        <p:txBody>
          <a:bodyPr/>
          <a:lstStyle/>
          <a:p>
            <a:r>
              <a:rPr lang="zh-CN" altLang="en-US" dirty="0"/>
              <a:t>声明符用于声明一个实体（对象或函数）。</a:t>
            </a:r>
            <a:endParaRPr lang="en-US" altLang="zh-CN" dirty="0"/>
          </a:p>
          <a:p>
            <a:r>
              <a:rPr lang="zh-CN" altLang="en-US" dirty="0"/>
              <a:t>在 </a:t>
            </a:r>
            <a:r>
              <a:rPr lang="en-US" altLang="zh-CN" dirty="0"/>
              <a:t>c </a:t>
            </a:r>
            <a:r>
              <a:rPr lang="zh-CN" altLang="en-US" dirty="0"/>
              <a:t>语中的声明主要由两部分组成</a:t>
            </a:r>
            <a:r>
              <a:rPr lang="en-US" altLang="zh-CN" dirty="0"/>
              <a:t>:</a:t>
            </a:r>
            <a:r>
              <a:rPr lang="zh-CN" altLang="en-US" dirty="0"/>
              <a:t>声明区分符与声明符。</a:t>
            </a:r>
            <a:endParaRPr lang="en-US" altLang="zh-CN" dirty="0"/>
          </a:p>
          <a:p>
            <a:r>
              <a:rPr lang="zh-CN" altLang="en-US" dirty="0"/>
              <a:t>声明符用于在声明区分符的基础上分层次地构造数组、指针或函数。</a:t>
            </a:r>
            <a:endParaRPr lang="en-US" altLang="zh-CN" dirty="0"/>
          </a:p>
          <a:p>
            <a:pPr lvl="1"/>
            <a:r>
              <a:rPr lang="zh-CN" altLang="en-US" dirty="0"/>
              <a:t>例如，设声明区分符所指定的类型为 </a:t>
            </a:r>
            <a:r>
              <a:rPr lang="en-US" altLang="zh-CN" dirty="0"/>
              <a:t>T,</a:t>
            </a:r>
            <a:r>
              <a:rPr lang="zh-CN" altLang="en-US" dirty="0"/>
              <a:t>那么可以在此基础上用声明符构造</a:t>
            </a:r>
            <a:endParaRPr lang="en-US" altLang="zh-CN" dirty="0"/>
          </a:p>
          <a:p>
            <a:pPr lvl="2"/>
            <a:r>
              <a:rPr lang="zh-CN" altLang="en-US" dirty="0"/>
              <a:t> </a:t>
            </a:r>
            <a:r>
              <a:rPr lang="en-US" altLang="zh-CN" dirty="0"/>
              <a:t>T </a:t>
            </a:r>
            <a:r>
              <a:rPr lang="zh-CN" altLang="en-US" dirty="0"/>
              <a:t>的数组、</a:t>
            </a:r>
            <a:r>
              <a:rPr lang="en-US" altLang="zh-CN" dirty="0"/>
              <a:t>T </a:t>
            </a:r>
            <a:r>
              <a:rPr lang="zh-CN" altLang="en-US" dirty="0"/>
              <a:t>的数组的数组、指向 </a:t>
            </a:r>
            <a:r>
              <a:rPr lang="en-US" altLang="zh-CN" dirty="0"/>
              <a:t>T </a:t>
            </a:r>
            <a:r>
              <a:rPr lang="zh-CN" altLang="en-US" dirty="0"/>
              <a:t>的指针、指向 </a:t>
            </a:r>
            <a:r>
              <a:rPr lang="en-US" altLang="zh-CN" dirty="0"/>
              <a:t>T </a:t>
            </a:r>
            <a:r>
              <a:rPr lang="zh-CN" altLang="en-US" dirty="0"/>
              <a:t>的数组的指针、由指向 </a:t>
            </a:r>
            <a:r>
              <a:rPr lang="en-US" altLang="zh-CN" dirty="0"/>
              <a:t>T</a:t>
            </a:r>
            <a:r>
              <a:rPr lang="zh-CN" altLang="en-US" dirty="0"/>
              <a:t>的指针构成的数组、结果类型为 </a:t>
            </a:r>
            <a:r>
              <a:rPr lang="en-US" altLang="zh-CN" dirty="0"/>
              <a:t>T </a:t>
            </a:r>
            <a:r>
              <a:rPr lang="zh-CN" altLang="en-US" dirty="0"/>
              <a:t>的函数、结果类型为指向 </a:t>
            </a:r>
            <a:r>
              <a:rPr lang="en-US" altLang="zh-CN" dirty="0"/>
              <a:t>T </a:t>
            </a:r>
            <a:r>
              <a:rPr lang="zh-CN" altLang="en-US" dirty="0"/>
              <a:t>的指针的函数、指向结果类型为 </a:t>
            </a:r>
            <a:r>
              <a:rPr lang="en-US" altLang="zh-CN" dirty="0"/>
              <a:t>T </a:t>
            </a:r>
            <a:r>
              <a:rPr lang="zh-CN" altLang="en-US" dirty="0"/>
              <a:t>的函数的指针，如此等等 。</a:t>
            </a:r>
          </a:p>
        </p:txBody>
      </p:sp>
    </p:spTree>
    <p:extLst>
      <p:ext uri="{BB962C8B-B14F-4D97-AF65-F5344CB8AC3E}">
        <p14:creationId xmlns:p14="http://schemas.microsoft.com/office/powerpoint/2010/main" val="127645160"/>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声明符</a:t>
            </a:r>
          </a:p>
        </p:txBody>
      </p:sp>
      <p:sp>
        <p:nvSpPr>
          <p:cNvPr id="3" name="内容占位符 2"/>
          <p:cNvSpPr>
            <a:spLocks noGrp="1"/>
          </p:cNvSpPr>
          <p:nvPr>
            <p:ph idx="1"/>
          </p:nvPr>
        </p:nvSpPr>
        <p:spPr/>
        <p:txBody>
          <a:bodyPr/>
          <a:lstStyle/>
          <a:p>
            <a:r>
              <a:rPr lang="zh-CN" altLang="en-US" dirty="0"/>
              <a:t>在构造声明符时可以使用一些运算符（也叫构造符），这些运算符在声明中各有着不同的功能，用于构造不同的实体：</a:t>
            </a:r>
          </a:p>
          <a:p>
            <a:pPr lvl="1"/>
            <a:r>
              <a:rPr lang="zh-CN" altLang="en-US" dirty="0"/>
              <a:t>数组运算符</a:t>
            </a:r>
            <a:r>
              <a:rPr lang="en-US" altLang="zh-CN" dirty="0"/>
              <a:t>[]</a:t>
            </a:r>
            <a:r>
              <a:rPr lang="zh-CN" altLang="en-US" dirty="0"/>
              <a:t>，用于构造数组</a:t>
            </a:r>
          </a:p>
          <a:p>
            <a:pPr lvl="1"/>
            <a:r>
              <a:rPr lang="zh-CN" altLang="en-US" dirty="0"/>
              <a:t>函数运算符</a:t>
            </a:r>
            <a:r>
              <a:rPr lang="en-US" altLang="zh-CN" dirty="0"/>
              <a:t>()</a:t>
            </a:r>
            <a:r>
              <a:rPr lang="zh-CN" altLang="en-US" dirty="0"/>
              <a:t>，用于构造函数</a:t>
            </a:r>
            <a:endParaRPr lang="en-US" altLang="zh-CN" dirty="0"/>
          </a:p>
          <a:p>
            <a:pPr lvl="1"/>
            <a:r>
              <a:rPr lang="zh-CN" altLang="en-US" dirty="0"/>
              <a:t>指针运算符*，用于构造指针</a:t>
            </a:r>
            <a:endParaRPr lang="en-US" altLang="zh-CN" dirty="0"/>
          </a:p>
          <a:p>
            <a:r>
              <a:rPr lang="zh-CN" altLang="en-US" dirty="0"/>
              <a:t>语言规定，编译环境必须至少支持</a:t>
            </a:r>
            <a:r>
              <a:rPr lang="en-US" altLang="zh-CN" dirty="0"/>
              <a:t>12</a:t>
            </a:r>
            <a:r>
              <a:rPr lang="zh-CN" altLang="en-US" dirty="0"/>
              <a:t>层的声明符，即一个类型最多可以通过</a:t>
            </a:r>
            <a:r>
              <a:rPr lang="en-US" altLang="zh-CN" dirty="0"/>
              <a:t>12</a:t>
            </a:r>
            <a:r>
              <a:rPr lang="zh-CN" altLang="en-US" dirty="0"/>
              <a:t>次复合构造合成。</a:t>
            </a:r>
          </a:p>
        </p:txBody>
      </p:sp>
    </p:spTree>
    <p:extLst>
      <p:ext uri="{BB962C8B-B14F-4D97-AF65-F5344CB8AC3E}">
        <p14:creationId xmlns:p14="http://schemas.microsoft.com/office/powerpoint/2010/main" val="1000568708"/>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声明符</a:t>
            </a:r>
          </a:p>
        </p:txBody>
      </p:sp>
      <p:sp>
        <p:nvSpPr>
          <p:cNvPr id="3" name="内容占位符 2"/>
          <p:cNvSpPr>
            <a:spLocks noGrp="1"/>
          </p:cNvSpPr>
          <p:nvPr>
            <p:ph idx="1"/>
          </p:nvPr>
        </p:nvSpPr>
        <p:spPr>
          <a:xfrm>
            <a:off x="685800" y="1052736"/>
            <a:ext cx="3094112" cy="4755232"/>
          </a:xfrm>
        </p:spPr>
        <p:txBody>
          <a:bodyPr/>
          <a:lstStyle/>
          <a:p>
            <a:pPr marL="0" indent="0">
              <a:buNone/>
            </a:pPr>
            <a:r>
              <a:rPr lang="en-US" altLang="zh-CN" sz="1800" dirty="0" err="1"/>
              <a:t>declarator</a:t>
            </a:r>
            <a:r>
              <a:rPr lang="en-US" altLang="zh-CN" sz="1800" dirty="0"/>
              <a:t>	</a:t>
            </a:r>
          </a:p>
          <a:p>
            <a:pPr marL="0" indent="0">
              <a:buNone/>
            </a:pPr>
            <a:r>
              <a:rPr lang="en-US" altLang="zh-CN" sz="1800" dirty="0"/>
              <a:t>    : pointer </a:t>
            </a:r>
            <a:r>
              <a:rPr lang="en-US" altLang="zh-CN" sz="1800" dirty="0" err="1"/>
              <a:t>direct_declarator</a:t>
            </a:r>
            <a:r>
              <a:rPr lang="en-US" altLang="zh-CN" sz="1800" dirty="0"/>
              <a:t>	</a:t>
            </a:r>
          </a:p>
          <a:p>
            <a:pPr marL="0" indent="0">
              <a:buNone/>
            </a:pPr>
            <a:r>
              <a:rPr lang="en-US" altLang="zh-CN" sz="1800" dirty="0"/>
              <a:t>    | </a:t>
            </a:r>
            <a:r>
              <a:rPr lang="en-US" altLang="zh-CN" sz="1800" dirty="0" err="1"/>
              <a:t>direct_declarator</a:t>
            </a:r>
            <a:r>
              <a:rPr lang="en-US" altLang="zh-CN" sz="1800" dirty="0"/>
              <a:t>	</a:t>
            </a:r>
          </a:p>
          <a:p>
            <a:pPr marL="0" indent="0">
              <a:buNone/>
            </a:pPr>
            <a:r>
              <a:rPr lang="en-US" altLang="zh-CN" sz="1800" dirty="0"/>
              <a:t>    ;</a:t>
            </a:r>
          </a:p>
          <a:p>
            <a:pPr marL="0" indent="0">
              <a:buNone/>
            </a:pPr>
            <a:endParaRPr lang="en-US" altLang="zh-CN" sz="1800" dirty="0"/>
          </a:p>
        </p:txBody>
      </p:sp>
      <p:sp>
        <p:nvSpPr>
          <p:cNvPr id="4" name="内容占位符 2">
            <a:extLst>
              <a:ext uri="{FF2B5EF4-FFF2-40B4-BE49-F238E27FC236}">
                <a16:creationId xmlns:a16="http://schemas.microsoft.com/office/drawing/2014/main" id="{72F62796-68AA-479C-93D1-EFAE13D6D409}"/>
              </a:ext>
            </a:extLst>
          </p:cNvPr>
          <p:cNvSpPr txBox="1">
            <a:spLocks/>
          </p:cNvSpPr>
          <p:nvPr/>
        </p:nvSpPr>
        <p:spPr bwMode="auto">
          <a:xfrm>
            <a:off x="4572000" y="1052736"/>
            <a:ext cx="3886200" cy="4755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400">
                <a:solidFill>
                  <a:schemeClr val="tx1"/>
                </a:solidFill>
                <a:latin typeface="+mn-lt"/>
                <a:ea typeface="+mn-ea"/>
              </a:defRPr>
            </a:lvl2pPr>
            <a:lvl3pPr marL="1143000" indent="-228600" algn="l" rtl="0" eaLnBrk="0" fontAlgn="base" hangingPunct="0">
              <a:spcBef>
                <a:spcPct val="20000"/>
              </a:spcBef>
              <a:spcAft>
                <a:spcPct val="0"/>
              </a:spcAft>
              <a:buChar char="•"/>
              <a:defRPr kumimoji="1" sz="2000">
                <a:solidFill>
                  <a:schemeClr val="tx1"/>
                </a:solidFill>
                <a:latin typeface="+mn-lt"/>
                <a:ea typeface="+mn-ea"/>
              </a:defRPr>
            </a:lvl3pPr>
            <a:lvl4pPr marL="1600200" indent="-228600" algn="l" rtl="0" eaLnBrk="0" fontAlgn="base" hangingPunct="0">
              <a:spcBef>
                <a:spcPct val="20000"/>
              </a:spcBef>
              <a:spcAft>
                <a:spcPct val="0"/>
              </a:spcAft>
              <a:buChar char="–"/>
              <a:defRPr kumimoji="1" sz="1800">
                <a:solidFill>
                  <a:schemeClr val="tx1"/>
                </a:solidFill>
                <a:latin typeface="+mn-lt"/>
                <a:ea typeface="+mn-ea"/>
              </a:defRPr>
            </a:lvl4pPr>
            <a:lvl5pPr marL="2057400" indent="-228600" algn="l" rtl="0" eaLnBrk="0" fontAlgn="base" hangingPunct="0">
              <a:spcBef>
                <a:spcPct val="20000"/>
              </a:spcBef>
              <a:spcAft>
                <a:spcPct val="0"/>
              </a:spcAft>
              <a:buChar char="»"/>
              <a:defRPr kumimoji="1" sz="16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marL="0" indent="0">
              <a:buFontTx/>
              <a:buNone/>
            </a:pPr>
            <a:r>
              <a:rPr lang="en-US" altLang="zh-CN" sz="1800" kern="0" dirty="0"/>
              <a:t>〈</a:t>
            </a:r>
            <a:r>
              <a:rPr lang="zh-CN" altLang="en-US" sz="1800" kern="0" dirty="0"/>
              <a:t>声明符</a:t>
            </a:r>
            <a:r>
              <a:rPr lang="en-US" altLang="zh-CN" sz="1800" kern="0" dirty="0"/>
              <a:t>〉::=</a:t>
            </a:r>
          </a:p>
          <a:p>
            <a:pPr marL="0" indent="0">
              <a:buFontTx/>
              <a:buNone/>
            </a:pPr>
            <a:r>
              <a:rPr lang="en-US" altLang="zh-CN" sz="1800" kern="0" dirty="0"/>
              <a:t>      〈</a:t>
            </a:r>
            <a:r>
              <a:rPr lang="zh-CN" altLang="en-US" sz="1800" kern="0" dirty="0"/>
              <a:t>直接声明符</a:t>
            </a:r>
            <a:r>
              <a:rPr lang="en-US" altLang="zh-CN" sz="1800" kern="0" dirty="0"/>
              <a:t>〉</a:t>
            </a:r>
          </a:p>
          <a:p>
            <a:pPr marL="0" indent="0">
              <a:buFontTx/>
              <a:buNone/>
            </a:pPr>
            <a:r>
              <a:rPr lang="en-US" altLang="zh-CN" sz="1800" kern="0" dirty="0"/>
              <a:t>     |〈</a:t>
            </a:r>
            <a:r>
              <a:rPr lang="zh-CN" altLang="en-US" sz="1800" kern="0" dirty="0"/>
              <a:t>指针</a:t>
            </a:r>
            <a:r>
              <a:rPr lang="en-US" altLang="zh-CN" sz="1800" kern="0" dirty="0"/>
              <a:t>〉 〈</a:t>
            </a:r>
            <a:r>
              <a:rPr lang="zh-CN" altLang="en-US" sz="1800" kern="0" dirty="0"/>
              <a:t>直接声明符）</a:t>
            </a:r>
          </a:p>
          <a:p>
            <a:pPr marL="0" indent="0">
              <a:buFontTx/>
              <a:buNone/>
            </a:pPr>
            <a:endParaRPr lang="en-US" altLang="zh-CN" sz="1800" kern="0" dirty="0"/>
          </a:p>
        </p:txBody>
      </p:sp>
    </p:spTree>
    <p:extLst>
      <p:ext uri="{BB962C8B-B14F-4D97-AF65-F5344CB8AC3E}">
        <p14:creationId xmlns:p14="http://schemas.microsoft.com/office/powerpoint/2010/main" val="3463526339"/>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声明符</a:t>
            </a:r>
          </a:p>
        </p:txBody>
      </p:sp>
      <p:sp>
        <p:nvSpPr>
          <p:cNvPr id="3" name="内容占位符 2"/>
          <p:cNvSpPr>
            <a:spLocks noGrp="1"/>
          </p:cNvSpPr>
          <p:nvPr>
            <p:ph idx="1"/>
          </p:nvPr>
        </p:nvSpPr>
        <p:spPr/>
        <p:txBody>
          <a:bodyPr/>
          <a:lstStyle/>
          <a:p>
            <a:pPr marL="0" indent="0">
              <a:buNone/>
            </a:pPr>
            <a:r>
              <a:rPr lang="en-US" altLang="zh-CN" sz="1800" dirty="0"/>
              <a:t>〈</a:t>
            </a:r>
            <a:r>
              <a:rPr lang="zh-CN" altLang="en-US" sz="1800" dirty="0"/>
              <a:t>直接声明符</a:t>
            </a:r>
            <a:r>
              <a:rPr lang="en-US" altLang="zh-CN" sz="1800" dirty="0"/>
              <a:t>〉::=</a:t>
            </a:r>
          </a:p>
          <a:p>
            <a:pPr marL="0" indent="0">
              <a:buNone/>
            </a:pPr>
            <a:r>
              <a:rPr lang="en-US" altLang="zh-CN" sz="1800" dirty="0"/>
              <a:t>      〈</a:t>
            </a:r>
            <a:r>
              <a:rPr lang="zh-CN" altLang="en-US" sz="1800" dirty="0"/>
              <a:t>标识符</a:t>
            </a:r>
            <a:r>
              <a:rPr lang="en-US" altLang="zh-CN" sz="1800" dirty="0"/>
              <a:t>〉</a:t>
            </a:r>
          </a:p>
          <a:p>
            <a:pPr marL="0" indent="0">
              <a:buNone/>
            </a:pPr>
            <a:r>
              <a:rPr lang="en-US" altLang="zh-CN" sz="1800" dirty="0"/>
              <a:t>    |</a:t>
            </a:r>
            <a:r>
              <a:rPr lang="zh-CN" altLang="en-US" sz="1800" dirty="0"/>
              <a:t>（</a:t>
            </a:r>
            <a:r>
              <a:rPr lang="en-US" altLang="zh-CN" sz="1800" dirty="0"/>
              <a:t>〈</a:t>
            </a:r>
            <a:r>
              <a:rPr lang="zh-CN" altLang="en-US" sz="1800" dirty="0"/>
              <a:t>声明符</a:t>
            </a:r>
            <a:r>
              <a:rPr lang="en-US" altLang="zh-CN" sz="1800" dirty="0"/>
              <a:t>〉</a:t>
            </a:r>
            <a:r>
              <a:rPr lang="zh-CN" altLang="en-US" sz="1800" dirty="0"/>
              <a:t>）</a:t>
            </a:r>
          </a:p>
          <a:p>
            <a:pPr marL="0" indent="0">
              <a:buNone/>
            </a:pPr>
            <a:r>
              <a:rPr lang="en-US" altLang="zh-CN" sz="1800" dirty="0"/>
              <a:t>    |〈</a:t>
            </a:r>
            <a:r>
              <a:rPr lang="zh-CN" altLang="en-US" sz="1800" dirty="0"/>
              <a:t>直接声明符</a:t>
            </a:r>
            <a:r>
              <a:rPr lang="en-US" altLang="zh-CN" sz="1800" dirty="0"/>
              <a:t>〉[ ]</a:t>
            </a:r>
            <a:endParaRPr lang="zh-CN" altLang="en-US" sz="1800" dirty="0"/>
          </a:p>
          <a:p>
            <a:pPr marL="0" indent="0">
              <a:buNone/>
            </a:pPr>
            <a:r>
              <a:rPr lang="en-US" altLang="zh-CN" sz="1800" dirty="0"/>
              <a:t>    |〈</a:t>
            </a:r>
            <a:r>
              <a:rPr lang="zh-CN" altLang="en-US" sz="1800" dirty="0"/>
              <a:t>直接声明符</a:t>
            </a:r>
            <a:r>
              <a:rPr lang="en-US" altLang="zh-CN" sz="1800" dirty="0"/>
              <a:t>〉[〈</a:t>
            </a:r>
            <a:r>
              <a:rPr lang="zh-CN" altLang="en-US" sz="1800" dirty="0"/>
              <a:t>常量表达式</a:t>
            </a:r>
            <a:r>
              <a:rPr lang="en-US" altLang="zh-CN" sz="1800" dirty="0"/>
              <a:t>〉]</a:t>
            </a:r>
            <a:endParaRPr lang="zh-CN" altLang="en-US" sz="1800" dirty="0"/>
          </a:p>
          <a:p>
            <a:pPr marL="0" indent="0">
              <a:buNone/>
            </a:pPr>
            <a:r>
              <a:rPr lang="en-US" altLang="zh-CN" sz="1800" dirty="0"/>
              <a:t>    |〈</a:t>
            </a:r>
            <a:r>
              <a:rPr lang="zh-CN" altLang="en-US" sz="1800" dirty="0"/>
              <a:t>直接声明符</a:t>
            </a:r>
            <a:r>
              <a:rPr lang="en-US" altLang="zh-CN" sz="1800" dirty="0"/>
              <a:t>〉</a:t>
            </a:r>
            <a:r>
              <a:rPr lang="zh-CN" altLang="en-US" sz="1800" dirty="0"/>
              <a:t>（</a:t>
            </a:r>
            <a:r>
              <a:rPr lang="en-US" altLang="zh-CN" sz="1800" dirty="0"/>
              <a:t>〈</a:t>
            </a:r>
            <a:r>
              <a:rPr lang="zh-CN" altLang="en-US" sz="1800" dirty="0"/>
              <a:t>参数类型表</a:t>
            </a:r>
            <a:r>
              <a:rPr lang="en-US" altLang="zh-CN" sz="1800" dirty="0"/>
              <a:t>〉</a:t>
            </a:r>
            <a:r>
              <a:rPr lang="zh-CN" altLang="en-US" sz="1800" dirty="0"/>
              <a:t>）</a:t>
            </a:r>
          </a:p>
          <a:p>
            <a:pPr marL="0" indent="0">
              <a:buNone/>
            </a:pPr>
            <a:r>
              <a:rPr lang="en-US" altLang="zh-CN" sz="1800" dirty="0"/>
              <a:t>    |〈</a:t>
            </a:r>
            <a:r>
              <a:rPr lang="zh-CN" altLang="en-US" sz="1800" dirty="0"/>
              <a:t>直接声明符</a:t>
            </a:r>
            <a:r>
              <a:rPr lang="en-US" altLang="zh-CN" sz="1800" dirty="0"/>
              <a:t>〉</a:t>
            </a:r>
            <a:r>
              <a:rPr lang="zh-CN" altLang="en-US" sz="1800" dirty="0"/>
              <a:t>（）</a:t>
            </a:r>
          </a:p>
          <a:p>
            <a:pPr marL="0" indent="0">
              <a:buNone/>
            </a:pPr>
            <a:r>
              <a:rPr lang="en-US" altLang="zh-CN" sz="1800" dirty="0"/>
              <a:t>    |〈</a:t>
            </a:r>
            <a:r>
              <a:rPr lang="zh-CN" altLang="en-US" sz="1800" dirty="0"/>
              <a:t>直接声明符</a:t>
            </a:r>
            <a:r>
              <a:rPr lang="en-US" altLang="zh-CN" sz="1800" dirty="0"/>
              <a:t>〉</a:t>
            </a:r>
            <a:r>
              <a:rPr lang="zh-CN" altLang="en-US" sz="1800" dirty="0"/>
              <a:t>（</a:t>
            </a:r>
            <a:r>
              <a:rPr lang="en-US" altLang="zh-CN" sz="1800" dirty="0"/>
              <a:t>〈</a:t>
            </a:r>
            <a:r>
              <a:rPr lang="zh-CN" altLang="en-US" sz="1800" dirty="0"/>
              <a:t>标识符表</a:t>
            </a:r>
            <a:r>
              <a:rPr lang="en-US" altLang="zh-CN" sz="1800" dirty="0"/>
              <a:t>〉</a:t>
            </a:r>
            <a:r>
              <a:rPr lang="zh-CN" altLang="en-US" sz="1800" dirty="0"/>
              <a:t>）</a:t>
            </a:r>
          </a:p>
        </p:txBody>
      </p:sp>
    </p:spTree>
    <p:extLst>
      <p:ext uri="{BB962C8B-B14F-4D97-AF65-F5344CB8AC3E}">
        <p14:creationId xmlns:p14="http://schemas.microsoft.com/office/powerpoint/2010/main" val="1913352037"/>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声明符</a:t>
            </a:r>
          </a:p>
        </p:txBody>
      </p:sp>
      <p:sp>
        <p:nvSpPr>
          <p:cNvPr id="3" name="内容占位符 2"/>
          <p:cNvSpPr>
            <a:spLocks noGrp="1"/>
          </p:cNvSpPr>
          <p:nvPr>
            <p:ph idx="1"/>
          </p:nvPr>
        </p:nvSpPr>
        <p:spPr/>
        <p:txBody>
          <a:bodyPr/>
          <a:lstStyle/>
          <a:p>
            <a:pPr marL="0" indent="0">
              <a:buNone/>
            </a:pPr>
            <a:r>
              <a:rPr lang="en-US" altLang="zh-CN" sz="1800" dirty="0" err="1">
                <a:solidFill>
                  <a:srgbClr val="000000"/>
                </a:solidFill>
              </a:rPr>
              <a:t>direct_declarator</a:t>
            </a:r>
            <a:r>
              <a:rPr lang="en-US" altLang="zh-CN" sz="1800" dirty="0">
                <a:solidFill>
                  <a:srgbClr val="000000"/>
                </a:solidFill>
              </a:rPr>
              <a:t>	</a:t>
            </a:r>
          </a:p>
          <a:p>
            <a:pPr marL="0" indent="0">
              <a:buNone/>
            </a:pPr>
            <a:r>
              <a:rPr lang="en-US" altLang="zh-CN" sz="1800" dirty="0">
                <a:solidFill>
                  <a:srgbClr val="000000"/>
                </a:solidFill>
              </a:rPr>
              <a:t>    : IDENTIFIER</a:t>
            </a:r>
          </a:p>
          <a:p>
            <a:pPr marL="0" indent="0">
              <a:buNone/>
            </a:pPr>
            <a:r>
              <a:rPr lang="en-US" altLang="zh-CN" sz="1800" dirty="0">
                <a:solidFill>
                  <a:srgbClr val="000000"/>
                </a:solidFill>
              </a:rPr>
              <a:t>    | '(' </a:t>
            </a:r>
            <a:r>
              <a:rPr lang="en-US" altLang="zh-CN" sz="1800" dirty="0" err="1">
                <a:solidFill>
                  <a:srgbClr val="000000"/>
                </a:solidFill>
              </a:rPr>
              <a:t>declarator</a:t>
            </a:r>
            <a:r>
              <a:rPr lang="en-US" altLang="zh-CN" sz="1800" dirty="0">
                <a:solidFill>
                  <a:srgbClr val="000000"/>
                </a:solidFill>
              </a:rPr>
              <a:t> ')'	</a:t>
            </a:r>
          </a:p>
          <a:p>
            <a:pPr marL="0" indent="0">
              <a:buNone/>
            </a:pPr>
            <a:r>
              <a:rPr lang="en-US" altLang="zh-CN" sz="1800" dirty="0">
                <a:solidFill>
                  <a:srgbClr val="000000"/>
                </a:solidFill>
              </a:rPr>
              <a:t>    | </a:t>
            </a:r>
            <a:r>
              <a:rPr lang="en-US" altLang="zh-CN" sz="1800" dirty="0" err="1">
                <a:solidFill>
                  <a:srgbClr val="000000"/>
                </a:solidFill>
              </a:rPr>
              <a:t>direct_declarator</a:t>
            </a:r>
            <a:r>
              <a:rPr lang="en-US" altLang="zh-CN" sz="1800" dirty="0">
                <a:solidFill>
                  <a:srgbClr val="000000"/>
                </a:solidFill>
              </a:rPr>
              <a:t> '[' </a:t>
            </a:r>
            <a:r>
              <a:rPr lang="en-US" altLang="zh-CN" sz="1800" dirty="0" err="1">
                <a:solidFill>
                  <a:srgbClr val="000000"/>
                </a:solidFill>
              </a:rPr>
              <a:t>type_qualifier_list</a:t>
            </a:r>
            <a:r>
              <a:rPr lang="en-US" altLang="zh-CN" sz="1800" dirty="0">
                <a:solidFill>
                  <a:srgbClr val="000000"/>
                </a:solidFill>
              </a:rPr>
              <a:t> </a:t>
            </a:r>
            <a:r>
              <a:rPr lang="en-US" altLang="zh-CN" sz="1800" dirty="0" err="1">
                <a:solidFill>
                  <a:srgbClr val="000000"/>
                </a:solidFill>
              </a:rPr>
              <a:t>assignment_expression</a:t>
            </a:r>
            <a:r>
              <a:rPr lang="en-US" altLang="zh-CN" sz="1800" dirty="0">
                <a:solidFill>
                  <a:srgbClr val="000000"/>
                </a:solidFill>
              </a:rPr>
              <a:t> ']'	</a:t>
            </a:r>
          </a:p>
          <a:p>
            <a:pPr marL="0" indent="0">
              <a:buNone/>
            </a:pPr>
            <a:r>
              <a:rPr lang="en-US" altLang="zh-CN" sz="1800" dirty="0">
                <a:solidFill>
                  <a:srgbClr val="000000"/>
                </a:solidFill>
              </a:rPr>
              <a:t>    | </a:t>
            </a:r>
            <a:r>
              <a:rPr lang="en-US" altLang="zh-CN" sz="1800" dirty="0" err="1">
                <a:solidFill>
                  <a:srgbClr val="000000"/>
                </a:solidFill>
              </a:rPr>
              <a:t>direct_declarator</a:t>
            </a:r>
            <a:r>
              <a:rPr lang="en-US" altLang="zh-CN" sz="1800" dirty="0">
                <a:solidFill>
                  <a:srgbClr val="000000"/>
                </a:solidFill>
              </a:rPr>
              <a:t> '[' </a:t>
            </a:r>
            <a:r>
              <a:rPr lang="en-US" altLang="zh-CN" sz="1800" dirty="0" err="1">
                <a:solidFill>
                  <a:srgbClr val="000000"/>
                </a:solidFill>
              </a:rPr>
              <a:t>type_qualifier_list</a:t>
            </a:r>
            <a:r>
              <a:rPr lang="en-US" altLang="zh-CN" sz="1800" dirty="0">
                <a:solidFill>
                  <a:srgbClr val="000000"/>
                </a:solidFill>
              </a:rPr>
              <a:t> ']'	</a:t>
            </a:r>
          </a:p>
          <a:p>
            <a:pPr marL="0" indent="0">
              <a:buNone/>
            </a:pPr>
            <a:r>
              <a:rPr lang="en-US" altLang="zh-CN" sz="1800" dirty="0">
                <a:solidFill>
                  <a:srgbClr val="000000"/>
                </a:solidFill>
              </a:rPr>
              <a:t>    | </a:t>
            </a:r>
            <a:r>
              <a:rPr lang="en-US" altLang="zh-CN" sz="1800" dirty="0" err="1">
                <a:solidFill>
                  <a:srgbClr val="000000"/>
                </a:solidFill>
              </a:rPr>
              <a:t>direct_declarator</a:t>
            </a:r>
            <a:r>
              <a:rPr lang="en-US" altLang="zh-CN" sz="1800" dirty="0">
                <a:solidFill>
                  <a:srgbClr val="000000"/>
                </a:solidFill>
              </a:rPr>
              <a:t> '[' </a:t>
            </a:r>
            <a:r>
              <a:rPr lang="en-US" altLang="zh-CN" sz="1800" dirty="0" err="1">
                <a:solidFill>
                  <a:srgbClr val="000000"/>
                </a:solidFill>
              </a:rPr>
              <a:t>assignment_expression</a:t>
            </a:r>
            <a:r>
              <a:rPr lang="en-US" altLang="zh-CN" sz="1800" dirty="0">
                <a:solidFill>
                  <a:srgbClr val="000000"/>
                </a:solidFill>
              </a:rPr>
              <a:t> ']'	</a:t>
            </a:r>
          </a:p>
          <a:p>
            <a:pPr marL="0" indent="0">
              <a:buNone/>
            </a:pPr>
            <a:r>
              <a:rPr lang="en-US" altLang="zh-CN" sz="1800" dirty="0">
                <a:solidFill>
                  <a:srgbClr val="000000"/>
                </a:solidFill>
              </a:rPr>
              <a:t>    | </a:t>
            </a:r>
            <a:r>
              <a:rPr lang="en-US" altLang="zh-CN" sz="1800" dirty="0" err="1">
                <a:solidFill>
                  <a:srgbClr val="000000"/>
                </a:solidFill>
              </a:rPr>
              <a:t>direct_declarator</a:t>
            </a:r>
            <a:r>
              <a:rPr lang="en-US" altLang="zh-CN" sz="1800" dirty="0">
                <a:solidFill>
                  <a:srgbClr val="000000"/>
                </a:solidFill>
              </a:rPr>
              <a:t> '[' STATIC </a:t>
            </a:r>
            <a:r>
              <a:rPr lang="en-US" altLang="zh-CN" sz="1800" dirty="0" err="1">
                <a:solidFill>
                  <a:srgbClr val="000000"/>
                </a:solidFill>
              </a:rPr>
              <a:t>type_qualifier_list</a:t>
            </a:r>
            <a:r>
              <a:rPr lang="en-US" altLang="zh-CN" sz="1800" dirty="0">
                <a:solidFill>
                  <a:srgbClr val="000000"/>
                </a:solidFill>
              </a:rPr>
              <a:t> </a:t>
            </a:r>
            <a:r>
              <a:rPr lang="en-US" altLang="zh-CN" sz="1800" dirty="0" err="1">
                <a:solidFill>
                  <a:srgbClr val="000000"/>
                </a:solidFill>
              </a:rPr>
              <a:t>assignment_expression</a:t>
            </a:r>
            <a:r>
              <a:rPr lang="en-US" altLang="zh-CN" sz="1800" dirty="0">
                <a:solidFill>
                  <a:srgbClr val="000000"/>
                </a:solidFill>
              </a:rPr>
              <a:t> ']'	</a:t>
            </a:r>
          </a:p>
          <a:p>
            <a:pPr marL="0" indent="0">
              <a:buNone/>
            </a:pPr>
            <a:r>
              <a:rPr lang="en-US" altLang="zh-CN" sz="1800" dirty="0">
                <a:solidFill>
                  <a:srgbClr val="000000"/>
                </a:solidFill>
              </a:rPr>
              <a:t>    | </a:t>
            </a:r>
            <a:r>
              <a:rPr lang="en-US" altLang="zh-CN" sz="1800" dirty="0" err="1">
                <a:solidFill>
                  <a:srgbClr val="000000"/>
                </a:solidFill>
              </a:rPr>
              <a:t>direct_declarator</a:t>
            </a:r>
            <a:r>
              <a:rPr lang="en-US" altLang="zh-CN" sz="1800" dirty="0">
                <a:solidFill>
                  <a:srgbClr val="000000"/>
                </a:solidFill>
              </a:rPr>
              <a:t> '[' </a:t>
            </a:r>
            <a:r>
              <a:rPr lang="en-US" altLang="zh-CN" sz="1800" dirty="0" err="1">
                <a:solidFill>
                  <a:srgbClr val="000000"/>
                </a:solidFill>
              </a:rPr>
              <a:t>type_qualifier_list</a:t>
            </a:r>
            <a:r>
              <a:rPr lang="en-US" altLang="zh-CN" sz="1800" dirty="0">
                <a:solidFill>
                  <a:srgbClr val="000000"/>
                </a:solidFill>
              </a:rPr>
              <a:t> STATIC </a:t>
            </a:r>
            <a:r>
              <a:rPr lang="en-US" altLang="zh-CN" sz="1800" dirty="0" err="1">
                <a:solidFill>
                  <a:srgbClr val="000000"/>
                </a:solidFill>
              </a:rPr>
              <a:t>assignment_expression</a:t>
            </a:r>
            <a:r>
              <a:rPr lang="en-US" altLang="zh-CN" sz="1800" dirty="0">
                <a:solidFill>
                  <a:srgbClr val="000000"/>
                </a:solidFill>
              </a:rPr>
              <a:t> ']'	</a:t>
            </a:r>
          </a:p>
          <a:p>
            <a:pPr marL="0" indent="0">
              <a:buNone/>
            </a:pPr>
            <a:r>
              <a:rPr lang="en-US" altLang="zh-CN" sz="1800" dirty="0">
                <a:solidFill>
                  <a:srgbClr val="000000"/>
                </a:solidFill>
              </a:rPr>
              <a:t>    | </a:t>
            </a:r>
            <a:r>
              <a:rPr lang="en-US" altLang="zh-CN" sz="1800" dirty="0" err="1">
                <a:solidFill>
                  <a:srgbClr val="000000"/>
                </a:solidFill>
              </a:rPr>
              <a:t>direct_declarator</a:t>
            </a:r>
            <a:r>
              <a:rPr lang="en-US" altLang="zh-CN" sz="1800" dirty="0">
                <a:solidFill>
                  <a:srgbClr val="000000"/>
                </a:solidFill>
              </a:rPr>
              <a:t> '[' </a:t>
            </a:r>
            <a:r>
              <a:rPr lang="en-US" altLang="zh-CN" sz="1800" dirty="0" err="1">
                <a:solidFill>
                  <a:srgbClr val="000000"/>
                </a:solidFill>
              </a:rPr>
              <a:t>type_qualifier_list</a:t>
            </a:r>
            <a:r>
              <a:rPr lang="en-US" altLang="zh-CN" sz="1800" dirty="0">
                <a:solidFill>
                  <a:srgbClr val="000000"/>
                </a:solidFill>
              </a:rPr>
              <a:t> '*' ']'	</a:t>
            </a:r>
          </a:p>
          <a:p>
            <a:pPr marL="0" indent="0">
              <a:buNone/>
            </a:pPr>
            <a:r>
              <a:rPr lang="en-US" altLang="zh-CN" sz="1800" dirty="0">
                <a:solidFill>
                  <a:srgbClr val="000000"/>
                </a:solidFill>
              </a:rPr>
              <a:t>    | </a:t>
            </a:r>
            <a:r>
              <a:rPr lang="en-US" altLang="zh-CN" sz="1800" dirty="0" err="1">
                <a:solidFill>
                  <a:srgbClr val="000000"/>
                </a:solidFill>
              </a:rPr>
              <a:t>direct_declarator</a:t>
            </a:r>
            <a:r>
              <a:rPr lang="en-US" altLang="zh-CN" sz="1800" dirty="0">
                <a:solidFill>
                  <a:srgbClr val="000000"/>
                </a:solidFill>
              </a:rPr>
              <a:t> '[' '*' ']'	</a:t>
            </a:r>
          </a:p>
          <a:p>
            <a:pPr marL="0" indent="0">
              <a:buNone/>
            </a:pPr>
            <a:r>
              <a:rPr lang="en-US" altLang="zh-CN" sz="1800" dirty="0">
                <a:solidFill>
                  <a:srgbClr val="000000"/>
                </a:solidFill>
              </a:rPr>
              <a:t>    | </a:t>
            </a:r>
            <a:r>
              <a:rPr lang="en-US" altLang="zh-CN" sz="1800" dirty="0" err="1">
                <a:solidFill>
                  <a:srgbClr val="000000"/>
                </a:solidFill>
              </a:rPr>
              <a:t>direct_declarator</a:t>
            </a:r>
            <a:r>
              <a:rPr lang="en-US" altLang="zh-CN" sz="1800" dirty="0">
                <a:solidFill>
                  <a:srgbClr val="000000"/>
                </a:solidFill>
              </a:rPr>
              <a:t> '[' ']'	</a:t>
            </a:r>
          </a:p>
          <a:p>
            <a:pPr marL="0" indent="0">
              <a:buNone/>
            </a:pPr>
            <a:r>
              <a:rPr lang="en-US" altLang="zh-CN" sz="1800" dirty="0">
                <a:solidFill>
                  <a:srgbClr val="000000"/>
                </a:solidFill>
              </a:rPr>
              <a:t>    | </a:t>
            </a:r>
            <a:r>
              <a:rPr lang="en-US" altLang="zh-CN" sz="1800" dirty="0" err="1">
                <a:solidFill>
                  <a:srgbClr val="000000"/>
                </a:solidFill>
              </a:rPr>
              <a:t>direct_declarator</a:t>
            </a:r>
            <a:r>
              <a:rPr lang="en-US" altLang="zh-CN" sz="1800" dirty="0">
                <a:solidFill>
                  <a:srgbClr val="000000"/>
                </a:solidFill>
              </a:rPr>
              <a:t> '(' </a:t>
            </a:r>
            <a:r>
              <a:rPr lang="en-US" altLang="zh-CN" sz="1800" dirty="0" err="1">
                <a:solidFill>
                  <a:srgbClr val="000000"/>
                </a:solidFill>
              </a:rPr>
              <a:t>parameter_type_list</a:t>
            </a:r>
            <a:r>
              <a:rPr lang="en-US" altLang="zh-CN" sz="1800" dirty="0">
                <a:solidFill>
                  <a:srgbClr val="000000"/>
                </a:solidFill>
              </a:rPr>
              <a:t> ')'	</a:t>
            </a:r>
          </a:p>
          <a:p>
            <a:pPr marL="0" indent="0">
              <a:buNone/>
            </a:pPr>
            <a:r>
              <a:rPr lang="en-US" altLang="zh-CN" sz="1800" dirty="0">
                <a:solidFill>
                  <a:srgbClr val="000000"/>
                </a:solidFill>
              </a:rPr>
              <a:t>    | </a:t>
            </a:r>
            <a:r>
              <a:rPr lang="en-US" altLang="zh-CN" sz="1800" dirty="0" err="1">
                <a:solidFill>
                  <a:srgbClr val="000000"/>
                </a:solidFill>
              </a:rPr>
              <a:t>direct_declarator</a:t>
            </a:r>
            <a:r>
              <a:rPr lang="en-US" altLang="zh-CN" sz="1800" dirty="0">
                <a:solidFill>
                  <a:srgbClr val="000000"/>
                </a:solidFill>
              </a:rPr>
              <a:t> '(' </a:t>
            </a:r>
            <a:r>
              <a:rPr lang="en-US" altLang="zh-CN" sz="1800" dirty="0" err="1">
                <a:solidFill>
                  <a:srgbClr val="000000"/>
                </a:solidFill>
              </a:rPr>
              <a:t>identifier_list</a:t>
            </a:r>
            <a:r>
              <a:rPr lang="en-US" altLang="zh-CN" sz="1800" dirty="0">
                <a:solidFill>
                  <a:srgbClr val="000000"/>
                </a:solidFill>
              </a:rPr>
              <a:t> ')'	</a:t>
            </a:r>
          </a:p>
          <a:p>
            <a:pPr marL="0" indent="0">
              <a:buNone/>
            </a:pPr>
            <a:r>
              <a:rPr lang="en-US" altLang="zh-CN" sz="1800" dirty="0">
                <a:solidFill>
                  <a:srgbClr val="000000"/>
                </a:solidFill>
              </a:rPr>
              <a:t>    | </a:t>
            </a:r>
            <a:r>
              <a:rPr lang="en-US" altLang="zh-CN" sz="1800" dirty="0" err="1">
                <a:solidFill>
                  <a:srgbClr val="000000"/>
                </a:solidFill>
              </a:rPr>
              <a:t>direct_declarator</a:t>
            </a:r>
            <a:r>
              <a:rPr lang="en-US" altLang="zh-CN" sz="1800" dirty="0">
                <a:solidFill>
                  <a:srgbClr val="000000"/>
                </a:solidFill>
              </a:rPr>
              <a:t> '(' ')'	</a:t>
            </a:r>
          </a:p>
          <a:p>
            <a:pPr marL="0" indent="0">
              <a:buNone/>
            </a:pPr>
            <a:r>
              <a:rPr lang="en-US" altLang="zh-CN" sz="1800" dirty="0">
                <a:solidFill>
                  <a:srgbClr val="000000"/>
                </a:solidFill>
              </a:rPr>
              <a:t>    ;</a:t>
            </a:r>
            <a:endParaRPr lang="zh-CN" altLang="en-US" sz="1800" dirty="0">
              <a:solidFill>
                <a:srgbClr val="000000"/>
              </a:solidFill>
            </a:endParaRPr>
          </a:p>
          <a:p>
            <a:pPr marL="0" indent="0">
              <a:buNone/>
            </a:pPr>
            <a:endParaRPr lang="zh-CN" altLang="en-US" dirty="0"/>
          </a:p>
        </p:txBody>
      </p:sp>
    </p:spTree>
    <p:extLst>
      <p:ext uri="{BB962C8B-B14F-4D97-AF65-F5344CB8AC3E}">
        <p14:creationId xmlns:p14="http://schemas.microsoft.com/office/powerpoint/2010/main" val="477214696"/>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声明符</a:t>
            </a:r>
          </a:p>
        </p:txBody>
      </p:sp>
      <p:sp>
        <p:nvSpPr>
          <p:cNvPr id="3" name="内容占位符 2"/>
          <p:cNvSpPr>
            <a:spLocks noGrp="1"/>
          </p:cNvSpPr>
          <p:nvPr>
            <p:ph idx="1"/>
          </p:nvPr>
        </p:nvSpPr>
        <p:spPr/>
        <p:txBody>
          <a:bodyPr/>
          <a:lstStyle/>
          <a:p>
            <a:pPr marL="0" indent="0">
              <a:buNone/>
            </a:pPr>
            <a:r>
              <a:rPr lang="en-US" altLang="zh-CN" sz="1800" dirty="0">
                <a:solidFill>
                  <a:srgbClr val="000000"/>
                </a:solidFill>
              </a:rPr>
              <a:t>〈</a:t>
            </a:r>
            <a:r>
              <a:rPr lang="zh-CN" altLang="en-US" sz="1800" dirty="0">
                <a:solidFill>
                  <a:srgbClr val="000000"/>
                </a:solidFill>
              </a:rPr>
              <a:t>指针</a:t>
            </a:r>
            <a:r>
              <a:rPr lang="en-US" altLang="zh-CN" sz="1800" dirty="0">
                <a:solidFill>
                  <a:srgbClr val="000000"/>
                </a:solidFill>
              </a:rPr>
              <a:t>〉</a:t>
            </a:r>
            <a:r>
              <a:rPr lang="en-US" altLang="zh-CN" sz="1800" dirty="0"/>
              <a:t>::</a:t>
            </a:r>
            <a:r>
              <a:rPr lang="en-US" altLang="zh-CN" sz="1800" dirty="0">
                <a:solidFill>
                  <a:srgbClr val="000000"/>
                </a:solidFill>
              </a:rPr>
              <a:t>= </a:t>
            </a:r>
          </a:p>
          <a:p>
            <a:pPr marL="0" indent="0">
              <a:buNone/>
            </a:pPr>
            <a:r>
              <a:rPr lang="en-US" altLang="zh-CN" sz="1800" dirty="0">
                <a:solidFill>
                  <a:srgbClr val="000000"/>
                </a:solidFill>
              </a:rPr>
              <a:t>      *</a:t>
            </a:r>
          </a:p>
          <a:p>
            <a:pPr marL="0" indent="0">
              <a:buNone/>
            </a:pPr>
            <a:r>
              <a:rPr lang="en-US" altLang="zh-CN" sz="1800" dirty="0">
                <a:solidFill>
                  <a:srgbClr val="000000"/>
                </a:solidFill>
              </a:rPr>
              <a:t>    | *〈</a:t>
            </a:r>
            <a:r>
              <a:rPr lang="zh-CN" altLang="en-US" sz="1800" dirty="0">
                <a:solidFill>
                  <a:srgbClr val="000000"/>
                </a:solidFill>
              </a:rPr>
              <a:t>类型限定符表</a:t>
            </a:r>
            <a:r>
              <a:rPr lang="en-US" altLang="zh-CN" sz="1800" dirty="0">
                <a:solidFill>
                  <a:srgbClr val="000000"/>
                </a:solidFill>
              </a:rPr>
              <a:t>〉</a:t>
            </a:r>
          </a:p>
          <a:p>
            <a:pPr marL="0" indent="0">
              <a:buNone/>
            </a:pPr>
            <a:r>
              <a:rPr lang="en-US" altLang="zh-CN" sz="1800" dirty="0">
                <a:solidFill>
                  <a:srgbClr val="000000"/>
                </a:solidFill>
              </a:rPr>
              <a:t>    | *〈</a:t>
            </a:r>
            <a:r>
              <a:rPr lang="zh-CN" altLang="en-US" sz="1800" dirty="0">
                <a:solidFill>
                  <a:srgbClr val="000000"/>
                </a:solidFill>
              </a:rPr>
              <a:t>指针</a:t>
            </a:r>
            <a:r>
              <a:rPr lang="en-US" altLang="zh-CN" sz="1800" dirty="0">
                <a:solidFill>
                  <a:srgbClr val="000000"/>
                </a:solidFill>
              </a:rPr>
              <a:t>〉</a:t>
            </a:r>
            <a:endParaRPr lang="zh-CN" altLang="en-US" sz="1800" dirty="0">
              <a:solidFill>
                <a:srgbClr val="000000"/>
              </a:solidFill>
            </a:endParaRPr>
          </a:p>
          <a:p>
            <a:pPr marL="0" indent="0">
              <a:buNone/>
            </a:pPr>
            <a:r>
              <a:rPr lang="en-US" altLang="zh-CN" sz="1800" dirty="0">
                <a:solidFill>
                  <a:srgbClr val="000000"/>
                </a:solidFill>
              </a:rPr>
              <a:t>    |*〈</a:t>
            </a:r>
            <a:r>
              <a:rPr lang="zh-CN" altLang="en-US" sz="1800" dirty="0">
                <a:solidFill>
                  <a:srgbClr val="000000"/>
                </a:solidFill>
              </a:rPr>
              <a:t>类型限定符表</a:t>
            </a:r>
            <a:r>
              <a:rPr lang="en-US" altLang="zh-CN" sz="1800" dirty="0">
                <a:solidFill>
                  <a:srgbClr val="000000"/>
                </a:solidFill>
              </a:rPr>
              <a:t>〉〈</a:t>
            </a:r>
            <a:r>
              <a:rPr lang="zh-CN" altLang="en-US" sz="1800" dirty="0">
                <a:solidFill>
                  <a:srgbClr val="000000"/>
                </a:solidFill>
              </a:rPr>
              <a:t>指针</a:t>
            </a:r>
            <a:r>
              <a:rPr lang="en-US" altLang="zh-CN" sz="1800" dirty="0">
                <a:solidFill>
                  <a:srgbClr val="000000"/>
                </a:solidFill>
              </a:rPr>
              <a:t>〉</a:t>
            </a:r>
          </a:p>
          <a:p>
            <a:pPr marL="0" indent="0">
              <a:buNone/>
            </a:pPr>
            <a:endParaRPr lang="en-US" altLang="zh-CN" sz="1800" dirty="0">
              <a:solidFill>
                <a:srgbClr val="000000"/>
              </a:solidFill>
            </a:endParaRPr>
          </a:p>
          <a:p>
            <a:pPr marL="0" indent="0">
              <a:buNone/>
            </a:pPr>
            <a:r>
              <a:rPr lang="en-US" altLang="zh-CN" sz="1800" dirty="0">
                <a:solidFill>
                  <a:srgbClr val="000000"/>
                </a:solidFill>
              </a:rPr>
              <a:t>〈</a:t>
            </a:r>
            <a:r>
              <a:rPr lang="zh-CN" altLang="en-US" sz="1800" dirty="0">
                <a:solidFill>
                  <a:srgbClr val="000000"/>
                </a:solidFill>
              </a:rPr>
              <a:t>类型限定符表</a:t>
            </a:r>
            <a:r>
              <a:rPr lang="en-US" altLang="zh-CN" sz="1800" dirty="0">
                <a:solidFill>
                  <a:srgbClr val="000000"/>
                </a:solidFill>
              </a:rPr>
              <a:t>〉</a:t>
            </a:r>
            <a:r>
              <a:rPr lang="en-US" altLang="zh-CN" sz="1800" dirty="0"/>
              <a:t>::</a:t>
            </a:r>
            <a:r>
              <a:rPr lang="en-US" altLang="zh-CN" sz="1800" dirty="0">
                <a:solidFill>
                  <a:srgbClr val="000000"/>
                </a:solidFill>
              </a:rPr>
              <a:t>=</a:t>
            </a:r>
          </a:p>
          <a:p>
            <a:pPr marL="0" indent="0">
              <a:buNone/>
            </a:pPr>
            <a:r>
              <a:rPr lang="en-US" altLang="zh-CN" sz="1800" dirty="0">
                <a:solidFill>
                  <a:srgbClr val="000000"/>
                </a:solidFill>
              </a:rPr>
              <a:t>      〈</a:t>
            </a:r>
            <a:r>
              <a:rPr lang="zh-CN" altLang="en-US" sz="1800" dirty="0">
                <a:solidFill>
                  <a:srgbClr val="000000"/>
                </a:solidFill>
              </a:rPr>
              <a:t>类型限定符</a:t>
            </a:r>
            <a:r>
              <a:rPr lang="en-US" altLang="zh-CN" sz="1800" dirty="0">
                <a:solidFill>
                  <a:srgbClr val="000000"/>
                </a:solidFill>
              </a:rPr>
              <a:t>〉</a:t>
            </a:r>
          </a:p>
          <a:p>
            <a:pPr marL="0" indent="0">
              <a:buNone/>
            </a:pPr>
            <a:r>
              <a:rPr lang="en-US" altLang="zh-CN" sz="1800" dirty="0">
                <a:solidFill>
                  <a:srgbClr val="000000"/>
                </a:solidFill>
              </a:rPr>
              <a:t>    |〈</a:t>
            </a:r>
            <a:r>
              <a:rPr lang="zh-CN" altLang="en-US" sz="1800" dirty="0">
                <a:solidFill>
                  <a:srgbClr val="000000"/>
                </a:solidFill>
              </a:rPr>
              <a:t>类型限定符</a:t>
            </a:r>
            <a:r>
              <a:rPr lang="en-US" altLang="zh-CN" sz="1800" dirty="0">
                <a:solidFill>
                  <a:srgbClr val="000000"/>
                </a:solidFill>
              </a:rPr>
              <a:t>〉〈</a:t>
            </a:r>
            <a:r>
              <a:rPr lang="zh-CN" altLang="en-US" sz="1800" dirty="0">
                <a:solidFill>
                  <a:srgbClr val="000000"/>
                </a:solidFill>
              </a:rPr>
              <a:t>类型限定符表</a:t>
            </a:r>
            <a:r>
              <a:rPr lang="en-US" altLang="zh-CN" sz="1800" dirty="0">
                <a:solidFill>
                  <a:srgbClr val="000000"/>
                </a:solidFill>
              </a:rPr>
              <a:t>〉</a:t>
            </a:r>
          </a:p>
          <a:p>
            <a:pPr marL="0" indent="0">
              <a:buNone/>
            </a:pPr>
            <a:endParaRPr lang="en-US" altLang="zh-CN" sz="1800" dirty="0">
              <a:solidFill>
                <a:srgbClr val="000000"/>
              </a:solidFill>
            </a:endParaRPr>
          </a:p>
          <a:p>
            <a:pPr marL="0" indent="0">
              <a:buNone/>
            </a:pPr>
            <a:r>
              <a:rPr lang="zh-CN" altLang="en-US" sz="1800" dirty="0">
                <a:solidFill>
                  <a:srgbClr val="000000"/>
                </a:solidFill>
              </a:rPr>
              <a:t>类型限定符：</a:t>
            </a:r>
            <a:r>
              <a:rPr lang="en-US" altLang="zh-CN" sz="1800" dirty="0">
                <a:solidFill>
                  <a:srgbClr val="000000"/>
                </a:solidFill>
              </a:rPr>
              <a:t>const </a:t>
            </a:r>
            <a:r>
              <a:rPr lang="zh-CN" altLang="en-US" sz="1800" dirty="0">
                <a:solidFill>
                  <a:srgbClr val="000000"/>
                </a:solidFill>
              </a:rPr>
              <a:t>将标识符限定为不可修改的</a:t>
            </a:r>
          </a:p>
          <a:p>
            <a:pPr marL="0" indent="0">
              <a:buNone/>
            </a:pPr>
            <a:r>
              <a:rPr lang="en-US" altLang="zh-CN" sz="1800" dirty="0">
                <a:solidFill>
                  <a:srgbClr val="000000"/>
                </a:solidFill>
              </a:rPr>
              <a:t>	        </a:t>
            </a:r>
            <a:r>
              <a:rPr lang="en-US" altLang="zh-CN" sz="1800" dirty="0" err="1">
                <a:solidFill>
                  <a:srgbClr val="000000"/>
                </a:solidFill>
              </a:rPr>
              <a:t>noalias</a:t>
            </a:r>
            <a:r>
              <a:rPr lang="en-US" altLang="zh-CN" sz="1800" dirty="0">
                <a:solidFill>
                  <a:srgbClr val="000000"/>
                </a:solidFill>
              </a:rPr>
              <a:t> </a:t>
            </a:r>
            <a:r>
              <a:rPr lang="zh-CN" altLang="en-US" sz="1800" dirty="0">
                <a:solidFill>
                  <a:srgbClr val="000000"/>
                </a:solidFill>
              </a:rPr>
              <a:t>限定标识符不得有别名</a:t>
            </a:r>
          </a:p>
          <a:p>
            <a:pPr marL="0" indent="0">
              <a:buNone/>
            </a:pPr>
            <a:r>
              <a:rPr lang="en-US" altLang="zh-CN" sz="1800" dirty="0">
                <a:solidFill>
                  <a:srgbClr val="000000"/>
                </a:solidFill>
              </a:rPr>
              <a:t>	        volatile </a:t>
            </a:r>
            <a:r>
              <a:rPr lang="zh-CN" altLang="en-US" sz="1800" dirty="0">
                <a:solidFill>
                  <a:srgbClr val="000000"/>
                </a:solidFill>
              </a:rPr>
              <a:t>限定标识符为频繁变化的</a:t>
            </a:r>
            <a:endParaRPr lang="en-US" altLang="zh-CN" sz="1800" dirty="0">
              <a:solidFill>
                <a:srgbClr val="000000"/>
              </a:solidFill>
            </a:endParaRPr>
          </a:p>
          <a:p>
            <a:pPr marL="0" indent="0">
              <a:buNone/>
            </a:pPr>
            <a:endParaRPr lang="en-US" altLang="zh-CN" sz="1800" dirty="0">
              <a:solidFill>
                <a:srgbClr val="000000"/>
              </a:solidFill>
            </a:endParaRPr>
          </a:p>
          <a:p>
            <a:pPr marL="0" indent="0">
              <a:buNone/>
            </a:pPr>
            <a:r>
              <a:rPr lang="en-US" altLang="zh-CN" sz="1800" dirty="0">
                <a:solidFill>
                  <a:srgbClr val="000000"/>
                </a:solidFill>
              </a:rPr>
              <a:t>〈</a:t>
            </a:r>
            <a:r>
              <a:rPr lang="zh-CN" altLang="en-US" sz="1800" dirty="0">
                <a:solidFill>
                  <a:srgbClr val="000000"/>
                </a:solidFill>
              </a:rPr>
              <a:t>参数类型表</a:t>
            </a:r>
            <a:r>
              <a:rPr lang="en-US" altLang="zh-CN" sz="1800" dirty="0">
                <a:solidFill>
                  <a:srgbClr val="000000"/>
                </a:solidFill>
              </a:rPr>
              <a:t>〉</a:t>
            </a:r>
            <a:r>
              <a:rPr lang="en-US" altLang="zh-CN" sz="1800" dirty="0"/>
              <a:t>::</a:t>
            </a:r>
            <a:r>
              <a:rPr lang="en-US" altLang="zh-CN" sz="1800" dirty="0">
                <a:solidFill>
                  <a:srgbClr val="000000"/>
                </a:solidFill>
              </a:rPr>
              <a:t>=</a:t>
            </a:r>
          </a:p>
          <a:p>
            <a:pPr marL="0" indent="0">
              <a:buNone/>
            </a:pPr>
            <a:r>
              <a:rPr lang="en-US" altLang="zh-CN" sz="1800" dirty="0">
                <a:solidFill>
                  <a:srgbClr val="000000"/>
                </a:solidFill>
              </a:rPr>
              <a:t>      〈</a:t>
            </a:r>
            <a:r>
              <a:rPr lang="zh-CN" altLang="en-US" sz="1800" dirty="0">
                <a:solidFill>
                  <a:srgbClr val="000000"/>
                </a:solidFill>
              </a:rPr>
              <a:t>参数表</a:t>
            </a:r>
            <a:r>
              <a:rPr lang="en-US" altLang="zh-CN" sz="1800" dirty="0">
                <a:solidFill>
                  <a:srgbClr val="000000"/>
                </a:solidFill>
              </a:rPr>
              <a:t>〉</a:t>
            </a:r>
          </a:p>
          <a:p>
            <a:pPr marL="0" indent="0">
              <a:buNone/>
            </a:pPr>
            <a:r>
              <a:rPr lang="en-US" altLang="zh-CN" sz="1800" dirty="0">
                <a:solidFill>
                  <a:srgbClr val="000000"/>
                </a:solidFill>
              </a:rPr>
              <a:t>    |〈</a:t>
            </a:r>
            <a:r>
              <a:rPr lang="zh-CN" altLang="en-US" sz="1800" dirty="0">
                <a:solidFill>
                  <a:srgbClr val="000000"/>
                </a:solidFill>
              </a:rPr>
              <a:t>参数表</a:t>
            </a:r>
            <a:r>
              <a:rPr lang="en-US" altLang="zh-CN" sz="1800" dirty="0">
                <a:solidFill>
                  <a:srgbClr val="000000"/>
                </a:solidFill>
              </a:rPr>
              <a:t>〉</a:t>
            </a:r>
            <a:r>
              <a:rPr lang="zh-CN" altLang="en-US" sz="1800" dirty="0">
                <a:solidFill>
                  <a:srgbClr val="000000"/>
                </a:solidFill>
              </a:rPr>
              <a:t>，</a:t>
            </a:r>
            <a:r>
              <a:rPr lang="en-US" altLang="zh-CN" sz="1800" dirty="0">
                <a:solidFill>
                  <a:srgbClr val="000000"/>
                </a:solidFill>
              </a:rPr>
              <a:t>…</a:t>
            </a:r>
          </a:p>
          <a:p>
            <a:pPr marL="0" indent="0">
              <a:buNone/>
            </a:pPr>
            <a:endParaRPr lang="en-US" altLang="zh-CN" sz="1800" dirty="0">
              <a:solidFill>
                <a:srgbClr val="000000"/>
              </a:solidFill>
            </a:endParaRPr>
          </a:p>
          <a:p>
            <a:pPr marL="0" indent="0">
              <a:buNone/>
            </a:pPr>
            <a:endParaRPr lang="zh-CN" altLang="en-US" dirty="0"/>
          </a:p>
        </p:txBody>
      </p:sp>
    </p:spTree>
    <p:extLst>
      <p:ext uri="{BB962C8B-B14F-4D97-AF65-F5344CB8AC3E}">
        <p14:creationId xmlns:p14="http://schemas.microsoft.com/office/powerpoint/2010/main" val="363591542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声明符</a:t>
            </a:r>
          </a:p>
        </p:txBody>
      </p:sp>
      <p:sp>
        <p:nvSpPr>
          <p:cNvPr id="3" name="内容占位符 2"/>
          <p:cNvSpPr>
            <a:spLocks noGrp="1"/>
          </p:cNvSpPr>
          <p:nvPr>
            <p:ph idx="1"/>
          </p:nvPr>
        </p:nvSpPr>
        <p:spPr/>
        <p:txBody>
          <a:bodyPr/>
          <a:lstStyle/>
          <a:p>
            <a:pPr marL="0" indent="0">
              <a:buNone/>
            </a:pPr>
            <a:r>
              <a:rPr lang="en-US" altLang="zh-CN" sz="1800" dirty="0">
                <a:solidFill>
                  <a:srgbClr val="000000"/>
                </a:solidFill>
              </a:rPr>
              <a:t>〈</a:t>
            </a:r>
            <a:r>
              <a:rPr lang="zh-CN" altLang="en-US" sz="1800" dirty="0">
                <a:solidFill>
                  <a:srgbClr val="000000"/>
                </a:solidFill>
              </a:rPr>
              <a:t>参数表</a:t>
            </a:r>
            <a:r>
              <a:rPr lang="en-US" altLang="zh-CN" sz="1800" dirty="0">
                <a:solidFill>
                  <a:srgbClr val="000000"/>
                </a:solidFill>
              </a:rPr>
              <a:t>〉::=</a:t>
            </a:r>
          </a:p>
          <a:p>
            <a:pPr marL="0" indent="0">
              <a:buNone/>
            </a:pPr>
            <a:r>
              <a:rPr lang="en-US" altLang="zh-CN" sz="1800" dirty="0">
                <a:solidFill>
                  <a:srgbClr val="000000"/>
                </a:solidFill>
              </a:rPr>
              <a:t>      〈</a:t>
            </a:r>
            <a:r>
              <a:rPr lang="zh-CN" altLang="en-US" sz="1800" dirty="0">
                <a:solidFill>
                  <a:srgbClr val="000000"/>
                </a:solidFill>
              </a:rPr>
              <a:t>参数声明</a:t>
            </a:r>
            <a:r>
              <a:rPr lang="en-US" altLang="zh-CN" sz="1800" dirty="0">
                <a:solidFill>
                  <a:srgbClr val="000000"/>
                </a:solidFill>
              </a:rPr>
              <a:t>〉</a:t>
            </a:r>
          </a:p>
          <a:p>
            <a:pPr marL="0" indent="0">
              <a:buNone/>
            </a:pPr>
            <a:r>
              <a:rPr lang="en-US" altLang="zh-CN" sz="1800" dirty="0">
                <a:solidFill>
                  <a:srgbClr val="000000"/>
                </a:solidFill>
              </a:rPr>
              <a:t>    |〈</a:t>
            </a:r>
            <a:r>
              <a:rPr lang="zh-CN" altLang="en-US" sz="1800" dirty="0">
                <a:solidFill>
                  <a:srgbClr val="000000"/>
                </a:solidFill>
              </a:rPr>
              <a:t>参数声明</a:t>
            </a:r>
            <a:r>
              <a:rPr lang="en-US" altLang="zh-CN" sz="1800" dirty="0">
                <a:solidFill>
                  <a:srgbClr val="000000"/>
                </a:solidFill>
              </a:rPr>
              <a:t>〉</a:t>
            </a:r>
            <a:r>
              <a:rPr lang="zh-CN" altLang="en-US" sz="1800" dirty="0">
                <a:solidFill>
                  <a:srgbClr val="000000"/>
                </a:solidFill>
              </a:rPr>
              <a:t>，</a:t>
            </a:r>
            <a:r>
              <a:rPr lang="en-US" altLang="zh-CN" sz="1800" dirty="0">
                <a:solidFill>
                  <a:srgbClr val="000000"/>
                </a:solidFill>
              </a:rPr>
              <a:t>〈</a:t>
            </a:r>
            <a:r>
              <a:rPr lang="zh-CN" altLang="en-US" sz="1800" dirty="0">
                <a:solidFill>
                  <a:srgbClr val="000000"/>
                </a:solidFill>
              </a:rPr>
              <a:t>参数表</a:t>
            </a:r>
            <a:r>
              <a:rPr lang="en-US" altLang="zh-CN" sz="1800" dirty="0">
                <a:solidFill>
                  <a:srgbClr val="000000"/>
                </a:solidFill>
              </a:rPr>
              <a:t>〉</a:t>
            </a:r>
          </a:p>
          <a:p>
            <a:pPr marL="0" indent="0">
              <a:buNone/>
            </a:pPr>
            <a:endParaRPr lang="en-US" altLang="zh-CN" sz="1800" dirty="0">
              <a:solidFill>
                <a:srgbClr val="000000"/>
              </a:solidFill>
            </a:endParaRPr>
          </a:p>
          <a:p>
            <a:pPr marL="0" indent="0">
              <a:buNone/>
            </a:pPr>
            <a:r>
              <a:rPr lang="en-US" altLang="zh-CN" sz="1800" dirty="0">
                <a:solidFill>
                  <a:srgbClr val="000000"/>
                </a:solidFill>
              </a:rPr>
              <a:t>〈</a:t>
            </a:r>
            <a:r>
              <a:rPr lang="zh-CN" altLang="en-US" sz="1800" dirty="0">
                <a:solidFill>
                  <a:srgbClr val="000000"/>
                </a:solidFill>
              </a:rPr>
              <a:t>参数声明</a:t>
            </a:r>
            <a:r>
              <a:rPr lang="en-US" altLang="zh-CN" sz="1800" dirty="0">
                <a:solidFill>
                  <a:srgbClr val="000000"/>
                </a:solidFill>
              </a:rPr>
              <a:t>〉::=</a:t>
            </a:r>
          </a:p>
          <a:p>
            <a:pPr marL="0" indent="0">
              <a:buNone/>
            </a:pPr>
            <a:r>
              <a:rPr lang="en-US" altLang="zh-CN" sz="1800" dirty="0">
                <a:solidFill>
                  <a:srgbClr val="000000"/>
                </a:solidFill>
              </a:rPr>
              <a:t>     〈</a:t>
            </a:r>
            <a:r>
              <a:rPr lang="zh-CN" altLang="en-US" sz="1800" dirty="0">
                <a:solidFill>
                  <a:srgbClr val="000000"/>
                </a:solidFill>
              </a:rPr>
              <a:t>声明区分符</a:t>
            </a:r>
            <a:r>
              <a:rPr lang="en-US" altLang="zh-CN" sz="1800" dirty="0">
                <a:solidFill>
                  <a:srgbClr val="000000"/>
                </a:solidFill>
              </a:rPr>
              <a:t>〉</a:t>
            </a:r>
          </a:p>
          <a:p>
            <a:pPr marL="0" indent="0">
              <a:buNone/>
            </a:pPr>
            <a:r>
              <a:rPr lang="en-US" altLang="zh-CN" sz="1800" dirty="0">
                <a:solidFill>
                  <a:srgbClr val="000000"/>
                </a:solidFill>
              </a:rPr>
              <a:t>    |〈</a:t>
            </a:r>
            <a:r>
              <a:rPr lang="zh-CN" altLang="en-US" sz="1800" dirty="0">
                <a:solidFill>
                  <a:srgbClr val="000000"/>
                </a:solidFill>
              </a:rPr>
              <a:t>声明区分符</a:t>
            </a:r>
            <a:r>
              <a:rPr lang="en-US" altLang="zh-CN" sz="1800" dirty="0">
                <a:solidFill>
                  <a:srgbClr val="000000"/>
                </a:solidFill>
              </a:rPr>
              <a:t>〉 〈</a:t>
            </a:r>
            <a:r>
              <a:rPr lang="zh-CN" altLang="en-US" sz="1800" dirty="0">
                <a:solidFill>
                  <a:srgbClr val="000000"/>
                </a:solidFill>
              </a:rPr>
              <a:t>声明符</a:t>
            </a:r>
            <a:r>
              <a:rPr lang="en-US" altLang="zh-CN" sz="1800" dirty="0">
                <a:solidFill>
                  <a:srgbClr val="000000"/>
                </a:solidFill>
              </a:rPr>
              <a:t>〉</a:t>
            </a:r>
          </a:p>
          <a:p>
            <a:pPr marL="0" indent="0">
              <a:buNone/>
            </a:pPr>
            <a:r>
              <a:rPr lang="en-US" altLang="zh-CN" sz="1800" dirty="0">
                <a:solidFill>
                  <a:srgbClr val="000000"/>
                </a:solidFill>
              </a:rPr>
              <a:t>    |〈</a:t>
            </a:r>
            <a:r>
              <a:rPr lang="zh-CN" altLang="en-US" sz="1800" dirty="0">
                <a:solidFill>
                  <a:srgbClr val="000000"/>
                </a:solidFill>
              </a:rPr>
              <a:t>声明区分符</a:t>
            </a:r>
            <a:r>
              <a:rPr lang="en-US" altLang="zh-CN" sz="1800" dirty="0">
                <a:solidFill>
                  <a:srgbClr val="000000"/>
                </a:solidFill>
              </a:rPr>
              <a:t>〉 〈</a:t>
            </a:r>
            <a:r>
              <a:rPr lang="zh-CN" altLang="en-US" sz="1800" dirty="0">
                <a:solidFill>
                  <a:srgbClr val="000000"/>
                </a:solidFill>
              </a:rPr>
              <a:t>抽象声明符</a:t>
            </a:r>
            <a:r>
              <a:rPr lang="en-US" altLang="zh-CN" sz="1800" dirty="0">
                <a:solidFill>
                  <a:srgbClr val="000000"/>
                </a:solidFill>
              </a:rPr>
              <a:t>〉</a:t>
            </a:r>
          </a:p>
          <a:p>
            <a:pPr marL="0" indent="0">
              <a:buNone/>
            </a:pPr>
            <a:endParaRPr lang="en-US" altLang="zh-CN" sz="1800" dirty="0">
              <a:solidFill>
                <a:srgbClr val="000000"/>
              </a:solidFill>
            </a:endParaRPr>
          </a:p>
          <a:p>
            <a:pPr marL="0" indent="0">
              <a:buNone/>
            </a:pPr>
            <a:r>
              <a:rPr lang="zh-CN" altLang="en-US" sz="1800" b="0" i="0">
                <a:solidFill>
                  <a:srgbClr val="000000"/>
                </a:solidFill>
                <a:effectLst/>
                <a:latin typeface="SimSun" panose="02010600030101010101" pitchFamily="2" charset="-122"/>
                <a:ea typeface="SimSun" panose="02010600030101010101" pitchFamily="2" charset="-122"/>
              </a:rPr>
              <a:t>抽象</a:t>
            </a:r>
            <a:r>
              <a:rPr lang="zh-CN" altLang="en-US" sz="1800">
                <a:solidFill>
                  <a:srgbClr val="000000"/>
                </a:solidFill>
                <a:latin typeface="SimSun" panose="02010600030101010101" pitchFamily="2" charset="-122"/>
                <a:ea typeface="SimSun" panose="02010600030101010101" pitchFamily="2" charset="-122"/>
              </a:rPr>
              <a:t>声明</a:t>
            </a:r>
            <a:r>
              <a:rPr lang="zh-CN" altLang="en-US" sz="1800" b="0" i="0">
                <a:solidFill>
                  <a:srgbClr val="000000"/>
                </a:solidFill>
                <a:effectLst/>
                <a:latin typeface="SimSun" panose="02010600030101010101" pitchFamily="2" charset="-122"/>
                <a:ea typeface="SimSun" panose="02010600030101010101" pitchFamily="2" charset="-122"/>
              </a:rPr>
              <a:t>符</a:t>
            </a:r>
            <a:r>
              <a:rPr lang="zh-CN" altLang="en-US" sz="1800" b="0" i="0" dirty="0">
                <a:solidFill>
                  <a:srgbClr val="000000"/>
                </a:solidFill>
                <a:effectLst/>
                <a:latin typeface="SimSun" panose="02010600030101010101" pitchFamily="2" charset="-122"/>
                <a:ea typeface="SimSun" panose="02010600030101010101" pitchFamily="2" charset="-122"/>
              </a:rPr>
              <a:t>从构造方法与功能上都很类似于声明符，区别仅在于</a:t>
            </a:r>
            <a:r>
              <a:rPr lang="en-US" altLang="zh-CN" sz="1800" b="0" i="0" dirty="0">
                <a:solidFill>
                  <a:srgbClr val="000000"/>
                </a:solidFill>
                <a:effectLst/>
                <a:latin typeface="SimSun" panose="02010600030101010101" pitchFamily="2" charset="-122"/>
                <a:ea typeface="SimSun" panose="02010600030101010101" pitchFamily="2" charset="-122"/>
              </a:rPr>
              <a:t>:</a:t>
            </a:r>
            <a:r>
              <a:rPr lang="zh-CN" altLang="en-US" sz="1800" b="0" i="0" dirty="0">
                <a:solidFill>
                  <a:srgbClr val="000000"/>
                </a:solidFill>
                <a:effectLst/>
                <a:latin typeface="SimSun" panose="02010600030101010101" pitchFamily="2" charset="-122"/>
                <a:ea typeface="SimSun" panose="02010600030101010101" pitchFamily="2" charset="-122"/>
              </a:rPr>
              <a:t>声明符中要指定所要声明实体的名字（标识符），而抽象声明符中则不指定被声明实体的名字（标识符）</a:t>
            </a:r>
            <a:r>
              <a:rPr lang="zh-CN" altLang="en-US" sz="1200" dirty="0"/>
              <a:t> </a:t>
            </a:r>
            <a:br>
              <a:rPr lang="zh-CN" altLang="en-US" sz="1200" dirty="0"/>
            </a:br>
            <a:endParaRPr lang="en-US" altLang="zh-CN" sz="1800" dirty="0">
              <a:solidFill>
                <a:srgbClr val="000000"/>
              </a:solidFill>
            </a:endParaRPr>
          </a:p>
          <a:p>
            <a:pPr marL="0" indent="0">
              <a:buNone/>
            </a:pPr>
            <a:endParaRPr lang="en-US" altLang="zh-CN" sz="1800" dirty="0">
              <a:solidFill>
                <a:srgbClr val="000000"/>
              </a:solidFill>
            </a:endParaRPr>
          </a:p>
          <a:p>
            <a:pPr marL="0" indent="0">
              <a:buNone/>
            </a:pPr>
            <a:r>
              <a:rPr lang="en-US" altLang="zh-CN" sz="1800" dirty="0">
                <a:solidFill>
                  <a:srgbClr val="000000"/>
                </a:solidFill>
              </a:rPr>
              <a:t>〈</a:t>
            </a:r>
            <a:r>
              <a:rPr lang="zh-CN" altLang="en-US" sz="1800" dirty="0">
                <a:solidFill>
                  <a:srgbClr val="000000"/>
                </a:solidFill>
              </a:rPr>
              <a:t>标识符表</a:t>
            </a:r>
            <a:r>
              <a:rPr lang="en-US" altLang="zh-CN" sz="1800" dirty="0">
                <a:solidFill>
                  <a:srgbClr val="000000"/>
                </a:solidFill>
              </a:rPr>
              <a:t>〉 ::=</a:t>
            </a:r>
          </a:p>
          <a:p>
            <a:pPr marL="0" indent="0">
              <a:buNone/>
            </a:pPr>
            <a:r>
              <a:rPr lang="en-US" altLang="zh-CN" sz="1800" dirty="0">
                <a:solidFill>
                  <a:srgbClr val="000000"/>
                </a:solidFill>
              </a:rPr>
              <a:t>     〈</a:t>
            </a:r>
            <a:r>
              <a:rPr lang="zh-CN" altLang="en-US" sz="1800" dirty="0">
                <a:solidFill>
                  <a:srgbClr val="000000"/>
                </a:solidFill>
              </a:rPr>
              <a:t>标识符</a:t>
            </a:r>
            <a:r>
              <a:rPr lang="en-US" altLang="zh-CN" sz="1800" dirty="0">
                <a:solidFill>
                  <a:srgbClr val="000000"/>
                </a:solidFill>
              </a:rPr>
              <a:t>〉</a:t>
            </a:r>
          </a:p>
          <a:p>
            <a:pPr marL="0" indent="0">
              <a:buNone/>
            </a:pPr>
            <a:r>
              <a:rPr lang="en-US" altLang="zh-CN" sz="1800" dirty="0">
                <a:solidFill>
                  <a:srgbClr val="000000"/>
                </a:solidFill>
              </a:rPr>
              <a:t>    |〈</a:t>
            </a:r>
            <a:r>
              <a:rPr lang="zh-CN" altLang="en-US" sz="1800" dirty="0">
                <a:solidFill>
                  <a:srgbClr val="000000"/>
                </a:solidFill>
              </a:rPr>
              <a:t>标识符</a:t>
            </a:r>
            <a:r>
              <a:rPr lang="en-US" altLang="zh-CN" sz="1800" dirty="0">
                <a:solidFill>
                  <a:srgbClr val="000000"/>
                </a:solidFill>
              </a:rPr>
              <a:t>〉,〈</a:t>
            </a:r>
            <a:r>
              <a:rPr lang="zh-CN" altLang="en-US" sz="1800" dirty="0">
                <a:solidFill>
                  <a:srgbClr val="000000"/>
                </a:solidFill>
              </a:rPr>
              <a:t>标识符表</a:t>
            </a:r>
            <a:r>
              <a:rPr lang="en-US" altLang="zh-CN" sz="1800" dirty="0">
                <a:solidFill>
                  <a:srgbClr val="000000"/>
                </a:solidFill>
              </a:rPr>
              <a:t>〉</a:t>
            </a:r>
            <a:endParaRPr lang="zh-CN" altLang="en-US" sz="1800" dirty="0">
              <a:solidFill>
                <a:srgbClr val="000000"/>
              </a:solidFill>
            </a:endParaRPr>
          </a:p>
          <a:p>
            <a:pPr marL="0" indent="0">
              <a:buNone/>
            </a:pPr>
            <a:endParaRPr lang="zh-CN" altLang="en-US" dirty="0"/>
          </a:p>
        </p:txBody>
      </p:sp>
    </p:spTree>
    <p:extLst>
      <p:ext uri="{BB962C8B-B14F-4D97-AF65-F5344CB8AC3E}">
        <p14:creationId xmlns:p14="http://schemas.microsoft.com/office/powerpoint/2010/main" val="162090263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声明区分符</a:t>
            </a:r>
          </a:p>
        </p:txBody>
      </p:sp>
      <p:sp>
        <p:nvSpPr>
          <p:cNvPr id="3" name="内容占位符 2"/>
          <p:cNvSpPr>
            <a:spLocks noGrp="1"/>
          </p:cNvSpPr>
          <p:nvPr>
            <p:ph idx="1"/>
          </p:nvPr>
        </p:nvSpPr>
        <p:spPr/>
        <p:txBody>
          <a:bodyPr/>
          <a:lstStyle/>
          <a:p>
            <a:pPr marL="0" indent="0">
              <a:buNone/>
            </a:pPr>
            <a:r>
              <a:rPr lang="en-US" altLang="zh-CN" sz="1800" dirty="0"/>
              <a:t>〈</a:t>
            </a:r>
            <a:r>
              <a:rPr lang="zh-CN" altLang="en-US" sz="1800" dirty="0"/>
              <a:t>声明区分符</a:t>
            </a:r>
            <a:r>
              <a:rPr lang="en-US" altLang="zh-CN" sz="1800" dirty="0"/>
              <a:t>〉::=</a:t>
            </a:r>
          </a:p>
          <a:p>
            <a:pPr marL="0" indent="0">
              <a:buNone/>
            </a:pPr>
            <a:r>
              <a:rPr lang="en-US" altLang="zh-CN" sz="1800" dirty="0"/>
              <a:t>       〈</a:t>
            </a:r>
            <a:r>
              <a:rPr lang="zh-CN" altLang="en-US" sz="1800" dirty="0"/>
              <a:t>存储类区分符</a:t>
            </a:r>
            <a:r>
              <a:rPr lang="en-US" altLang="zh-CN" sz="1800" dirty="0"/>
              <a:t>〉</a:t>
            </a:r>
            <a:r>
              <a:rPr lang="zh-CN" altLang="en-US" sz="1800" dirty="0"/>
              <a:t>［</a:t>
            </a:r>
            <a:r>
              <a:rPr lang="en-US" altLang="zh-CN" sz="1800" dirty="0"/>
              <a:t>〈</a:t>
            </a:r>
            <a:r>
              <a:rPr lang="zh-CN" altLang="en-US" sz="1800" dirty="0"/>
              <a:t>声明区分符</a:t>
            </a:r>
            <a:r>
              <a:rPr lang="en-US" altLang="zh-CN" sz="1800" dirty="0"/>
              <a:t>〉</a:t>
            </a:r>
            <a:r>
              <a:rPr lang="zh-CN" altLang="en-US" sz="1800" dirty="0"/>
              <a:t>］</a:t>
            </a:r>
          </a:p>
          <a:p>
            <a:pPr marL="0" indent="0">
              <a:buNone/>
            </a:pPr>
            <a:r>
              <a:rPr lang="zh-CN" altLang="en-US" sz="1800" dirty="0"/>
              <a:t>      </a:t>
            </a:r>
            <a:r>
              <a:rPr lang="en-US" altLang="zh-CN" sz="1800" dirty="0"/>
              <a:t>|〈 </a:t>
            </a:r>
            <a:r>
              <a:rPr lang="zh-CN" altLang="en-US" sz="1800" dirty="0"/>
              <a:t>类型区分符</a:t>
            </a:r>
            <a:r>
              <a:rPr lang="en-US" altLang="zh-CN" sz="1800" dirty="0"/>
              <a:t>〉</a:t>
            </a:r>
            <a:r>
              <a:rPr lang="zh-CN" altLang="en-US" sz="1800" dirty="0"/>
              <a:t>［</a:t>
            </a:r>
            <a:r>
              <a:rPr lang="en-US" altLang="zh-CN" sz="1800" dirty="0"/>
              <a:t>〈</a:t>
            </a:r>
            <a:r>
              <a:rPr lang="zh-CN" altLang="en-US" sz="1800" dirty="0"/>
              <a:t>声明区分符</a:t>
            </a:r>
            <a:r>
              <a:rPr lang="en-US" altLang="zh-CN" sz="1800" dirty="0"/>
              <a:t>〉</a:t>
            </a:r>
            <a:r>
              <a:rPr lang="zh-CN" altLang="en-US" sz="1800" dirty="0"/>
              <a:t>］</a:t>
            </a:r>
          </a:p>
          <a:p>
            <a:pPr marL="0" indent="0">
              <a:buNone/>
            </a:pPr>
            <a:r>
              <a:rPr lang="zh-CN" altLang="en-US" sz="1800" dirty="0"/>
              <a:t>      </a:t>
            </a:r>
            <a:r>
              <a:rPr lang="en-US" altLang="zh-CN" sz="1800" dirty="0"/>
              <a:t>|〈</a:t>
            </a:r>
            <a:r>
              <a:rPr lang="zh-CN" altLang="en-US" sz="1800" dirty="0"/>
              <a:t>类型限定符</a:t>
            </a:r>
            <a:r>
              <a:rPr lang="en-US" altLang="zh-CN" sz="1800" dirty="0"/>
              <a:t>〉</a:t>
            </a:r>
            <a:r>
              <a:rPr lang="zh-CN" altLang="en-US" sz="1800" dirty="0"/>
              <a:t>［</a:t>
            </a:r>
            <a:r>
              <a:rPr lang="en-US" altLang="zh-CN" sz="1800" dirty="0"/>
              <a:t>〈</a:t>
            </a:r>
            <a:r>
              <a:rPr lang="zh-CN" altLang="en-US" sz="1800" dirty="0"/>
              <a:t>声明区分符</a:t>
            </a:r>
            <a:r>
              <a:rPr lang="en-US" altLang="zh-CN" sz="1800" dirty="0"/>
              <a:t>〉</a:t>
            </a:r>
            <a:r>
              <a:rPr lang="zh-CN" altLang="en-US" sz="1800" dirty="0"/>
              <a:t>］</a:t>
            </a:r>
            <a:endParaRPr lang="en-US" altLang="zh-CN" sz="1800" dirty="0"/>
          </a:p>
          <a:p>
            <a:pPr marL="0" indent="0">
              <a:buNone/>
            </a:pPr>
            <a:endParaRPr lang="en-US" altLang="zh-CN" sz="1800" dirty="0"/>
          </a:p>
          <a:p>
            <a:pPr marL="0" indent="0">
              <a:buNone/>
            </a:pPr>
            <a:r>
              <a:rPr lang="en-US" altLang="zh-CN" sz="1800" dirty="0" err="1"/>
              <a:t>storage_class_specifier</a:t>
            </a:r>
            <a:endParaRPr lang="en-US" altLang="zh-CN" sz="1800" dirty="0"/>
          </a:p>
          <a:p>
            <a:pPr marL="0" indent="0">
              <a:buNone/>
            </a:pPr>
            <a:r>
              <a:rPr lang="en-US" altLang="zh-CN" sz="1800" dirty="0"/>
              <a:t>    : TYPEDEF   //TYPEDEF</a:t>
            </a:r>
            <a:r>
              <a:rPr lang="zh-CN" altLang="en-US" sz="1800" dirty="0"/>
              <a:t>概念上并非存储类区分符，只是借用这个位置</a:t>
            </a:r>
            <a:endParaRPr lang="en-US" altLang="zh-CN" sz="1800" dirty="0"/>
          </a:p>
          <a:p>
            <a:pPr marL="0" indent="0">
              <a:buNone/>
            </a:pPr>
            <a:r>
              <a:rPr lang="en-US" altLang="zh-CN" sz="1800" dirty="0"/>
              <a:t>    | EXTERN</a:t>
            </a:r>
          </a:p>
          <a:p>
            <a:pPr marL="0" indent="0">
              <a:buNone/>
            </a:pPr>
            <a:r>
              <a:rPr lang="en-US" altLang="zh-CN" sz="1800" dirty="0"/>
              <a:t>    | STATIC</a:t>
            </a:r>
          </a:p>
          <a:p>
            <a:pPr marL="0" indent="0">
              <a:buNone/>
            </a:pPr>
            <a:r>
              <a:rPr lang="en-US" altLang="zh-CN" sz="1800" dirty="0"/>
              <a:t>    | AUTO</a:t>
            </a:r>
          </a:p>
          <a:p>
            <a:pPr marL="0" indent="0">
              <a:buNone/>
            </a:pPr>
            <a:r>
              <a:rPr lang="en-US" altLang="zh-CN" sz="1800" dirty="0"/>
              <a:t>    | REGISTER	</a:t>
            </a:r>
          </a:p>
          <a:p>
            <a:pPr marL="0" indent="0">
              <a:buNone/>
            </a:pPr>
            <a:r>
              <a:rPr lang="en-US" altLang="zh-CN" sz="1800" dirty="0"/>
              <a:t>    ;</a:t>
            </a:r>
            <a:endParaRPr lang="zh-CN" altLang="en-US" sz="1800" dirty="0"/>
          </a:p>
          <a:p>
            <a:pPr marL="0" indent="0">
              <a:buNone/>
            </a:pPr>
            <a:r>
              <a:rPr lang="en-US" altLang="zh-CN" sz="1800" dirty="0" err="1"/>
              <a:t>type_qualifier</a:t>
            </a:r>
            <a:r>
              <a:rPr lang="en-US" altLang="zh-CN" sz="1800" dirty="0"/>
              <a:t>	</a:t>
            </a:r>
          </a:p>
          <a:p>
            <a:pPr marL="0" indent="0">
              <a:buNone/>
            </a:pPr>
            <a:r>
              <a:rPr lang="en-US" altLang="zh-CN" sz="1800" dirty="0"/>
              <a:t>    : CONST</a:t>
            </a:r>
          </a:p>
          <a:p>
            <a:pPr marL="0" indent="0">
              <a:buNone/>
            </a:pPr>
            <a:r>
              <a:rPr lang="en-US" altLang="zh-CN" sz="1800" dirty="0"/>
              <a:t>    | RESTRICT</a:t>
            </a:r>
          </a:p>
          <a:p>
            <a:pPr marL="0" indent="0">
              <a:buNone/>
            </a:pPr>
            <a:r>
              <a:rPr lang="en-US" altLang="zh-CN" sz="1800" dirty="0"/>
              <a:t>    | VOLATILE</a:t>
            </a:r>
          </a:p>
          <a:p>
            <a:pPr marL="0" indent="0">
              <a:buNone/>
            </a:pPr>
            <a:r>
              <a:rPr lang="en-US" altLang="zh-CN" sz="1800" dirty="0"/>
              <a:t>    ;</a:t>
            </a:r>
            <a:endParaRPr lang="zh-CN" altLang="en-US" sz="1800" dirty="0"/>
          </a:p>
        </p:txBody>
      </p:sp>
    </p:spTree>
    <p:extLst>
      <p:ext uri="{BB962C8B-B14F-4D97-AF65-F5344CB8AC3E}">
        <p14:creationId xmlns:p14="http://schemas.microsoft.com/office/powerpoint/2010/main" val="367775045"/>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类型区分符</a:t>
            </a:r>
          </a:p>
        </p:txBody>
      </p:sp>
      <p:sp>
        <p:nvSpPr>
          <p:cNvPr id="3" name="内容占位符 2"/>
          <p:cNvSpPr>
            <a:spLocks noGrp="1"/>
          </p:cNvSpPr>
          <p:nvPr>
            <p:ph idx="1"/>
          </p:nvPr>
        </p:nvSpPr>
        <p:spPr/>
        <p:txBody>
          <a:bodyPr/>
          <a:lstStyle/>
          <a:p>
            <a:pPr marL="0" indent="0">
              <a:buNone/>
            </a:pPr>
            <a:r>
              <a:rPr lang="en-US" altLang="zh-CN" sz="1800" dirty="0" err="1"/>
              <a:t>type_specifier</a:t>
            </a:r>
            <a:r>
              <a:rPr lang="en-US" altLang="zh-CN" sz="1800" dirty="0"/>
              <a:t>	</a:t>
            </a:r>
          </a:p>
          <a:p>
            <a:pPr marL="0" indent="0">
              <a:buNone/>
            </a:pPr>
            <a:r>
              <a:rPr lang="en-US" altLang="zh-CN" sz="1800" dirty="0"/>
              <a:t>    : VOID</a:t>
            </a:r>
          </a:p>
          <a:p>
            <a:pPr marL="0" indent="0">
              <a:buNone/>
            </a:pPr>
            <a:r>
              <a:rPr lang="en-US" altLang="zh-CN" sz="1800" dirty="0"/>
              <a:t>    | CHAR</a:t>
            </a:r>
          </a:p>
          <a:p>
            <a:pPr marL="0" indent="0">
              <a:buNone/>
            </a:pPr>
            <a:r>
              <a:rPr lang="en-US" altLang="zh-CN" sz="1800" dirty="0"/>
              <a:t>    | SHORT</a:t>
            </a:r>
          </a:p>
          <a:p>
            <a:pPr marL="0" indent="0">
              <a:buNone/>
            </a:pPr>
            <a:r>
              <a:rPr lang="en-US" altLang="zh-CN" sz="1800" dirty="0"/>
              <a:t>    | INT</a:t>
            </a:r>
          </a:p>
          <a:p>
            <a:pPr marL="0" indent="0">
              <a:buNone/>
            </a:pPr>
            <a:r>
              <a:rPr lang="en-US" altLang="zh-CN" sz="1800" dirty="0"/>
              <a:t>    | LONG</a:t>
            </a:r>
          </a:p>
          <a:p>
            <a:pPr marL="0" indent="0">
              <a:buNone/>
            </a:pPr>
            <a:r>
              <a:rPr lang="en-US" altLang="zh-CN" sz="1800" dirty="0"/>
              <a:t>    | FLOAT</a:t>
            </a:r>
          </a:p>
          <a:p>
            <a:pPr marL="0" indent="0">
              <a:buNone/>
            </a:pPr>
            <a:r>
              <a:rPr lang="en-US" altLang="zh-CN" sz="1800" dirty="0"/>
              <a:t>    | DOUBLE</a:t>
            </a:r>
          </a:p>
          <a:p>
            <a:pPr marL="0" indent="0">
              <a:buNone/>
            </a:pPr>
            <a:r>
              <a:rPr lang="en-US" altLang="zh-CN" sz="1800" dirty="0"/>
              <a:t>    | SIGNED</a:t>
            </a:r>
          </a:p>
          <a:p>
            <a:pPr marL="0" indent="0">
              <a:buNone/>
            </a:pPr>
            <a:r>
              <a:rPr lang="en-US" altLang="zh-CN" sz="1800" dirty="0"/>
              <a:t>    | UNSIGNED</a:t>
            </a:r>
          </a:p>
          <a:p>
            <a:pPr marL="0" indent="0">
              <a:buNone/>
            </a:pPr>
            <a:r>
              <a:rPr lang="en-US" altLang="zh-CN" sz="1800" dirty="0"/>
              <a:t>    | BOOL</a:t>
            </a:r>
          </a:p>
          <a:p>
            <a:pPr marL="0" indent="0">
              <a:buNone/>
            </a:pPr>
            <a:r>
              <a:rPr lang="en-US" altLang="zh-CN" sz="1800" dirty="0"/>
              <a:t>    | COMPLEX</a:t>
            </a:r>
          </a:p>
          <a:p>
            <a:pPr marL="0" indent="0">
              <a:buNone/>
            </a:pPr>
            <a:r>
              <a:rPr lang="en-US" altLang="zh-CN" sz="1800" dirty="0"/>
              <a:t>    | IMAGINARY</a:t>
            </a:r>
          </a:p>
          <a:p>
            <a:pPr marL="0" indent="0">
              <a:buNone/>
            </a:pPr>
            <a:r>
              <a:rPr lang="en-US" altLang="zh-CN" sz="1800" dirty="0"/>
              <a:t>    | </a:t>
            </a:r>
            <a:r>
              <a:rPr lang="en-US" altLang="zh-CN" sz="1800" dirty="0" err="1"/>
              <a:t>struct_or_union_specifier</a:t>
            </a:r>
            <a:endParaRPr lang="en-US" altLang="zh-CN" sz="1800" dirty="0"/>
          </a:p>
          <a:p>
            <a:pPr marL="0" indent="0">
              <a:buNone/>
            </a:pPr>
            <a:r>
              <a:rPr lang="en-US" altLang="zh-CN" sz="1800" dirty="0"/>
              <a:t>    | </a:t>
            </a:r>
            <a:r>
              <a:rPr lang="en-US" altLang="zh-CN" sz="1800" dirty="0" err="1"/>
              <a:t>enum_specifier</a:t>
            </a:r>
            <a:endParaRPr lang="en-US" altLang="zh-CN" sz="1800" dirty="0"/>
          </a:p>
          <a:p>
            <a:pPr marL="0" indent="0">
              <a:buNone/>
            </a:pPr>
            <a:r>
              <a:rPr lang="en-US" altLang="zh-CN" sz="1800" dirty="0"/>
              <a:t>    | TYPE_NAME	;</a:t>
            </a:r>
            <a:endParaRPr lang="zh-CN" altLang="en-US" sz="1800" dirty="0"/>
          </a:p>
        </p:txBody>
      </p:sp>
    </p:spTree>
    <p:extLst>
      <p:ext uri="{BB962C8B-B14F-4D97-AF65-F5344CB8AC3E}">
        <p14:creationId xmlns:p14="http://schemas.microsoft.com/office/powerpoint/2010/main" val="3119259704"/>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定义</a:t>
            </a:r>
          </a:p>
        </p:txBody>
      </p:sp>
      <p:sp>
        <p:nvSpPr>
          <p:cNvPr id="3" name="内容占位符 2"/>
          <p:cNvSpPr>
            <a:spLocks noGrp="1"/>
          </p:cNvSpPr>
          <p:nvPr>
            <p:ph idx="1"/>
          </p:nvPr>
        </p:nvSpPr>
        <p:spPr/>
        <p:txBody>
          <a:bodyPr/>
          <a:lstStyle/>
          <a:p>
            <a:pPr marL="0" indent="0">
              <a:buNone/>
            </a:pPr>
            <a:r>
              <a:rPr lang="en-US" altLang="zh-CN" sz="1800" dirty="0" err="1"/>
              <a:t>function_definition</a:t>
            </a:r>
            <a:r>
              <a:rPr lang="en-US" altLang="zh-CN" sz="1800" dirty="0"/>
              <a:t>	</a:t>
            </a:r>
          </a:p>
          <a:p>
            <a:pPr marL="0" indent="0">
              <a:buNone/>
            </a:pPr>
            <a:r>
              <a:rPr lang="en-US" altLang="zh-CN" sz="1800" dirty="0"/>
              <a:t>    : </a:t>
            </a:r>
            <a:r>
              <a:rPr lang="en-US" altLang="zh-CN" sz="1800" dirty="0" err="1"/>
              <a:t>declaration_specifiers</a:t>
            </a:r>
            <a:r>
              <a:rPr lang="en-US" altLang="zh-CN" sz="1800" dirty="0"/>
              <a:t> </a:t>
            </a:r>
            <a:r>
              <a:rPr lang="en-US" altLang="zh-CN" sz="1800" dirty="0" err="1"/>
              <a:t>declarator</a:t>
            </a:r>
            <a:r>
              <a:rPr lang="en-US" altLang="zh-CN" sz="1800" dirty="0"/>
              <a:t> </a:t>
            </a:r>
            <a:r>
              <a:rPr lang="en-US" altLang="zh-CN" sz="1800" dirty="0" err="1"/>
              <a:t>declaration_list</a:t>
            </a:r>
            <a:r>
              <a:rPr lang="en-US" altLang="zh-CN" sz="1800" dirty="0"/>
              <a:t> </a:t>
            </a:r>
            <a:r>
              <a:rPr lang="en-US" altLang="zh-CN" sz="1800" dirty="0" err="1"/>
              <a:t>compound_statement</a:t>
            </a:r>
            <a:r>
              <a:rPr lang="en-US" altLang="zh-CN" sz="1800" dirty="0"/>
              <a:t>	</a:t>
            </a:r>
          </a:p>
          <a:p>
            <a:pPr marL="0" indent="0">
              <a:buNone/>
            </a:pPr>
            <a:r>
              <a:rPr lang="en-US" altLang="zh-CN" sz="1800" dirty="0"/>
              <a:t>    | </a:t>
            </a:r>
            <a:r>
              <a:rPr lang="en-US" altLang="zh-CN" sz="1800" dirty="0" err="1"/>
              <a:t>declaration_specifiers</a:t>
            </a:r>
            <a:r>
              <a:rPr lang="en-US" altLang="zh-CN" sz="1800" dirty="0"/>
              <a:t> </a:t>
            </a:r>
            <a:r>
              <a:rPr lang="en-US" altLang="zh-CN" sz="1800" dirty="0" err="1"/>
              <a:t>declarator</a:t>
            </a:r>
            <a:r>
              <a:rPr lang="en-US" altLang="zh-CN" sz="1800" dirty="0"/>
              <a:t> </a:t>
            </a:r>
            <a:r>
              <a:rPr lang="en-US" altLang="zh-CN" sz="1800" dirty="0" err="1"/>
              <a:t>compound_statement</a:t>
            </a:r>
            <a:r>
              <a:rPr lang="en-US" altLang="zh-CN" sz="1800" dirty="0"/>
              <a:t>	</a:t>
            </a:r>
          </a:p>
          <a:p>
            <a:pPr marL="0" indent="0">
              <a:buNone/>
            </a:pPr>
            <a:r>
              <a:rPr lang="en-US" altLang="zh-CN" sz="1800" dirty="0"/>
              <a:t>    ;</a:t>
            </a:r>
          </a:p>
          <a:p>
            <a:pPr marL="0" indent="0">
              <a:buNone/>
            </a:pPr>
            <a:endParaRPr lang="en-US" altLang="zh-CN" sz="1800" dirty="0"/>
          </a:p>
          <a:p>
            <a:pPr marL="0" indent="0">
              <a:buNone/>
            </a:pPr>
            <a:r>
              <a:rPr lang="zh-CN" altLang="en-US" sz="1800" dirty="0"/>
              <a:t>例子：</a:t>
            </a:r>
            <a:endParaRPr lang="en-US" altLang="zh-CN" sz="1800" dirty="0"/>
          </a:p>
          <a:p>
            <a:pPr marL="0" indent="0">
              <a:buNone/>
            </a:pPr>
            <a:r>
              <a:rPr lang="en-US" altLang="zh-CN" sz="1800" dirty="0"/>
              <a:t>char Lower- to_ Upper(C1)</a:t>
            </a:r>
          </a:p>
          <a:p>
            <a:pPr marL="0" indent="0">
              <a:buNone/>
            </a:pPr>
            <a:r>
              <a:rPr lang="en-US" altLang="zh-CN" sz="1800" dirty="0"/>
              <a:t>char Cl;</a:t>
            </a:r>
          </a:p>
          <a:p>
            <a:pPr marL="0" indent="0">
              <a:buNone/>
            </a:pPr>
            <a:r>
              <a:rPr lang="en-US" altLang="zh-CN" sz="1800" dirty="0"/>
              <a:t>{</a:t>
            </a:r>
          </a:p>
          <a:p>
            <a:pPr marL="0" indent="0">
              <a:buNone/>
            </a:pPr>
            <a:r>
              <a:rPr lang="en-US" altLang="zh-CN" sz="1800" dirty="0"/>
              <a:t>    char C2;</a:t>
            </a:r>
          </a:p>
          <a:p>
            <a:pPr marL="0" indent="0">
              <a:buNone/>
            </a:pPr>
            <a:r>
              <a:rPr lang="en-US" altLang="zh-CN" sz="1800" dirty="0"/>
              <a:t>    C2=(Cl&gt;=‘a’&amp;&amp;Cl&lt;=‘z’)?(</a:t>
            </a:r>
            <a:r>
              <a:rPr lang="en-US" altLang="zh-CN" sz="1800" dirty="0" err="1"/>
              <a:t>cl-’a’+’A</a:t>
            </a:r>
            <a:r>
              <a:rPr lang="en-US" altLang="zh-CN" sz="1800" dirty="0"/>
              <a:t>’)</a:t>
            </a:r>
            <a:r>
              <a:rPr lang="zh-CN" altLang="en-US" sz="1800" dirty="0"/>
              <a:t>：</a:t>
            </a:r>
            <a:r>
              <a:rPr lang="en-US" altLang="zh-CN" sz="1800" dirty="0"/>
              <a:t>Cl;</a:t>
            </a:r>
          </a:p>
          <a:p>
            <a:pPr marL="0" indent="0">
              <a:buNone/>
            </a:pPr>
            <a:r>
              <a:rPr lang="en-US" altLang="zh-CN" sz="1800" dirty="0"/>
              <a:t>    return(C2);</a:t>
            </a:r>
          </a:p>
          <a:p>
            <a:pPr marL="0" indent="0">
              <a:buNone/>
            </a:pPr>
            <a:r>
              <a:rPr lang="en-US" altLang="zh-CN" sz="1800" dirty="0"/>
              <a:t>} </a:t>
            </a:r>
          </a:p>
        </p:txBody>
      </p:sp>
      <p:cxnSp>
        <p:nvCxnSpPr>
          <p:cNvPr id="5" name="直接箭头连接符 4">
            <a:extLst>
              <a:ext uri="{FF2B5EF4-FFF2-40B4-BE49-F238E27FC236}">
                <a16:creationId xmlns:a16="http://schemas.microsoft.com/office/drawing/2014/main" id="{BF71FE35-3F3D-4444-BF4E-65895F17A99C}"/>
              </a:ext>
            </a:extLst>
          </p:cNvPr>
          <p:cNvCxnSpPr/>
          <p:nvPr/>
        </p:nvCxnSpPr>
        <p:spPr bwMode="auto">
          <a:xfrm flipV="1">
            <a:off x="899592" y="1700808"/>
            <a:ext cx="1152128" cy="1368152"/>
          </a:xfrm>
          <a:prstGeom prst="straightConnector1">
            <a:avLst/>
          </a:prstGeom>
          <a:solidFill>
            <a:schemeClr val="accent1"/>
          </a:solidFill>
          <a:ln w="9525" cap="flat" cmpd="sng" algn="ctr">
            <a:solidFill>
              <a:schemeClr val="accent1"/>
            </a:solidFill>
            <a:prstDash val="solid"/>
            <a:round/>
            <a:headEnd type="none" w="med" len="med"/>
            <a:tailEnd type="triangle"/>
          </a:ln>
          <a:effectLst/>
        </p:spPr>
      </p:cxnSp>
      <p:cxnSp>
        <p:nvCxnSpPr>
          <p:cNvPr id="7" name="直接箭头连接符 6">
            <a:extLst>
              <a:ext uri="{FF2B5EF4-FFF2-40B4-BE49-F238E27FC236}">
                <a16:creationId xmlns:a16="http://schemas.microsoft.com/office/drawing/2014/main" id="{9C8274CB-38AC-49FC-810C-E0EA3C81A08C}"/>
              </a:ext>
            </a:extLst>
          </p:cNvPr>
          <p:cNvCxnSpPr/>
          <p:nvPr/>
        </p:nvCxnSpPr>
        <p:spPr bwMode="auto">
          <a:xfrm flipV="1">
            <a:off x="1979712" y="1700808"/>
            <a:ext cx="1512168" cy="1440160"/>
          </a:xfrm>
          <a:prstGeom prst="straightConnector1">
            <a:avLst/>
          </a:prstGeom>
          <a:solidFill>
            <a:schemeClr val="accent1"/>
          </a:solidFill>
          <a:ln w="9525" cap="flat" cmpd="sng" algn="ctr">
            <a:solidFill>
              <a:schemeClr val="accent1"/>
            </a:solidFill>
            <a:prstDash val="solid"/>
            <a:round/>
            <a:headEnd type="none" w="med" len="med"/>
            <a:tailEnd type="triangle"/>
          </a:ln>
          <a:effectLst/>
        </p:spPr>
      </p:cxnSp>
      <p:cxnSp>
        <p:nvCxnSpPr>
          <p:cNvPr id="9" name="直接箭头连接符 8">
            <a:extLst>
              <a:ext uri="{FF2B5EF4-FFF2-40B4-BE49-F238E27FC236}">
                <a16:creationId xmlns:a16="http://schemas.microsoft.com/office/drawing/2014/main" id="{72745EC0-19CC-4960-ABD8-E468568DD23D}"/>
              </a:ext>
            </a:extLst>
          </p:cNvPr>
          <p:cNvCxnSpPr/>
          <p:nvPr/>
        </p:nvCxnSpPr>
        <p:spPr bwMode="auto">
          <a:xfrm flipV="1">
            <a:off x="1619672" y="1700808"/>
            <a:ext cx="3312368" cy="1800200"/>
          </a:xfrm>
          <a:prstGeom prst="straightConnector1">
            <a:avLst/>
          </a:prstGeom>
          <a:solidFill>
            <a:schemeClr val="accent1"/>
          </a:solidFill>
          <a:ln w="9525" cap="flat" cmpd="sng" algn="ctr">
            <a:solidFill>
              <a:schemeClr val="accent1"/>
            </a:solidFill>
            <a:prstDash val="solid"/>
            <a:round/>
            <a:headEnd type="none" w="med" len="med"/>
            <a:tailEnd type="triangle"/>
          </a:ln>
          <a:effectLst/>
        </p:spPr>
      </p:cxnSp>
    </p:spTree>
    <p:extLst>
      <p:ext uri="{BB962C8B-B14F-4D97-AF65-F5344CB8AC3E}">
        <p14:creationId xmlns:p14="http://schemas.microsoft.com/office/powerpoint/2010/main" val="2985902022"/>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5962C9-DB56-4947-8B81-C9DF8ADA0A6A}"/>
              </a:ext>
            </a:extLst>
          </p:cNvPr>
          <p:cNvSpPr>
            <a:spLocks noGrp="1"/>
          </p:cNvSpPr>
          <p:nvPr>
            <p:ph type="title"/>
          </p:nvPr>
        </p:nvSpPr>
        <p:spPr/>
        <p:txBody>
          <a:bodyPr/>
          <a:lstStyle/>
          <a:p>
            <a:r>
              <a:rPr lang="zh-CN" altLang="en-US" dirty="0"/>
              <a:t>定义</a:t>
            </a:r>
          </a:p>
        </p:txBody>
      </p:sp>
      <p:sp>
        <p:nvSpPr>
          <p:cNvPr id="3" name="内容占位符 2">
            <a:extLst>
              <a:ext uri="{FF2B5EF4-FFF2-40B4-BE49-F238E27FC236}">
                <a16:creationId xmlns:a16="http://schemas.microsoft.com/office/drawing/2014/main" id="{431EA865-249C-4E42-9307-81C263798D24}"/>
              </a:ext>
            </a:extLst>
          </p:cNvPr>
          <p:cNvSpPr>
            <a:spLocks noGrp="1"/>
          </p:cNvSpPr>
          <p:nvPr>
            <p:ph idx="1"/>
          </p:nvPr>
        </p:nvSpPr>
        <p:spPr/>
        <p:txBody>
          <a:bodyPr/>
          <a:lstStyle/>
          <a:p>
            <a:pPr marL="0" marR="0" lvl="0" indent="0" algn="l" defTabSz="914400" rtl="0" eaLnBrk="0" fontAlgn="base" latinLnBrk="0" hangingPunct="0">
              <a:lnSpc>
                <a:spcPct val="100000"/>
              </a:lnSpc>
              <a:spcBef>
                <a:spcPct val="20000"/>
              </a:spcBef>
              <a:spcAft>
                <a:spcPct val="0"/>
              </a:spcAft>
              <a:buClrTx/>
              <a:buSzTx/>
              <a:buFontTx/>
              <a:buNone/>
              <a:tabLst/>
              <a:defRPr/>
            </a:pPr>
            <a:r>
              <a:rPr kumimoji="1" lang="en-US" altLang="zh-CN" sz="1800" b="0" i="0" u="none" strike="noStrike" kern="0" cap="none" spc="0" normalizeH="0" baseline="0" noProof="0" dirty="0" err="1">
                <a:ln>
                  <a:noFill/>
                </a:ln>
                <a:solidFill>
                  <a:srgbClr val="000000"/>
                </a:solidFill>
                <a:effectLst/>
                <a:uLnTx/>
                <a:uFillTx/>
                <a:latin typeface="Times New Roman"/>
                <a:ea typeface="宋体"/>
                <a:cs typeface="+mn-cs"/>
              </a:rPr>
              <a:t>direct_declarator</a:t>
            </a:r>
            <a:r>
              <a:rPr kumimoji="1" lang="en-US" altLang="zh-CN" sz="1800" b="0" i="0" u="none" strike="noStrike" kern="0" cap="none" spc="0" normalizeH="0" baseline="0" noProof="0" dirty="0">
                <a:ln>
                  <a:noFill/>
                </a:ln>
                <a:solidFill>
                  <a:srgbClr val="000000"/>
                </a:solidFill>
                <a:effectLst/>
                <a:uLnTx/>
                <a:uFillTx/>
                <a:latin typeface="Times New Roman"/>
                <a:ea typeface="宋体"/>
                <a:cs typeface="+mn-cs"/>
              </a:rPr>
              <a:t>	//</a:t>
            </a:r>
            <a:r>
              <a:rPr kumimoji="1" lang="zh-CN" altLang="en-US" sz="1800" b="0" i="0" u="none" strike="noStrike" kern="0" cap="none" spc="0" normalizeH="0" baseline="0" noProof="0" dirty="0">
                <a:ln>
                  <a:noFill/>
                </a:ln>
                <a:solidFill>
                  <a:srgbClr val="000000"/>
                </a:solidFill>
                <a:effectLst/>
                <a:uLnTx/>
                <a:uFillTx/>
                <a:latin typeface="Times New Roman"/>
                <a:ea typeface="宋体"/>
                <a:cs typeface="+mn-cs"/>
              </a:rPr>
              <a:t>函数名和参数</a:t>
            </a:r>
            <a:endParaRPr kumimoji="1" lang="en-US" altLang="zh-CN" sz="1800" b="0" i="0" u="none" strike="noStrike" kern="0" cap="none" spc="0" normalizeH="0" baseline="0" noProof="0" dirty="0">
              <a:ln>
                <a:noFill/>
              </a:ln>
              <a:solidFill>
                <a:srgbClr val="000000"/>
              </a:solidFill>
              <a:effectLst/>
              <a:uLnTx/>
              <a:uFillTx/>
              <a:latin typeface="Times New Roman"/>
              <a:ea typeface="宋体"/>
              <a:cs typeface="+mn-cs"/>
            </a:endParaRPr>
          </a:p>
          <a:p>
            <a:pPr marL="0" marR="0" lvl="0" indent="0" algn="l" defTabSz="914400" rtl="0" eaLnBrk="0" fontAlgn="base" latinLnBrk="0" hangingPunct="0">
              <a:lnSpc>
                <a:spcPct val="100000"/>
              </a:lnSpc>
              <a:spcBef>
                <a:spcPct val="20000"/>
              </a:spcBef>
              <a:spcAft>
                <a:spcPct val="0"/>
              </a:spcAft>
              <a:buClrTx/>
              <a:buSzTx/>
              <a:buFontTx/>
              <a:buNone/>
              <a:tabLst/>
              <a:defRPr/>
            </a:pPr>
            <a:r>
              <a:rPr kumimoji="1" lang="en-US" altLang="zh-CN" sz="1800" b="0" i="0" u="none" strike="noStrike" kern="0" cap="none" spc="0" normalizeH="0" baseline="0" noProof="0" dirty="0">
                <a:ln>
                  <a:noFill/>
                </a:ln>
                <a:solidFill>
                  <a:srgbClr val="000000"/>
                </a:solidFill>
                <a:effectLst/>
                <a:uLnTx/>
                <a:uFillTx/>
                <a:latin typeface="Times New Roman"/>
                <a:ea typeface="宋体"/>
                <a:cs typeface="+mn-cs"/>
              </a:rPr>
              <a:t>    : IDENTIFIER</a:t>
            </a:r>
          </a:p>
          <a:p>
            <a:pPr marL="0" marR="0" lvl="0" indent="0" algn="l" defTabSz="914400" rtl="0" eaLnBrk="0" fontAlgn="base" latinLnBrk="0" hangingPunct="0">
              <a:lnSpc>
                <a:spcPct val="100000"/>
              </a:lnSpc>
              <a:spcBef>
                <a:spcPct val="20000"/>
              </a:spcBef>
              <a:spcAft>
                <a:spcPct val="0"/>
              </a:spcAft>
              <a:buClrTx/>
              <a:buSzTx/>
              <a:buFontTx/>
              <a:buNone/>
              <a:tabLst/>
              <a:defRPr/>
            </a:pPr>
            <a:r>
              <a:rPr kumimoji="1" lang="en-US" altLang="zh-CN" sz="1800" b="0" i="0" u="none" strike="noStrike" kern="0" cap="none" spc="0" normalizeH="0" baseline="0" noProof="0" dirty="0">
                <a:ln>
                  <a:noFill/>
                </a:ln>
                <a:solidFill>
                  <a:srgbClr val="000000"/>
                </a:solidFill>
                <a:effectLst/>
                <a:uLnTx/>
                <a:uFillTx/>
                <a:latin typeface="Times New Roman"/>
                <a:ea typeface="宋体"/>
                <a:cs typeface="+mn-cs"/>
              </a:rPr>
              <a:t>    | '(' declarator ')'                                 //int (*</a:t>
            </a:r>
            <a:r>
              <a:rPr kumimoji="1" lang="en-US" altLang="zh-CN" sz="1800" b="0" i="0" u="none" strike="noStrike" kern="0" cap="none" spc="0" normalizeH="0" baseline="0" noProof="0" dirty="0" err="1">
                <a:ln>
                  <a:noFill/>
                </a:ln>
                <a:solidFill>
                  <a:srgbClr val="000000"/>
                </a:solidFill>
                <a:effectLst/>
                <a:uLnTx/>
                <a:uFillTx/>
                <a:latin typeface="Times New Roman"/>
                <a:ea typeface="宋体"/>
                <a:cs typeface="+mn-cs"/>
              </a:rPr>
              <a:t>func</a:t>
            </a:r>
            <a:r>
              <a:rPr kumimoji="1" lang="en-US" altLang="zh-CN" sz="1800" b="0" i="0" u="none" strike="noStrike" kern="0" cap="none" spc="0" normalizeH="0" baseline="0" noProof="0" dirty="0">
                <a:ln>
                  <a:noFill/>
                </a:ln>
                <a:solidFill>
                  <a:srgbClr val="000000"/>
                </a:solidFill>
                <a:effectLst/>
                <a:uLnTx/>
                <a:uFillTx/>
                <a:latin typeface="Times New Roman"/>
                <a:ea typeface="宋体"/>
                <a:cs typeface="+mn-cs"/>
              </a:rPr>
              <a:t>)(int);  </a:t>
            </a:r>
            <a:r>
              <a:rPr kumimoji="1" lang="zh-CN" altLang="en-US" sz="1800" b="0" i="0" u="none" strike="noStrike" kern="0" cap="none" spc="0" normalizeH="0" baseline="0" noProof="0" dirty="0">
                <a:ln>
                  <a:noFill/>
                </a:ln>
                <a:solidFill>
                  <a:srgbClr val="000000"/>
                </a:solidFill>
                <a:effectLst/>
                <a:uLnTx/>
                <a:uFillTx/>
                <a:latin typeface="Times New Roman"/>
                <a:ea typeface="宋体"/>
                <a:cs typeface="+mn-cs"/>
              </a:rPr>
              <a:t>函数指针</a:t>
            </a:r>
            <a:endParaRPr kumimoji="1" lang="en-US" altLang="zh-CN" sz="1800" b="0" i="0" u="none" strike="noStrike" kern="0" cap="none" spc="0" normalizeH="0" baseline="0" noProof="0" dirty="0">
              <a:ln>
                <a:noFill/>
              </a:ln>
              <a:solidFill>
                <a:srgbClr val="000000"/>
              </a:solidFill>
              <a:effectLst/>
              <a:uLnTx/>
              <a:uFillTx/>
              <a:latin typeface="Times New Roman"/>
              <a:ea typeface="宋体"/>
              <a:cs typeface="+mn-cs"/>
            </a:endParaRPr>
          </a:p>
          <a:p>
            <a:pPr marL="0" marR="0" lvl="0" indent="0" algn="l" defTabSz="914400" rtl="0" eaLnBrk="0" fontAlgn="base" latinLnBrk="0" hangingPunct="0">
              <a:lnSpc>
                <a:spcPct val="100000"/>
              </a:lnSpc>
              <a:spcBef>
                <a:spcPct val="20000"/>
              </a:spcBef>
              <a:spcAft>
                <a:spcPct val="0"/>
              </a:spcAft>
              <a:buClrTx/>
              <a:buSzTx/>
              <a:buFontTx/>
              <a:buNone/>
              <a:tabLst/>
              <a:defRPr/>
            </a:pPr>
            <a:r>
              <a:rPr kumimoji="1" lang="en-US" altLang="zh-CN" sz="1800" b="0" i="0" u="none" strike="noStrike" kern="0" cap="none" spc="0" normalizeH="0" baseline="0" noProof="0" dirty="0">
                <a:ln>
                  <a:noFill/>
                </a:ln>
                <a:solidFill>
                  <a:srgbClr val="000000"/>
                </a:solidFill>
                <a:effectLst/>
                <a:uLnTx/>
                <a:uFillTx/>
                <a:latin typeface="Times New Roman"/>
                <a:ea typeface="宋体"/>
                <a:cs typeface="+mn-cs"/>
              </a:rPr>
              <a:t>    | </a:t>
            </a:r>
            <a:r>
              <a:rPr kumimoji="1" lang="en-US" altLang="zh-CN" sz="1800" b="0" i="0" u="none" strike="noStrike" kern="0" cap="none" spc="0" normalizeH="0" baseline="0" noProof="0" dirty="0" err="1">
                <a:ln>
                  <a:noFill/>
                </a:ln>
                <a:solidFill>
                  <a:srgbClr val="000000"/>
                </a:solidFill>
                <a:effectLst/>
                <a:uLnTx/>
                <a:uFillTx/>
                <a:latin typeface="Times New Roman"/>
                <a:ea typeface="宋体"/>
                <a:cs typeface="+mn-cs"/>
              </a:rPr>
              <a:t>direct_declarator</a:t>
            </a:r>
            <a:r>
              <a:rPr kumimoji="1" lang="en-US" altLang="zh-CN" sz="1800" b="0" i="0" u="none" strike="noStrike" kern="0" cap="none" spc="0" normalizeH="0" baseline="0" noProof="0" dirty="0">
                <a:ln>
                  <a:noFill/>
                </a:ln>
                <a:solidFill>
                  <a:srgbClr val="000000"/>
                </a:solidFill>
                <a:effectLst/>
                <a:uLnTx/>
                <a:uFillTx/>
                <a:latin typeface="Times New Roman"/>
                <a:ea typeface="宋体"/>
                <a:cs typeface="+mn-cs"/>
              </a:rPr>
              <a:t> '(' </a:t>
            </a:r>
            <a:r>
              <a:rPr kumimoji="1" lang="en-US" altLang="zh-CN" sz="1800" b="0" i="0" u="none" strike="noStrike" kern="0" cap="none" spc="0" normalizeH="0" baseline="0" noProof="0" dirty="0" err="1">
                <a:ln>
                  <a:noFill/>
                </a:ln>
                <a:solidFill>
                  <a:srgbClr val="000000"/>
                </a:solidFill>
                <a:effectLst/>
                <a:uLnTx/>
                <a:uFillTx/>
                <a:latin typeface="Times New Roman"/>
                <a:ea typeface="宋体"/>
                <a:cs typeface="+mn-cs"/>
              </a:rPr>
              <a:t>parameter_type_list</a:t>
            </a:r>
            <a:r>
              <a:rPr kumimoji="1" lang="en-US" altLang="zh-CN" sz="1800" b="0" i="0" u="none" strike="noStrike" kern="0" cap="none" spc="0" normalizeH="0" baseline="0" noProof="0" dirty="0">
                <a:ln>
                  <a:noFill/>
                </a:ln>
                <a:solidFill>
                  <a:srgbClr val="000000"/>
                </a:solidFill>
                <a:effectLst/>
                <a:uLnTx/>
                <a:uFillTx/>
                <a:latin typeface="Times New Roman"/>
                <a:ea typeface="宋体"/>
                <a:cs typeface="+mn-cs"/>
              </a:rPr>
              <a:t> ') ‘</a:t>
            </a:r>
          </a:p>
          <a:p>
            <a:pPr marL="0" marR="0" lvl="0" indent="0" algn="l" defTabSz="914400" rtl="0" eaLnBrk="0" fontAlgn="base" latinLnBrk="0" hangingPunct="0">
              <a:lnSpc>
                <a:spcPct val="100000"/>
              </a:lnSpc>
              <a:spcBef>
                <a:spcPct val="20000"/>
              </a:spcBef>
              <a:spcAft>
                <a:spcPct val="0"/>
              </a:spcAft>
              <a:buClrTx/>
              <a:buSzTx/>
              <a:buFontTx/>
              <a:buNone/>
              <a:tabLst/>
              <a:defRPr/>
            </a:pPr>
            <a:r>
              <a:rPr kumimoji="1" lang="en-US" altLang="zh-CN" sz="1800" b="0" i="0" u="none" strike="noStrike" kern="0" cap="none" spc="0" normalizeH="0" baseline="0" noProof="0" dirty="0">
                <a:ln>
                  <a:noFill/>
                </a:ln>
                <a:solidFill>
                  <a:srgbClr val="000000"/>
                </a:solidFill>
                <a:effectLst/>
                <a:uLnTx/>
                <a:uFillTx/>
                <a:latin typeface="Times New Roman"/>
                <a:ea typeface="宋体"/>
                <a:cs typeface="+mn-cs"/>
              </a:rPr>
              <a:t>    | </a:t>
            </a:r>
            <a:r>
              <a:rPr kumimoji="1" lang="en-US" altLang="zh-CN" sz="1800" b="0" i="0" u="none" strike="noStrike" kern="0" cap="none" spc="0" normalizeH="0" baseline="0" noProof="0" dirty="0" err="1">
                <a:ln>
                  <a:noFill/>
                </a:ln>
                <a:solidFill>
                  <a:srgbClr val="000000"/>
                </a:solidFill>
                <a:effectLst/>
                <a:uLnTx/>
                <a:uFillTx/>
                <a:latin typeface="Times New Roman"/>
                <a:ea typeface="宋体"/>
                <a:cs typeface="+mn-cs"/>
              </a:rPr>
              <a:t>direct_declarator</a:t>
            </a:r>
            <a:r>
              <a:rPr kumimoji="1" lang="en-US" altLang="zh-CN" sz="1800" b="0" i="0" u="none" strike="noStrike" kern="0" cap="none" spc="0" normalizeH="0" baseline="0" noProof="0" dirty="0">
                <a:ln>
                  <a:noFill/>
                </a:ln>
                <a:solidFill>
                  <a:srgbClr val="000000"/>
                </a:solidFill>
                <a:effectLst/>
                <a:uLnTx/>
                <a:uFillTx/>
                <a:latin typeface="Times New Roman"/>
                <a:ea typeface="宋体"/>
                <a:cs typeface="+mn-cs"/>
              </a:rPr>
              <a:t> '(' ')‘</a:t>
            </a:r>
          </a:p>
          <a:p>
            <a:pPr marL="0" marR="0" lvl="0" indent="0" algn="l" defTabSz="914400" rtl="0" eaLnBrk="0" fontAlgn="base" latinLnBrk="0" hangingPunct="0">
              <a:lnSpc>
                <a:spcPct val="100000"/>
              </a:lnSpc>
              <a:spcBef>
                <a:spcPct val="20000"/>
              </a:spcBef>
              <a:spcAft>
                <a:spcPct val="0"/>
              </a:spcAft>
              <a:buClrTx/>
              <a:buSzTx/>
              <a:buFontTx/>
              <a:buNone/>
              <a:tabLst/>
              <a:defRPr/>
            </a:pPr>
            <a:r>
              <a:rPr kumimoji="1" lang="en-US" altLang="zh-CN" sz="1800" b="0" i="0" u="none" strike="noStrike" kern="0" cap="none" spc="0" normalizeH="0" baseline="0" noProof="0" dirty="0">
                <a:ln>
                  <a:noFill/>
                </a:ln>
                <a:solidFill>
                  <a:srgbClr val="000000"/>
                </a:solidFill>
                <a:effectLst/>
                <a:uLnTx/>
                <a:uFillTx/>
                <a:latin typeface="Times New Roman"/>
                <a:ea typeface="宋体"/>
                <a:cs typeface="+mn-cs"/>
              </a:rPr>
              <a:t>    |…</a:t>
            </a:r>
          </a:p>
          <a:p>
            <a:pPr marL="0" marR="0" lvl="0" indent="0" algn="l" defTabSz="914400" rtl="0" eaLnBrk="0" fontAlgn="base" latinLnBrk="0" hangingPunct="0">
              <a:lnSpc>
                <a:spcPct val="100000"/>
              </a:lnSpc>
              <a:spcBef>
                <a:spcPct val="20000"/>
              </a:spcBef>
              <a:spcAft>
                <a:spcPct val="0"/>
              </a:spcAft>
              <a:buClrTx/>
              <a:buSzTx/>
              <a:buFontTx/>
              <a:buNone/>
              <a:tabLst/>
              <a:defRPr/>
            </a:pPr>
            <a:r>
              <a:rPr kumimoji="1" lang="en-US" altLang="zh-CN" sz="1800" b="0" i="0" u="none" strike="noStrike" kern="0" cap="none" spc="0" normalizeH="0" baseline="0" noProof="0" dirty="0">
                <a:ln>
                  <a:noFill/>
                </a:ln>
                <a:solidFill>
                  <a:srgbClr val="000000"/>
                </a:solidFill>
                <a:effectLst/>
                <a:uLnTx/>
                <a:uFillTx/>
                <a:latin typeface="Times New Roman"/>
                <a:ea typeface="宋体"/>
                <a:cs typeface="+mn-cs"/>
              </a:rPr>
              <a:t>    ;</a:t>
            </a:r>
          </a:p>
          <a:p>
            <a:pPr marL="0" marR="0" lvl="0" indent="0" algn="l" defTabSz="914400" rtl="0" eaLnBrk="0" fontAlgn="base" latinLnBrk="0" hangingPunct="0">
              <a:lnSpc>
                <a:spcPct val="100000"/>
              </a:lnSpc>
              <a:spcBef>
                <a:spcPct val="20000"/>
              </a:spcBef>
              <a:spcAft>
                <a:spcPct val="0"/>
              </a:spcAft>
              <a:buClrTx/>
              <a:buSzTx/>
              <a:buFontTx/>
              <a:buNone/>
              <a:tabLst/>
              <a:defRPr/>
            </a:pPr>
            <a:endParaRPr kumimoji="1" lang="en-US" altLang="zh-CN" sz="1800" b="0" i="0" u="none" strike="noStrike" kern="0" cap="none" spc="0" normalizeH="0" baseline="0" noProof="0" dirty="0">
              <a:ln>
                <a:noFill/>
              </a:ln>
              <a:solidFill>
                <a:srgbClr val="000000"/>
              </a:solidFill>
              <a:effectLst/>
              <a:uLnTx/>
              <a:uFillTx/>
              <a:latin typeface="Times New Roman"/>
              <a:ea typeface="宋体"/>
              <a:cs typeface="+mn-cs"/>
            </a:endParaRPr>
          </a:p>
          <a:p>
            <a:pPr marL="0" marR="0" lvl="0" indent="0" algn="l" defTabSz="914400" rtl="0" eaLnBrk="0" fontAlgn="base" latinLnBrk="0" hangingPunct="0">
              <a:lnSpc>
                <a:spcPct val="100000"/>
              </a:lnSpc>
              <a:spcBef>
                <a:spcPct val="20000"/>
              </a:spcBef>
              <a:spcAft>
                <a:spcPct val="0"/>
              </a:spcAft>
              <a:buClrTx/>
              <a:buSzTx/>
              <a:buFontTx/>
              <a:buNone/>
              <a:tabLst/>
              <a:defRPr/>
            </a:pPr>
            <a:r>
              <a:rPr kumimoji="1" lang="en-US" altLang="zh-CN" sz="1800" b="0" i="0" u="none" strike="noStrike" kern="0" cap="none" spc="0" normalizeH="0" baseline="0" noProof="0" dirty="0" err="1">
                <a:ln>
                  <a:noFill/>
                </a:ln>
                <a:solidFill>
                  <a:srgbClr val="000000"/>
                </a:solidFill>
                <a:effectLst/>
                <a:uLnTx/>
                <a:uFillTx/>
                <a:latin typeface="Times New Roman"/>
                <a:ea typeface="宋体"/>
                <a:cs typeface="+mn-cs"/>
              </a:rPr>
              <a:t>parameter_type_list</a:t>
            </a:r>
            <a:r>
              <a:rPr kumimoji="1" lang="en-US" altLang="zh-CN" sz="1800" b="0" i="0" u="none" strike="noStrike" kern="0" cap="none" spc="0" normalizeH="0" baseline="0" noProof="0" dirty="0">
                <a:ln>
                  <a:noFill/>
                </a:ln>
                <a:solidFill>
                  <a:srgbClr val="000000"/>
                </a:solidFill>
                <a:effectLst/>
                <a:uLnTx/>
                <a:uFillTx/>
                <a:latin typeface="Times New Roman"/>
                <a:ea typeface="宋体"/>
                <a:cs typeface="+mn-cs"/>
              </a:rPr>
              <a:t>	</a:t>
            </a:r>
          </a:p>
          <a:p>
            <a:pPr marL="0" marR="0" lvl="0" indent="0" algn="l" defTabSz="914400" rtl="0" eaLnBrk="0" fontAlgn="base" latinLnBrk="0" hangingPunct="0">
              <a:lnSpc>
                <a:spcPct val="100000"/>
              </a:lnSpc>
              <a:spcBef>
                <a:spcPct val="20000"/>
              </a:spcBef>
              <a:spcAft>
                <a:spcPct val="0"/>
              </a:spcAft>
              <a:buClrTx/>
              <a:buSzTx/>
              <a:buFontTx/>
              <a:buNone/>
              <a:tabLst/>
              <a:defRPr/>
            </a:pPr>
            <a:r>
              <a:rPr kumimoji="1" lang="en-US" altLang="zh-CN" sz="1800" b="0" i="0" u="none" strike="noStrike" kern="0" cap="none" spc="0" normalizeH="0" baseline="0" noProof="0" dirty="0">
                <a:ln>
                  <a:noFill/>
                </a:ln>
                <a:solidFill>
                  <a:srgbClr val="000000"/>
                </a:solidFill>
                <a:effectLst/>
                <a:uLnTx/>
                <a:uFillTx/>
                <a:latin typeface="Times New Roman"/>
                <a:ea typeface="宋体"/>
                <a:cs typeface="+mn-cs"/>
              </a:rPr>
              <a:t>    : </a:t>
            </a:r>
            <a:r>
              <a:rPr kumimoji="1" lang="en-US" altLang="zh-CN" sz="1800" b="0" i="0" u="none" strike="noStrike" kern="0" cap="none" spc="0" normalizeH="0" baseline="0" noProof="0" dirty="0" err="1">
                <a:ln>
                  <a:noFill/>
                </a:ln>
                <a:solidFill>
                  <a:srgbClr val="000000"/>
                </a:solidFill>
                <a:effectLst/>
                <a:uLnTx/>
                <a:uFillTx/>
                <a:latin typeface="Times New Roman"/>
                <a:ea typeface="宋体"/>
                <a:cs typeface="+mn-cs"/>
              </a:rPr>
              <a:t>parameter_list</a:t>
            </a:r>
            <a:r>
              <a:rPr kumimoji="1" lang="en-US" altLang="zh-CN" sz="1800" b="0" i="0" u="none" strike="noStrike" kern="0" cap="none" spc="0" normalizeH="0" baseline="0" noProof="0" dirty="0">
                <a:ln>
                  <a:noFill/>
                </a:ln>
                <a:solidFill>
                  <a:srgbClr val="000000"/>
                </a:solidFill>
                <a:effectLst/>
                <a:uLnTx/>
                <a:uFillTx/>
                <a:latin typeface="Times New Roman"/>
                <a:ea typeface="宋体"/>
                <a:cs typeface="+mn-cs"/>
              </a:rPr>
              <a:t>	</a:t>
            </a:r>
          </a:p>
          <a:p>
            <a:pPr marL="0" marR="0" lvl="0" indent="0" algn="l" defTabSz="914400" rtl="0" eaLnBrk="0" fontAlgn="base" latinLnBrk="0" hangingPunct="0">
              <a:lnSpc>
                <a:spcPct val="100000"/>
              </a:lnSpc>
              <a:spcBef>
                <a:spcPct val="20000"/>
              </a:spcBef>
              <a:spcAft>
                <a:spcPct val="0"/>
              </a:spcAft>
              <a:buClrTx/>
              <a:buSzTx/>
              <a:buFontTx/>
              <a:buNone/>
              <a:tabLst/>
              <a:defRPr/>
            </a:pPr>
            <a:r>
              <a:rPr kumimoji="1" lang="en-US" altLang="zh-CN" sz="1800" b="0" i="0" u="none" strike="noStrike" kern="0" cap="none" spc="0" normalizeH="0" baseline="0" noProof="0" dirty="0">
                <a:ln>
                  <a:noFill/>
                </a:ln>
                <a:solidFill>
                  <a:srgbClr val="000000"/>
                </a:solidFill>
                <a:effectLst/>
                <a:uLnTx/>
                <a:uFillTx/>
                <a:latin typeface="Times New Roman"/>
                <a:ea typeface="宋体"/>
                <a:cs typeface="+mn-cs"/>
              </a:rPr>
              <a:t>    | </a:t>
            </a:r>
            <a:r>
              <a:rPr kumimoji="1" lang="en-US" altLang="zh-CN" sz="1800" b="0" i="0" u="none" strike="noStrike" kern="0" cap="none" spc="0" normalizeH="0" baseline="0" noProof="0" dirty="0" err="1">
                <a:ln>
                  <a:noFill/>
                </a:ln>
                <a:solidFill>
                  <a:srgbClr val="000000"/>
                </a:solidFill>
                <a:effectLst/>
                <a:uLnTx/>
                <a:uFillTx/>
                <a:latin typeface="Times New Roman"/>
                <a:ea typeface="宋体"/>
                <a:cs typeface="+mn-cs"/>
              </a:rPr>
              <a:t>parameter_list</a:t>
            </a:r>
            <a:r>
              <a:rPr kumimoji="1" lang="en-US" altLang="zh-CN" sz="1800" b="0" i="0" u="none" strike="noStrike" kern="0" cap="none" spc="0" normalizeH="0" baseline="0" noProof="0" dirty="0">
                <a:ln>
                  <a:noFill/>
                </a:ln>
                <a:solidFill>
                  <a:srgbClr val="000000"/>
                </a:solidFill>
                <a:effectLst/>
                <a:uLnTx/>
                <a:uFillTx/>
                <a:latin typeface="Times New Roman"/>
                <a:ea typeface="宋体"/>
                <a:cs typeface="+mn-cs"/>
              </a:rPr>
              <a:t> ‘,’ ELLIPSIS  // ELLIPSIS</a:t>
            </a:r>
            <a:r>
              <a:rPr kumimoji="1" lang="zh-CN" altLang="en-US" sz="1800" b="0" i="0" u="none" strike="noStrike" kern="0" cap="none" spc="0" normalizeH="0" baseline="0" noProof="0" dirty="0">
                <a:ln>
                  <a:noFill/>
                </a:ln>
                <a:solidFill>
                  <a:srgbClr val="000000"/>
                </a:solidFill>
                <a:effectLst/>
                <a:uLnTx/>
                <a:uFillTx/>
                <a:latin typeface="Times New Roman"/>
                <a:ea typeface="宋体"/>
                <a:cs typeface="+mn-cs"/>
              </a:rPr>
              <a:t>表示省略号，表示可变数目参数</a:t>
            </a:r>
            <a:r>
              <a:rPr kumimoji="1" lang="en-US" altLang="zh-CN" sz="1800" b="0" i="0" u="none" strike="noStrike" kern="0" cap="none" spc="0" normalizeH="0" baseline="0" noProof="0" dirty="0">
                <a:ln>
                  <a:noFill/>
                </a:ln>
                <a:solidFill>
                  <a:srgbClr val="000000"/>
                </a:solidFill>
                <a:effectLst/>
                <a:uLnTx/>
                <a:uFillTx/>
                <a:latin typeface="Times New Roman"/>
                <a:ea typeface="宋体"/>
                <a:cs typeface="+mn-cs"/>
              </a:rPr>
              <a:t>      </a:t>
            </a:r>
          </a:p>
          <a:p>
            <a:pPr marL="0" marR="0" lvl="0" indent="0" algn="l" defTabSz="914400" rtl="0" eaLnBrk="0" fontAlgn="base" latinLnBrk="0" hangingPunct="0">
              <a:lnSpc>
                <a:spcPct val="100000"/>
              </a:lnSpc>
              <a:spcBef>
                <a:spcPct val="20000"/>
              </a:spcBef>
              <a:spcAft>
                <a:spcPct val="0"/>
              </a:spcAft>
              <a:buClrTx/>
              <a:buSzTx/>
              <a:buFontTx/>
              <a:buNone/>
              <a:tabLst/>
              <a:defRPr/>
            </a:pPr>
            <a:r>
              <a:rPr kumimoji="1" lang="en-US" altLang="zh-CN" sz="1800" b="0" i="0" u="none" strike="noStrike" kern="0" cap="none" spc="0" normalizeH="0" baseline="0" noProof="0" dirty="0">
                <a:ln>
                  <a:noFill/>
                </a:ln>
                <a:solidFill>
                  <a:srgbClr val="000000"/>
                </a:solidFill>
                <a:effectLst/>
                <a:uLnTx/>
                <a:uFillTx/>
                <a:latin typeface="Times New Roman"/>
                <a:ea typeface="宋体"/>
                <a:cs typeface="+mn-cs"/>
              </a:rPr>
              <a:t>    ; </a:t>
            </a:r>
          </a:p>
          <a:p>
            <a:pPr marL="0" indent="0">
              <a:buNone/>
            </a:pPr>
            <a:endParaRPr lang="zh-CN" altLang="en-US" dirty="0"/>
          </a:p>
        </p:txBody>
      </p:sp>
    </p:spTree>
    <p:extLst>
      <p:ext uri="{BB962C8B-B14F-4D97-AF65-F5344CB8AC3E}">
        <p14:creationId xmlns:p14="http://schemas.microsoft.com/office/powerpoint/2010/main" val="2963385349"/>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定义</a:t>
            </a:r>
          </a:p>
        </p:txBody>
      </p:sp>
      <p:sp>
        <p:nvSpPr>
          <p:cNvPr id="3" name="内容占位符 2"/>
          <p:cNvSpPr>
            <a:spLocks noGrp="1"/>
          </p:cNvSpPr>
          <p:nvPr>
            <p:ph idx="1"/>
          </p:nvPr>
        </p:nvSpPr>
        <p:spPr/>
        <p:txBody>
          <a:bodyPr/>
          <a:lstStyle/>
          <a:p>
            <a:pPr marL="0" indent="0">
              <a:buNone/>
            </a:pPr>
            <a:r>
              <a:rPr lang="en-US" altLang="zh-CN" sz="1800" dirty="0" err="1"/>
              <a:t>parameter_list</a:t>
            </a:r>
            <a:r>
              <a:rPr lang="en-US" altLang="zh-CN" sz="1800" dirty="0"/>
              <a:t>	</a:t>
            </a:r>
          </a:p>
          <a:p>
            <a:pPr marL="0" indent="0">
              <a:buNone/>
            </a:pPr>
            <a:r>
              <a:rPr lang="en-US" altLang="zh-CN" sz="1800" dirty="0"/>
              <a:t>    : </a:t>
            </a:r>
            <a:r>
              <a:rPr lang="en-US" altLang="zh-CN" sz="1800" dirty="0" err="1"/>
              <a:t>parameter_declaration</a:t>
            </a:r>
            <a:r>
              <a:rPr lang="en-US" altLang="zh-CN" sz="1800" dirty="0"/>
              <a:t>	</a:t>
            </a:r>
          </a:p>
          <a:p>
            <a:pPr marL="0" indent="0">
              <a:buNone/>
            </a:pPr>
            <a:r>
              <a:rPr lang="en-US" altLang="zh-CN" sz="1800" dirty="0"/>
              <a:t>    | </a:t>
            </a:r>
            <a:r>
              <a:rPr lang="en-US" altLang="zh-CN" sz="1800" dirty="0" err="1"/>
              <a:t>parameter_list</a:t>
            </a:r>
            <a:r>
              <a:rPr lang="en-US" altLang="zh-CN" sz="1800" dirty="0"/>
              <a:t> ',' </a:t>
            </a:r>
            <a:r>
              <a:rPr lang="en-US" altLang="zh-CN" sz="1800" dirty="0" err="1"/>
              <a:t>parameter_declaration</a:t>
            </a:r>
            <a:r>
              <a:rPr lang="en-US" altLang="zh-CN" sz="1800" dirty="0"/>
              <a:t>	</a:t>
            </a:r>
          </a:p>
          <a:p>
            <a:pPr marL="0" indent="0">
              <a:buNone/>
            </a:pPr>
            <a:r>
              <a:rPr lang="en-US" altLang="zh-CN" sz="1800" dirty="0"/>
              <a:t>    ;</a:t>
            </a:r>
            <a:endParaRPr lang="en-US" altLang="zh-CN" sz="1800" dirty="0">
              <a:solidFill>
                <a:srgbClr val="000000"/>
              </a:solidFill>
            </a:endParaRPr>
          </a:p>
          <a:p>
            <a:pPr marL="0" indent="0">
              <a:buNone/>
            </a:pPr>
            <a:r>
              <a:rPr lang="en-US" altLang="zh-CN" sz="1800" dirty="0" err="1">
                <a:solidFill>
                  <a:srgbClr val="000000"/>
                </a:solidFill>
              </a:rPr>
              <a:t>parameter_declaration</a:t>
            </a:r>
            <a:r>
              <a:rPr lang="en-US" altLang="zh-CN" sz="1800" dirty="0">
                <a:solidFill>
                  <a:srgbClr val="000000"/>
                </a:solidFill>
              </a:rPr>
              <a:t>	</a:t>
            </a:r>
          </a:p>
          <a:p>
            <a:pPr marL="0" indent="0">
              <a:buNone/>
            </a:pPr>
            <a:r>
              <a:rPr lang="en-US" altLang="zh-CN" sz="1800" dirty="0">
                <a:solidFill>
                  <a:srgbClr val="000000"/>
                </a:solidFill>
              </a:rPr>
              <a:t>    : </a:t>
            </a:r>
            <a:r>
              <a:rPr lang="en-US" altLang="zh-CN" sz="1800" dirty="0" err="1">
                <a:solidFill>
                  <a:srgbClr val="000000"/>
                </a:solidFill>
              </a:rPr>
              <a:t>declaration_specifiers</a:t>
            </a:r>
            <a:r>
              <a:rPr lang="en-US" altLang="zh-CN" sz="1800" dirty="0">
                <a:solidFill>
                  <a:srgbClr val="000000"/>
                </a:solidFill>
              </a:rPr>
              <a:t> </a:t>
            </a:r>
            <a:r>
              <a:rPr lang="en-US" altLang="zh-CN" sz="1800" dirty="0" err="1">
                <a:solidFill>
                  <a:srgbClr val="000000"/>
                </a:solidFill>
              </a:rPr>
              <a:t>declarator</a:t>
            </a:r>
            <a:r>
              <a:rPr lang="en-US" altLang="zh-CN" sz="1800" dirty="0">
                <a:solidFill>
                  <a:srgbClr val="000000"/>
                </a:solidFill>
              </a:rPr>
              <a:t>	</a:t>
            </a:r>
          </a:p>
          <a:p>
            <a:pPr marL="0" indent="0">
              <a:buNone/>
            </a:pPr>
            <a:r>
              <a:rPr lang="en-US" altLang="zh-CN" sz="1800" dirty="0">
                <a:solidFill>
                  <a:srgbClr val="000000"/>
                </a:solidFill>
              </a:rPr>
              <a:t>    | </a:t>
            </a:r>
            <a:r>
              <a:rPr lang="en-US" altLang="zh-CN" sz="1800" dirty="0" err="1">
                <a:solidFill>
                  <a:srgbClr val="000000"/>
                </a:solidFill>
              </a:rPr>
              <a:t>declaration_specifiers</a:t>
            </a:r>
            <a:r>
              <a:rPr lang="en-US" altLang="zh-CN" sz="1800" dirty="0">
                <a:solidFill>
                  <a:srgbClr val="000000"/>
                </a:solidFill>
              </a:rPr>
              <a:t> </a:t>
            </a:r>
            <a:r>
              <a:rPr lang="en-US" altLang="zh-CN" sz="1800" dirty="0" err="1">
                <a:solidFill>
                  <a:srgbClr val="000000"/>
                </a:solidFill>
              </a:rPr>
              <a:t>abstract_declarator</a:t>
            </a:r>
            <a:r>
              <a:rPr lang="en-US" altLang="zh-CN" sz="1800" dirty="0">
                <a:solidFill>
                  <a:srgbClr val="000000"/>
                </a:solidFill>
              </a:rPr>
              <a:t>	</a:t>
            </a:r>
          </a:p>
          <a:p>
            <a:pPr marL="0" indent="0">
              <a:buNone/>
            </a:pPr>
            <a:r>
              <a:rPr lang="en-US" altLang="zh-CN" sz="1800" dirty="0">
                <a:solidFill>
                  <a:srgbClr val="000000"/>
                </a:solidFill>
              </a:rPr>
              <a:t>    | </a:t>
            </a:r>
            <a:r>
              <a:rPr lang="en-US" altLang="zh-CN" sz="1800" dirty="0" err="1">
                <a:solidFill>
                  <a:srgbClr val="000000"/>
                </a:solidFill>
              </a:rPr>
              <a:t>declaration_specifiers</a:t>
            </a:r>
            <a:r>
              <a:rPr lang="en-US" altLang="zh-CN" sz="1800" dirty="0">
                <a:solidFill>
                  <a:srgbClr val="000000"/>
                </a:solidFill>
              </a:rPr>
              <a:t>	</a:t>
            </a:r>
          </a:p>
          <a:p>
            <a:pPr marL="0" indent="0">
              <a:buNone/>
            </a:pPr>
            <a:r>
              <a:rPr lang="en-US" altLang="zh-CN" sz="1800" dirty="0">
                <a:solidFill>
                  <a:srgbClr val="000000"/>
                </a:solidFill>
              </a:rPr>
              <a:t>    ;</a:t>
            </a:r>
          </a:p>
        </p:txBody>
      </p:sp>
    </p:spTree>
    <p:extLst>
      <p:ext uri="{BB962C8B-B14F-4D97-AF65-F5344CB8AC3E}">
        <p14:creationId xmlns:p14="http://schemas.microsoft.com/office/powerpoint/2010/main" val="1062067865"/>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定义</a:t>
            </a:r>
          </a:p>
        </p:txBody>
      </p:sp>
      <p:sp>
        <p:nvSpPr>
          <p:cNvPr id="3" name="内容占位符 2"/>
          <p:cNvSpPr>
            <a:spLocks noGrp="1"/>
          </p:cNvSpPr>
          <p:nvPr>
            <p:ph idx="1"/>
          </p:nvPr>
        </p:nvSpPr>
        <p:spPr/>
        <p:txBody>
          <a:bodyPr/>
          <a:lstStyle/>
          <a:p>
            <a:pPr marL="0" indent="0">
              <a:buNone/>
            </a:pPr>
            <a:r>
              <a:rPr lang="en-US" altLang="zh-CN" sz="1800" dirty="0" err="1">
                <a:solidFill>
                  <a:srgbClr val="000000"/>
                </a:solidFill>
              </a:rPr>
              <a:t>compound_statement</a:t>
            </a:r>
            <a:endParaRPr lang="en-US" altLang="zh-CN" sz="1800" dirty="0">
              <a:solidFill>
                <a:srgbClr val="000000"/>
              </a:solidFill>
            </a:endParaRPr>
          </a:p>
          <a:p>
            <a:pPr marL="0" indent="0">
              <a:buNone/>
            </a:pPr>
            <a:r>
              <a:rPr lang="en-US" altLang="zh-CN" sz="1800" dirty="0">
                <a:solidFill>
                  <a:srgbClr val="000000"/>
                </a:solidFill>
              </a:rPr>
              <a:t>    : '{' '}'	</a:t>
            </a:r>
          </a:p>
          <a:p>
            <a:pPr marL="0" indent="0">
              <a:buNone/>
            </a:pPr>
            <a:r>
              <a:rPr lang="en-US" altLang="zh-CN" sz="1800" dirty="0">
                <a:solidFill>
                  <a:srgbClr val="000000"/>
                </a:solidFill>
              </a:rPr>
              <a:t>    | '{' </a:t>
            </a:r>
            <a:r>
              <a:rPr lang="en-US" altLang="zh-CN" sz="1800" dirty="0" err="1">
                <a:solidFill>
                  <a:srgbClr val="000000"/>
                </a:solidFill>
              </a:rPr>
              <a:t>block_item_list</a:t>
            </a:r>
            <a:r>
              <a:rPr lang="en-US" altLang="zh-CN" sz="1800" dirty="0">
                <a:solidFill>
                  <a:srgbClr val="000000"/>
                </a:solidFill>
              </a:rPr>
              <a:t> '}'	</a:t>
            </a:r>
          </a:p>
          <a:p>
            <a:pPr marL="0" indent="0">
              <a:buNone/>
            </a:pPr>
            <a:r>
              <a:rPr lang="en-US" altLang="zh-CN" sz="1800" dirty="0">
                <a:solidFill>
                  <a:srgbClr val="000000"/>
                </a:solidFill>
              </a:rPr>
              <a:t>   ;</a:t>
            </a:r>
          </a:p>
          <a:p>
            <a:pPr marL="0" indent="0">
              <a:buNone/>
            </a:pPr>
            <a:r>
              <a:rPr lang="en-US" altLang="zh-CN" sz="1800" dirty="0" err="1">
                <a:solidFill>
                  <a:srgbClr val="000000"/>
                </a:solidFill>
              </a:rPr>
              <a:t>block_item_list</a:t>
            </a:r>
            <a:endParaRPr lang="en-US" altLang="zh-CN" sz="1800" dirty="0">
              <a:solidFill>
                <a:srgbClr val="000000"/>
              </a:solidFill>
            </a:endParaRPr>
          </a:p>
          <a:p>
            <a:pPr marL="0" indent="0">
              <a:buNone/>
            </a:pPr>
            <a:r>
              <a:rPr lang="en-US" altLang="zh-CN" sz="1800" dirty="0">
                <a:solidFill>
                  <a:srgbClr val="000000"/>
                </a:solidFill>
              </a:rPr>
              <a:t>    : </a:t>
            </a:r>
            <a:r>
              <a:rPr lang="en-US" altLang="zh-CN" sz="1800" dirty="0" err="1">
                <a:solidFill>
                  <a:srgbClr val="000000"/>
                </a:solidFill>
              </a:rPr>
              <a:t>block_item</a:t>
            </a:r>
            <a:r>
              <a:rPr lang="en-US" altLang="zh-CN" sz="1800" dirty="0">
                <a:solidFill>
                  <a:srgbClr val="000000"/>
                </a:solidFill>
              </a:rPr>
              <a:t>	</a:t>
            </a:r>
          </a:p>
          <a:p>
            <a:pPr marL="0" indent="0">
              <a:buNone/>
            </a:pPr>
            <a:r>
              <a:rPr lang="en-US" altLang="zh-CN" sz="1800" dirty="0">
                <a:solidFill>
                  <a:srgbClr val="000000"/>
                </a:solidFill>
              </a:rPr>
              <a:t>    | </a:t>
            </a:r>
            <a:r>
              <a:rPr lang="en-US" altLang="zh-CN" sz="1800" dirty="0" err="1">
                <a:solidFill>
                  <a:srgbClr val="000000"/>
                </a:solidFill>
              </a:rPr>
              <a:t>block_item_list</a:t>
            </a:r>
            <a:r>
              <a:rPr lang="en-US" altLang="zh-CN" sz="1800" dirty="0">
                <a:solidFill>
                  <a:srgbClr val="000000"/>
                </a:solidFill>
              </a:rPr>
              <a:t> </a:t>
            </a:r>
            <a:r>
              <a:rPr lang="en-US" altLang="zh-CN" sz="1800" dirty="0" err="1">
                <a:solidFill>
                  <a:srgbClr val="000000"/>
                </a:solidFill>
              </a:rPr>
              <a:t>block_item</a:t>
            </a:r>
            <a:r>
              <a:rPr lang="en-US" altLang="zh-CN" sz="1800" dirty="0">
                <a:solidFill>
                  <a:srgbClr val="000000"/>
                </a:solidFill>
              </a:rPr>
              <a:t>	</a:t>
            </a:r>
          </a:p>
          <a:p>
            <a:pPr marL="0" indent="0">
              <a:buNone/>
            </a:pPr>
            <a:r>
              <a:rPr lang="en-US" altLang="zh-CN" sz="1800" dirty="0">
                <a:solidFill>
                  <a:srgbClr val="000000"/>
                </a:solidFill>
              </a:rPr>
              <a:t>    ;</a:t>
            </a:r>
          </a:p>
          <a:p>
            <a:pPr marL="0" indent="0">
              <a:buNone/>
            </a:pPr>
            <a:r>
              <a:rPr lang="en-US" altLang="zh-CN" sz="1800" dirty="0" err="1">
                <a:solidFill>
                  <a:srgbClr val="000000"/>
                </a:solidFill>
              </a:rPr>
              <a:t>block_item</a:t>
            </a:r>
            <a:endParaRPr lang="en-US" altLang="zh-CN" sz="1800" dirty="0">
              <a:solidFill>
                <a:srgbClr val="000000"/>
              </a:solidFill>
            </a:endParaRPr>
          </a:p>
          <a:p>
            <a:pPr marL="0" indent="0">
              <a:buNone/>
            </a:pPr>
            <a:r>
              <a:rPr lang="en-US" altLang="zh-CN" sz="1800" dirty="0">
                <a:solidFill>
                  <a:srgbClr val="000000"/>
                </a:solidFill>
              </a:rPr>
              <a:t>    : declaration</a:t>
            </a:r>
          </a:p>
          <a:p>
            <a:pPr marL="0" indent="0">
              <a:buNone/>
            </a:pPr>
            <a:r>
              <a:rPr lang="en-US" altLang="zh-CN" sz="1800" dirty="0">
                <a:solidFill>
                  <a:srgbClr val="000000"/>
                </a:solidFill>
              </a:rPr>
              <a:t>    | statement</a:t>
            </a:r>
          </a:p>
          <a:p>
            <a:pPr marL="0" indent="0">
              <a:buNone/>
            </a:pPr>
            <a:r>
              <a:rPr lang="en-US" altLang="zh-CN" sz="1800" dirty="0">
                <a:solidFill>
                  <a:srgbClr val="000000"/>
                </a:solidFill>
              </a:rPr>
              <a:t>    ;</a:t>
            </a:r>
            <a:br>
              <a:rPr lang="zh-CN" altLang="en-US" sz="1800" dirty="0">
                <a:solidFill>
                  <a:srgbClr val="000000"/>
                </a:solidFill>
              </a:rPr>
            </a:br>
            <a:endParaRPr lang="zh-CN" altLang="en-US" sz="1800" dirty="0">
              <a:solidFill>
                <a:srgbClr val="000000"/>
              </a:solidFill>
            </a:endParaRPr>
          </a:p>
          <a:p>
            <a:pPr marL="0" indent="0">
              <a:buNone/>
            </a:pPr>
            <a:endParaRPr lang="zh-CN" altLang="en-US" dirty="0">
              <a:solidFill>
                <a:srgbClr val="000000"/>
              </a:solidFill>
            </a:endParaRPr>
          </a:p>
          <a:p>
            <a:pPr marL="0" indent="0">
              <a:buNone/>
            </a:pPr>
            <a:endParaRPr lang="zh-CN" altLang="en-US" dirty="0"/>
          </a:p>
        </p:txBody>
      </p:sp>
    </p:spTree>
    <p:extLst>
      <p:ext uri="{BB962C8B-B14F-4D97-AF65-F5344CB8AC3E}">
        <p14:creationId xmlns:p14="http://schemas.microsoft.com/office/powerpoint/2010/main" val="2814034715"/>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声明和定义的语义规则</a:t>
            </a:r>
          </a:p>
        </p:txBody>
      </p:sp>
      <p:sp>
        <p:nvSpPr>
          <p:cNvPr id="3" name="内容占位符 2"/>
          <p:cNvSpPr>
            <a:spLocks noGrp="1"/>
          </p:cNvSpPr>
          <p:nvPr>
            <p:ph idx="1"/>
          </p:nvPr>
        </p:nvSpPr>
        <p:spPr/>
        <p:txBody>
          <a:bodyPr/>
          <a:lstStyle/>
          <a:p>
            <a:r>
              <a:rPr lang="zh-CN" altLang="en-US" dirty="0"/>
              <a:t>声明和定义的语义规则</a:t>
            </a:r>
            <a:endParaRPr lang="en-US" altLang="zh-CN" dirty="0"/>
          </a:p>
          <a:p>
            <a:pPr lvl="1"/>
            <a:r>
              <a:rPr lang="zh-CN" altLang="en-US" dirty="0"/>
              <a:t>符号表</a:t>
            </a:r>
            <a:endParaRPr lang="en-US" altLang="zh-CN" dirty="0"/>
          </a:p>
          <a:p>
            <a:pPr lvl="1"/>
            <a:r>
              <a:rPr lang="en-US" altLang="zh-CN" dirty="0"/>
              <a:t>block</a:t>
            </a:r>
            <a:r>
              <a:rPr lang="zh-CN" altLang="en-US" dirty="0"/>
              <a:t>的划分</a:t>
            </a:r>
            <a:endParaRPr lang="en-US" altLang="zh-CN" dirty="0"/>
          </a:p>
          <a:p>
            <a:r>
              <a:rPr lang="zh-CN" altLang="en-US" dirty="0"/>
              <a:t>声明语句中对类型等信息的处理</a:t>
            </a:r>
            <a:endParaRPr lang="en-US" altLang="zh-CN" dirty="0"/>
          </a:p>
          <a:p>
            <a:pPr lvl="1"/>
            <a:r>
              <a:rPr lang="zh-CN" altLang="en-US" dirty="0"/>
              <a:t>参考第六章</a:t>
            </a:r>
            <a:r>
              <a:rPr lang="en-US" altLang="zh-CN" dirty="0" err="1"/>
              <a:t>ppt</a:t>
            </a:r>
            <a:r>
              <a:rPr lang="zh-CN" altLang="en-US" dirty="0"/>
              <a:t>，</a:t>
            </a:r>
            <a:r>
              <a:rPr lang="en-US" altLang="zh-CN" dirty="0"/>
              <a:t>2.7-6.3</a:t>
            </a:r>
            <a:endParaRPr lang="zh-CN" altLang="en-US" dirty="0"/>
          </a:p>
          <a:p>
            <a:endParaRPr lang="zh-CN" altLang="en-US" dirty="0"/>
          </a:p>
        </p:txBody>
      </p:sp>
    </p:spTree>
    <p:extLst>
      <p:ext uri="{BB962C8B-B14F-4D97-AF65-F5344CB8AC3E}">
        <p14:creationId xmlns:p14="http://schemas.microsoft.com/office/powerpoint/2010/main" val="2047312541"/>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3C8D54CD-2845-4BC8-A9E6-10789669F55A}"/>
              </a:ext>
            </a:extLst>
          </p:cNvPr>
          <p:cNvSpPr>
            <a:spLocks noGrp="1"/>
          </p:cNvSpPr>
          <p:nvPr>
            <p:ph type="ctrTitle"/>
          </p:nvPr>
        </p:nvSpPr>
        <p:spPr/>
        <p:txBody>
          <a:bodyPr/>
          <a:lstStyle/>
          <a:p>
            <a:pPr>
              <a:defRPr/>
            </a:pPr>
            <a:r>
              <a:rPr lang="en-US" altLang="zh-CN" b="0" dirty="0"/>
              <a:t>6.3</a:t>
            </a:r>
            <a:r>
              <a:rPr lang="zh-CN" altLang="en-US" dirty="0"/>
              <a:t> </a:t>
            </a:r>
            <a:r>
              <a:rPr lang="en-US" altLang="zh-CN" b="0" dirty="0"/>
              <a:t>Types and Declarations</a:t>
            </a:r>
            <a:endParaRPr lang="zh-CN" altLang="en-US" dirty="0"/>
          </a:p>
        </p:txBody>
      </p:sp>
      <p:sp>
        <p:nvSpPr>
          <p:cNvPr id="2" name="副标题 1">
            <a:extLst>
              <a:ext uri="{FF2B5EF4-FFF2-40B4-BE49-F238E27FC236}">
                <a16:creationId xmlns:a16="http://schemas.microsoft.com/office/drawing/2014/main" id="{101EDBC8-A7EC-40CC-85DD-13DF9552A5E6}"/>
              </a:ext>
            </a:extLst>
          </p:cNvPr>
          <p:cNvSpPr>
            <a:spLocks noGrp="1"/>
          </p:cNvSpPr>
          <p:nvPr>
            <p:ph type="subTitle" idx="1"/>
          </p:nvPr>
        </p:nvSpPr>
        <p:spPr/>
        <p:txBody>
          <a:bodyPr/>
          <a:lstStyle/>
          <a:p>
            <a:pPr lvl="1"/>
            <a:r>
              <a:rPr lang="zh-CN" altLang="zh-CN" dirty="0"/>
              <a:t>变量的类型声明语句的翻译，主要工作是</a:t>
            </a:r>
            <a:endParaRPr lang="en-US" altLang="zh-CN" dirty="0"/>
          </a:p>
          <a:p>
            <a:pPr lvl="3"/>
            <a:r>
              <a:rPr lang="zh-CN" altLang="zh-CN" dirty="0"/>
              <a:t>将类型表达式填入</a:t>
            </a:r>
            <a:r>
              <a:rPr lang="zh-CN" altLang="en-US" dirty="0"/>
              <a:t>符号</a:t>
            </a:r>
            <a:r>
              <a:rPr lang="zh-CN" altLang="zh-CN" dirty="0"/>
              <a:t>表</a:t>
            </a:r>
            <a:endParaRPr lang="en-US" altLang="zh-CN" dirty="0"/>
          </a:p>
          <a:p>
            <a:pPr lvl="3"/>
            <a:r>
              <a:rPr lang="zh-CN" altLang="en-US" dirty="0"/>
              <a:t>计算各变量在同一个作用域内的相对偏移地址</a:t>
            </a:r>
            <a:endParaRPr lang="zh-CN" altLang="zh-CN" dirty="0"/>
          </a:p>
          <a:p>
            <a:endParaRPr lang="zh-CN" altLang="en-US"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8C61E5-EEA4-4DAA-9D5C-A0B9092F4D56}"/>
              </a:ext>
            </a:extLst>
          </p:cNvPr>
          <p:cNvSpPr>
            <a:spLocks noGrp="1"/>
          </p:cNvSpPr>
          <p:nvPr>
            <p:ph type="ctrTitle"/>
          </p:nvPr>
        </p:nvSpPr>
        <p:spPr/>
        <p:txBody>
          <a:bodyPr/>
          <a:lstStyle/>
          <a:p>
            <a:r>
              <a:rPr lang="en-US" altLang="zh-CN" dirty="0"/>
              <a:t>2.7 Symbol Table</a:t>
            </a:r>
            <a:endParaRPr lang="zh-CN" altLang="en-US" dirty="0"/>
          </a:p>
        </p:txBody>
      </p:sp>
      <p:sp>
        <p:nvSpPr>
          <p:cNvPr id="3" name="副标题 2">
            <a:extLst>
              <a:ext uri="{FF2B5EF4-FFF2-40B4-BE49-F238E27FC236}">
                <a16:creationId xmlns:a16="http://schemas.microsoft.com/office/drawing/2014/main" id="{9004B203-BB79-4926-97BD-B2056859417B}"/>
              </a:ext>
            </a:extLst>
          </p:cNvPr>
          <p:cNvSpPr>
            <a:spLocks noGrp="1"/>
          </p:cNvSpPr>
          <p:nvPr>
            <p:ph type="subTitle" idx="1"/>
          </p:nvPr>
        </p:nvSpPr>
        <p:spPr>
          <a:xfrm>
            <a:off x="1371600" y="3886200"/>
            <a:ext cx="6728792" cy="1752600"/>
          </a:xfrm>
        </p:spPr>
        <p:txBody>
          <a:bodyPr/>
          <a:lstStyle/>
          <a:p>
            <a:pPr lvl="1"/>
            <a:r>
              <a:rPr lang="zh-CN" altLang="en-US" dirty="0"/>
              <a:t>符号表的建立和使用</a:t>
            </a:r>
            <a:endParaRPr lang="en-US" altLang="zh-CN" dirty="0"/>
          </a:p>
          <a:p>
            <a:pPr lvl="2"/>
            <a:r>
              <a:rPr lang="zh-CN" altLang="en-US" dirty="0"/>
              <a:t>作用域的嵌套结构和符号表的嵌套结构之间的对应</a:t>
            </a:r>
            <a:endParaRPr lang="en-US" altLang="zh-CN" dirty="0"/>
          </a:p>
          <a:p>
            <a:pPr lvl="2"/>
            <a:r>
              <a:rPr lang="zh-CN" altLang="en-US" dirty="0"/>
              <a:t>符号表的数据结构</a:t>
            </a:r>
            <a:endParaRPr lang="en-US" altLang="zh-CN" dirty="0"/>
          </a:p>
          <a:p>
            <a:pPr lvl="2"/>
            <a:r>
              <a:rPr lang="zh-CN" altLang="en-US" dirty="0"/>
              <a:t>进入和退出作用域、声明和使用变量时的操作</a:t>
            </a:r>
            <a:endParaRPr lang="en-US" altLang="zh-CN" dirty="0"/>
          </a:p>
          <a:p>
            <a:endParaRPr lang="zh-CN" altLang="en-US" dirty="0"/>
          </a:p>
        </p:txBody>
      </p:sp>
    </p:spTree>
    <p:extLst>
      <p:ext uri="{BB962C8B-B14F-4D97-AF65-F5344CB8AC3E}">
        <p14:creationId xmlns:p14="http://schemas.microsoft.com/office/powerpoint/2010/main" val="32258256"/>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0A4D78-1FEA-420C-8DDE-29F5229006E3}"/>
              </a:ext>
            </a:extLst>
          </p:cNvPr>
          <p:cNvSpPr>
            <a:spLocks noGrp="1"/>
          </p:cNvSpPr>
          <p:nvPr>
            <p:ph type="title"/>
          </p:nvPr>
        </p:nvSpPr>
        <p:spPr/>
        <p:txBody>
          <a:bodyPr>
            <a:normAutofit/>
          </a:bodyPr>
          <a:lstStyle/>
          <a:p>
            <a:r>
              <a:rPr lang="en-US" altLang="zh-CN" dirty="0"/>
              <a:t>Symbol Tables</a:t>
            </a:r>
            <a:endParaRPr lang="zh-CN" altLang="en-US" baseline="30000" dirty="0"/>
          </a:p>
        </p:txBody>
      </p:sp>
      <p:sp>
        <p:nvSpPr>
          <p:cNvPr id="3" name="内容占位符 2">
            <a:extLst>
              <a:ext uri="{FF2B5EF4-FFF2-40B4-BE49-F238E27FC236}">
                <a16:creationId xmlns:a16="http://schemas.microsoft.com/office/drawing/2014/main" id="{274657C0-7647-48F7-B693-9BBC0D9613EB}"/>
              </a:ext>
            </a:extLst>
          </p:cNvPr>
          <p:cNvSpPr>
            <a:spLocks noGrp="1"/>
          </p:cNvSpPr>
          <p:nvPr>
            <p:ph idx="1"/>
          </p:nvPr>
        </p:nvSpPr>
        <p:spPr>
          <a:xfrm>
            <a:off x="251520" y="980728"/>
            <a:ext cx="8352928" cy="5472608"/>
          </a:xfrm>
        </p:spPr>
        <p:txBody>
          <a:bodyPr>
            <a:normAutofit fontScale="85000" lnSpcReduction="10000"/>
          </a:bodyPr>
          <a:lstStyle/>
          <a:p>
            <a:r>
              <a:rPr lang="en-US" altLang="zh-CN" dirty="0"/>
              <a:t>Entries in the symbol table contain information about an</a:t>
            </a:r>
            <a:br>
              <a:rPr lang="en-US" altLang="zh-CN" dirty="0"/>
            </a:br>
            <a:r>
              <a:rPr lang="en-US" altLang="zh-CN" dirty="0"/>
              <a:t>identifier such as </a:t>
            </a:r>
          </a:p>
          <a:p>
            <a:pPr lvl="1"/>
            <a:r>
              <a:rPr lang="en-US" altLang="zh-CN" dirty="0"/>
              <a:t>its character string (or lexeme), </a:t>
            </a:r>
          </a:p>
          <a:p>
            <a:pPr lvl="1"/>
            <a:r>
              <a:rPr lang="en-US" altLang="zh-CN" dirty="0"/>
              <a:t>its type, </a:t>
            </a:r>
          </a:p>
          <a:p>
            <a:pPr lvl="1"/>
            <a:r>
              <a:rPr lang="en-US" altLang="zh-CN" dirty="0"/>
              <a:t>its position in storage, </a:t>
            </a:r>
          </a:p>
          <a:p>
            <a:pPr lvl="1"/>
            <a:r>
              <a:rPr lang="en-US" altLang="zh-CN" dirty="0"/>
              <a:t>and any other relevant information. </a:t>
            </a:r>
          </a:p>
          <a:p>
            <a:r>
              <a:rPr lang="en-US" altLang="zh-CN" dirty="0"/>
              <a:t>typically need to support </a:t>
            </a:r>
            <a:r>
              <a:rPr lang="en-US" altLang="zh-CN" dirty="0">
                <a:solidFill>
                  <a:srgbClr val="0070C0"/>
                </a:solidFill>
              </a:rPr>
              <a:t>multiple declarations of the same identifier</a:t>
            </a:r>
            <a:r>
              <a:rPr lang="en-US" altLang="zh-CN" dirty="0"/>
              <a:t> within a program. </a:t>
            </a:r>
          </a:p>
          <a:p>
            <a:pPr lvl="1"/>
            <a:r>
              <a:rPr lang="en-US" altLang="zh-CN" dirty="0"/>
              <a:t>the scope of a declaration is the portion of a program to which the declaration applies. </a:t>
            </a:r>
          </a:p>
          <a:p>
            <a:pPr lvl="1"/>
            <a:r>
              <a:rPr lang="en-US" altLang="zh-CN" dirty="0"/>
              <a:t>We shall </a:t>
            </a:r>
            <a:r>
              <a:rPr lang="en-US" altLang="zh-CN" dirty="0">
                <a:solidFill>
                  <a:srgbClr val="0070C0"/>
                </a:solidFill>
              </a:rPr>
              <a:t>implement scopes</a:t>
            </a:r>
            <a:r>
              <a:rPr lang="en-US" altLang="zh-CN" dirty="0"/>
              <a:t> by setting up a separate symbol table for each scope.</a:t>
            </a:r>
          </a:p>
          <a:p>
            <a:r>
              <a:rPr lang="en-US" altLang="zh-CN" dirty="0">
                <a:solidFill>
                  <a:srgbClr val="0070C0"/>
                </a:solidFill>
              </a:rPr>
              <a:t>A program block </a:t>
            </a:r>
            <a:r>
              <a:rPr lang="en-US" altLang="zh-CN" dirty="0"/>
              <a:t>with declarations will </a:t>
            </a:r>
            <a:r>
              <a:rPr lang="en-US" altLang="zh-CN" dirty="0">
                <a:solidFill>
                  <a:srgbClr val="0070C0"/>
                </a:solidFill>
              </a:rPr>
              <a:t>have its own symbol table</a:t>
            </a:r>
            <a:r>
              <a:rPr lang="en-US" altLang="zh-CN" dirty="0"/>
              <a:t> with an entry for each declaration in the block. </a:t>
            </a:r>
          </a:p>
          <a:p>
            <a:pPr lvl="1"/>
            <a:r>
              <a:rPr lang="en-US" altLang="zh-CN" dirty="0"/>
              <a:t>a class would have its own table, with an entry for each field and method. </a:t>
            </a:r>
            <a:endParaRPr lang="zh-CN" altLang="en-US" dirty="0"/>
          </a:p>
        </p:txBody>
      </p:sp>
    </p:spTree>
    <p:extLst>
      <p:ext uri="{BB962C8B-B14F-4D97-AF65-F5344CB8AC3E}">
        <p14:creationId xmlns:p14="http://schemas.microsoft.com/office/powerpoint/2010/main" val="32125385"/>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0FA795-91AF-4D9F-B5E3-6EB6CC07B333}"/>
              </a:ext>
            </a:extLst>
          </p:cNvPr>
          <p:cNvSpPr>
            <a:spLocks noGrp="1"/>
          </p:cNvSpPr>
          <p:nvPr>
            <p:ph type="title"/>
          </p:nvPr>
        </p:nvSpPr>
        <p:spPr/>
        <p:txBody>
          <a:bodyPr/>
          <a:lstStyle/>
          <a:p>
            <a:r>
              <a:rPr lang="en-US" altLang="zh-CN" dirty="0"/>
              <a:t>Example 2.14</a:t>
            </a:r>
            <a:endParaRPr lang="zh-CN" altLang="en-US" dirty="0"/>
          </a:p>
        </p:txBody>
      </p:sp>
      <p:sp>
        <p:nvSpPr>
          <p:cNvPr id="3" name="内容占位符 2">
            <a:extLst>
              <a:ext uri="{FF2B5EF4-FFF2-40B4-BE49-F238E27FC236}">
                <a16:creationId xmlns:a16="http://schemas.microsoft.com/office/drawing/2014/main" id="{704E397B-65B5-4214-86B1-8E7DE50FC76F}"/>
              </a:ext>
            </a:extLst>
          </p:cNvPr>
          <p:cNvSpPr>
            <a:spLocks noGrp="1"/>
          </p:cNvSpPr>
          <p:nvPr>
            <p:ph idx="1"/>
          </p:nvPr>
        </p:nvSpPr>
        <p:spPr/>
        <p:txBody>
          <a:bodyPr/>
          <a:lstStyle/>
          <a:p>
            <a:r>
              <a:rPr lang="en-US" altLang="zh-CN" dirty="0"/>
              <a:t>a stripped-down language of Java</a:t>
            </a:r>
          </a:p>
          <a:p>
            <a:pPr lvl="1"/>
            <a:r>
              <a:rPr lang="es-ES" altLang="zh-CN" dirty="0"/>
              <a:t>{int x; char y; { bool y; x; y; } x; y;} </a:t>
            </a:r>
          </a:p>
          <a:p>
            <a:pPr lvl="1"/>
            <a:endParaRPr lang="es-ES" altLang="zh-CN" dirty="0"/>
          </a:p>
          <a:p>
            <a:pPr lvl="1"/>
            <a:r>
              <a:rPr lang="en-US" altLang="zh-CN" dirty="0"/>
              <a:t>The effect of the declaration (the following is not the symbol table):</a:t>
            </a:r>
          </a:p>
          <a:p>
            <a:pPr lvl="2"/>
            <a:r>
              <a:rPr lang="zh-CN" altLang="en-US" dirty="0">
                <a:solidFill>
                  <a:srgbClr val="0070C0"/>
                </a:solidFill>
              </a:rPr>
              <a:t>内层和外层中，</a:t>
            </a:r>
            <a:r>
              <a:rPr lang="zh-CN" altLang="en-US" dirty="0">
                <a:solidFill>
                  <a:srgbClr val="FF0000"/>
                </a:solidFill>
              </a:rPr>
              <a:t>读</a:t>
            </a:r>
            <a:r>
              <a:rPr lang="en-US" altLang="zh-CN" dirty="0">
                <a:solidFill>
                  <a:srgbClr val="0070C0"/>
                </a:solidFill>
              </a:rPr>
              <a:t>x</a:t>
            </a:r>
            <a:r>
              <a:rPr lang="zh-CN" altLang="en-US" dirty="0">
                <a:solidFill>
                  <a:srgbClr val="0070C0"/>
                </a:solidFill>
              </a:rPr>
              <a:t>和</a:t>
            </a:r>
            <a:r>
              <a:rPr lang="en-US" altLang="zh-CN" dirty="0">
                <a:solidFill>
                  <a:srgbClr val="0070C0"/>
                </a:solidFill>
              </a:rPr>
              <a:t>y</a:t>
            </a:r>
            <a:r>
              <a:rPr lang="zh-CN" altLang="en-US" dirty="0">
                <a:solidFill>
                  <a:srgbClr val="0070C0"/>
                </a:solidFill>
              </a:rPr>
              <a:t>时所看到的</a:t>
            </a:r>
            <a:r>
              <a:rPr lang="en-US" altLang="zh-CN" dirty="0">
                <a:solidFill>
                  <a:srgbClr val="0070C0"/>
                </a:solidFill>
              </a:rPr>
              <a:t>x</a:t>
            </a:r>
            <a:r>
              <a:rPr lang="zh-CN" altLang="en-US" dirty="0">
                <a:solidFill>
                  <a:srgbClr val="0070C0"/>
                </a:solidFill>
              </a:rPr>
              <a:t>和</a:t>
            </a:r>
            <a:r>
              <a:rPr lang="en-US" altLang="zh-CN" dirty="0">
                <a:solidFill>
                  <a:srgbClr val="0070C0"/>
                </a:solidFill>
              </a:rPr>
              <a:t>y</a:t>
            </a:r>
            <a:r>
              <a:rPr lang="zh-CN" altLang="en-US" dirty="0">
                <a:solidFill>
                  <a:srgbClr val="0070C0"/>
                </a:solidFill>
              </a:rPr>
              <a:t>的类型为</a:t>
            </a:r>
            <a:r>
              <a:rPr lang="zh-CN" altLang="en-US" dirty="0"/>
              <a:t>：</a:t>
            </a:r>
            <a:endParaRPr lang="en-US" altLang="zh-CN" dirty="0"/>
          </a:p>
          <a:p>
            <a:pPr marL="914400" lvl="2" indent="0">
              <a:buNone/>
            </a:pPr>
            <a:r>
              <a:rPr lang="en-US" altLang="zh-CN" dirty="0"/>
              <a:t>    { { x:int; y:bool; } x:int; y:char; } </a:t>
            </a:r>
            <a:r>
              <a:rPr lang="es-ES" altLang="zh-CN" dirty="0"/>
              <a:t> </a:t>
            </a:r>
            <a:br>
              <a:rPr lang="es-ES" altLang="zh-CN" dirty="0"/>
            </a:br>
            <a:br>
              <a:rPr lang="en-US" altLang="zh-CN" dirty="0"/>
            </a:br>
            <a:endParaRPr lang="zh-CN" altLang="en-US" dirty="0"/>
          </a:p>
        </p:txBody>
      </p:sp>
      <p:sp>
        <p:nvSpPr>
          <p:cNvPr id="4" name="箭头: 右 3">
            <a:extLst>
              <a:ext uri="{FF2B5EF4-FFF2-40B4-BE49-F238E27FC236}">
                <a16:creationId xmlns:a16="http://schemas.microsoft.com/office/drawing/2014/main" id="{12D74864-E071-4C0D-B543-B79FF640E54D}"/>
              </a:ext>
            </a:extLst>
          </p:cNvPr>
          <p:cNvSpPr/>
          <p:nvPr/>
        </p:nvSpPr>
        <p:spPr>
          <a:xfrm>
            <a:off x="963418" y="2171668"/>
            <a:ext cx="226381" cy="19309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a:extLst>
              <a:ext uri="{FF2B5EF4-FFF2-40B4-BE49-F238E27FC236}">
                <a16:creationId xmlns:a16="http://schemas.microsoft.com/office/drawing/2014/main" id="{B1AFDC3A-621D-4E2A-8FF5-78B58A66AFBF}"/>
              </a:ext>
            </a:extLst>
          </p:cNvPr>
          <p:cNvCxnSpPr/>
          <p:nvPr/>
        </p:nvCxnSpPr>
        <p:spPr>
          <a:xfrm>
            <a:off x="5292080" y="1988840"/>
            <a:ext cx="576064" cy="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sp>
        <p:nvSpPr>
          <p:cNvPr id="7" name="标注: 线形 6">
            <a:extLst>
              <a:ext uri="{FF2B5EF4-FFF2-40B4-BE49-F238E27FC236}">
                <a16:creationId xmlns:a16="http://schemas.microsoft.com/office/drawing/2014/main" id="{3344B3EC-DE31-4860-9AF2-B2C09F61F172}"/>
              </a:ext>
            </a:extLst>
          </p:cNvPr>
          <p:cNvSpPr/>
          <p:nvPr/>
        </p:nvSpPr>
        <p:spPr>
          <a:xfrm>
            <a:off x="6516216" y="1484783"/>
            <a:ext cx="2219602" cy="686881"/>
          </a:xfrm>
          <a:prstGeom prst="borderCallout1">
            <a:avLst>
              <a:gd name="adj1" fmla="val 18750"/>
              <a:gd name="adj2" fmla="val -8333"/>
              <a:gd name="adj3" fmla="val 73940"/>
              <a:gd name="adj4" fmla="val -27396"/>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rgbClr val="0070C0"/>
                </a:solidFill>
              </a:rPr>
              <a:t>对</a:t>
            </a:r>
            <a:r>
              <a:rPr lang="en-US" altLang="zh-CN" sz="2000" dirty="0">
                <a:solidFill>
                  <a:srgbClr val="0070C0"/>
                </a:solidFill>
              </a:rPr>
              <a:t>x</a:t>
            </a:r>
            <a:r>
              <a:rPr lang="zh-CN" altLang="en-US" sz="2000" dirty="0">
                <a:solidFill>
                  <a:srgbClr val="0070C0"/>
                </a:solidFill>
              </a:rPr>
              <a:t>和</a:t>
            </a:r>
            <a:r>
              <a:rPr lang="en-US" altLang="zh-CN" sz="2000" dirty="0">
                <a:solidFill>
                  <a:srgbClr val="0070C0"/>
                </a:solidFill>
              </a:rPr>
              <a:t>y</a:t>
            </a:r>
            <a:r>
              <a:rPr lang="zh-CN" altLang="en-US" sz="2000" dirty="0">
                <a:solidFill>
                  <a:srgbClr val="0070C0"/>
                </a:solidFill>
              </a:rPr>
              <a:t>的读取操作</a:t>
            </a:r>
          </a:p>
        </p:txBody>
      </p:sp>
      <p:cxnSp>
        <p:nvCxnSpPr>
          <p:cNvPr id="8" name="直接连接符 7">
            <a:extLst>
              <a:ext uri="{FF2B5EF4-FFF2-40B4-BE49-F238E27FC236}">
                <a16:creationId xmlns:a16="http://schemas.microsoft.com/office/drawing/2014/main" id="{112FA941-0042-49E3-B0AD-1E466F4A3190}"/>
              </a:ext>
            </a:extLst>
          </p:cNvPr>
          <p:cNvCxnSpPr>
            <a:cxnSpLocks/>
          </p:cNvCxnSpPr>
          <p:nvPr/>
        </p:nvCxnSpPr>
        <p:spPr>
          <a:xfrm flipH="1">
            <a:off x="2555776" y="1988840"/>
            <a:ext cx="1944216" cy="1656184"/>
          </a:xfrm>
          <a:prstGeom prst="line">
            <a:avLst/>
          </a:prstGeom>
          <a:ln w="127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ED472BE1-C841-4524-81E1-18D912421B28}"/>
              </a:ext>
            </a:extLst>
          </p:cNvPr>
          <p:cNvCxnSpPr>
            <a:cxnSpLocks/>
          </p:cNvCxnSpPr>
          <p:nvPr/>
        </p:nvCxnSpPr>
        <p:spPr>
          <a:xfrm flipH="1">
            <a:off x="3213250" y="1988840"/>
            <a:ext cx="1574774" cy="1707713"/>
          </a:xfrm>
          <a:prstGeom prst="line">
            <a:avLst/>
          </a:prstGeom>
          <a:ln w="12700">
            <a:solidFill>
              <a:srgbClr val="FF0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8274502"/>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016EDC-A202-4AD4-A742-E3761D88354F}"/>
              </a:ext>
            </a:extLst>
          </p:cNvPr>
          <p:cNvSpPr>
            <a:spLocks noGrp="1"/>
          </p:cNvSpPr>
          <p:nvPr>
            <p:ph type="title"/>
          </p:nvPr>
        </p:nvSpPr>
        <p:spPr/>
        <p:txBody>
          <a:bodyPr>
            <a:normAutofit/>
          </a:bodyPr>
          <a:lstStyle/>
          <a:p>
            <a:r>
              <a:rPr lang="en-US" altLang="zh-CN" dirty="0"/>
              <a:t>2.7.1 Symbol Table Per Scope </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61500C7E-2E99-4B38-89A6-518F04480C59}"/>
                  </a:ext>
                </a:extLst>
              </p:cNvPr>
              <p:cNvSpPr>
                <a:spLocks noGrp="1"/>
              </p:cNvSpPr>
              <p:nvPr>
                <p:ph idx="1"/>
              </p:nvPr>
            </p:nvSpPr>
            <p:spPr>
              <a:xfrm>
                <a:off x="0" y="1052736"/>
                <a:ext cx="8604448" cy="1944216"/>
              </a:xfrm>
            </p:spPr>
            <p:txBody>
              <a:bodyPr>
                <a:normAutofit fontScale="55000" lnSpcReduction="20000"/>
              </a:bodyPr>
              <a:lstStyle/>
              <a:p>
                <a:r>
                  <a:rPr lang="en-US" altLang="zh-CN" sz="4500" dirty="0"/>
                  <a:t>Nested Scopes</a:t>
                </a:r>
              </a:p>
              <a:p>
                <a:pPr lvl="1"/>
                <a14:m>
                  <m:oMath xmlns:m="http://schemas.openxmlformats.org/officeDocument/2006/math">
                    <m:r>
                      <a:rPr lang="en-US" altLang="zh-CN" sz="3800" i="1" dirty="0">
                        <a:latin typeface="Cambria Math" panose="02040503050406030204" pitchFamily="18" charset="0"/>
                      </a:rPr>
                      <m:t>𝑏𝑙𝑜𝑐𝑘</m:t>
                    </m:r>
                    <m:r>
                      <a:rPr lang="en-US" altLang="zh-CN" sz="3800" i="1" dirty="0">
                        <a:latin typeface="Cambria Math" panose="02040503050406030204" pitchFamily="18" charset="0"/>
                      </a:rPr>
                      <m:t> −&gt; ‘{’</m:t>
                    </m:r>
                    <m:r>
                      <a:rPr lang="en-US" altLang="zh-CN" sz="3800" i="1" dirty="0" err="1">
                        <a:latin typeface="Cambria Math" panose="02040503050406030204" pitchFamily="18" charset="0"/>
                      </a:rPr>
                      <m:t>𝑑𝑒𝑐𝑙𝑠</m:t>
                    </m:r>
                    <m:r>
                      <a:rPr lang="en-US" altLang="zh-CN" sz="3800" i="1" dirty="0">
                        <a:latin typeface="Cambria Math" panose="02040503050406030204" pitchFamily="18" charset="0"/>
                      </a:rPr>
                      <m:t> </m:t>
                    </m:r>
                    <m:r>
                      <a:rPr lang="en-US" altLang="zh-CN" sz="3800" i="1" dirty="0" err="1">
                        <a:latin typeface="Cambria Math" panose="02040503050406030204" pitchFamily="18" charset="0"/>
                      </a:rPr>
                      <m:t>𝑠𝑡𝑚𝑡𝑠</m:t>
                    </m:r>
                    <m:r>
                      <a:rPr lang="en-US" altLang="zh-CN" sz="3800" i="1" dirty="0">
                        <a:latin typeface="Cambria Math" panose="02040503050406030204" pitchFamily="18" charset="0"/>
                      </a:rPr>
                      <m:t> ‘}’</m:t>
                    </m:r>
                  </m:oMath>
                </a14:m>
                <a:r>
                  <a:rPr lang="en-US" altLang="zh-CN" sz="3800" dirty="0"/>
                  <a:t>  // when </a:t>
                </a:r>
                <a14:m>
                  <m:oMath xmlns:m="http://schemas.openxmlformats.org/officeDocument/2006/math">
                    <m:r>
                      <a:rPr lang="en-US" altLang="zh-CN" sz="3800" i="1" dirty="0" smtClean="0">
                        <a:latin typeface="Cambria Math" panose="02040503050406030204" pitchFamily="18" charset="0"/>
                      </a:rPr>
                      <m:t>𝑠𝑡𝑚𝑡𝑠</m:t>
                    </m:r>
                  </m:oMath>
                </a14:m>
                <a:r>
                  <a:rPr lang="en-US" altLang="zh-CN" sz="3800" dirty="0"/>
                  <a:t> can generate a block  </a:t>
                </a:r>
              </a:p>
              <a:p>
                <a:pPr lvl="1"/>
                <a:r>
                  <a:rPr lang="en-US" altLang="zh-CN" sz="3800" dirty="0"/>
                  <a:t>The most-closely nested rule </a:t>
                </a:r>
              </a:p>
              <a:p>
                <a:pPr lvl="2"/>
                <a:r>
                  <a:rPr lang="en-US" altLang="zh-CN" sz="3200" dirty="0"/>
                  <a:t>Example 2.15 </a:t>
                </a:r>
                <a:r>
                  <a:rPr lang="zh-CN" altLang="en-US" sz="3200" dirty="0">
                    <a:solidFill>
                      <a:srgbClr val="0070C0"/>
                    </a:solidFill>
                  </a:rPr>
                  <a:t>（示例了同一个变量名在不同声明中的出现） </a:t>
                </a:r>
                <a:endParaRPr lang="en-US" altLang="zh-CN" sz="3200" dirty="0"/>
              </a:p>
              <a:p>
                <a:pPr lvl="3"/>
                <a:r>
                  <a:rPr lang="en-US" altLang="zh-CN" sz="3000" dirty="0"/>
                  <a:t>The following pseudocode uses subscripts to distinguish among distinct declarations of the same identifier.</a:t>
                </a:r>
                <a:endParaRPr lang="zh-CN" altLang="en-US" sz="3000" dirty="0">
                  <a:solidFill>
                    <a:srgbClr val="0070C0"/>
                  </a:solidFill>
                </a:endParaRPr>
              </a:p>
            </p:txBody>
          </p:sp>
        </mc:Choice>
        <mc:Fallback xmlns="">
          <p:sp>
            <p:nvSpPr>
              <p:cNvPr id="3" name="内容占位符 2">
                <a:extLst>
                  <a:ext uri="{FF2B5EF4-FFF2-40B4-BE49-F238E27FC236}">
                    <a16:creationId xmlns:a16="http://schemas.microsoft.com/office/drawing/2014/main" id="{61500C7E-2E99-4B38-89A6-518F04480C59}"/>
                  </a:ext>
                </a:extLst>
              </p:cNvPr>
              <p:cNvSpPr>
                <a:spLocks noGrp="1" noRot="1" noChangeAspect="1" noMove="1" noResize="1" noEditPoints="1" noAdjustHandles="1" noChangeArrowheads="1" noChangeShapeType="1" noTextEdit="1"/>
              </p:cNvSpPr>
              <p:nvPr>
                <p:ph idx="1"/>
              </p:nvPr>
            </p:nvSpPr>
            <p:spPr>
              <a:xfrm>
                <a:off x="0" y="1052736"/>
                <a:ext cx="8604448" cy="1944216"/>
              </a:xfrm>
              <a:blipFill>
                <a:blip r:embed="rId2"/>
                <a:stretch>
                  <a:fillRect l="-213" t="-6583" r="-1559"/>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EA083766-CEFC-4F72-8060-0492DFCED9B8}"/>
              </a:ext>
            </a:extLst>
          </p:cNvPr>
          <p:cNvPicPr>
            <a:picLocks noChangeAspect="1"/>
          </p:cNvPicPr>
          <p:nvPr/>
        </p:nvPicPr>
        <p:blipFill>
          <a:blip r:embed="rId3"/>
          <a:stretch>
            <a:fillRect/>
          </a:stretch>
        </p:blipFill>
        <p:spPr>
          <a:xfrm>
            <a:off x="5193506" y="4591670"/>
            <a:ext cx="3950494" cy="2221706"/>
          </a:xfrm>
          <a:prstGeom prst="rect">
            <a:avLst/>
          </a:prstGeom>
        </p:spPr>
      </p:pic>
      <p:sp>
        <p:nvSpPr>
          <p:cNvPr id="6" name="内容占位符 2">
            <a:extLst>
              <a:ext uri="{FF2B5EF4-FFF2-40B4-BE49-F238E27FC236}">
                <a16:creationId xmlns:a16="http://schemas.microsoft.com/office/drawing/2014/main" id="{43D4BCD1-467D-4D20-BE9D-AC3886DA9BD4}"/>
              </a:ext>
            </a:extLst>
          </p:cNvPr>
          <p:cNvSpPr txBox="1">
            <a:spLocks/>
          </p:cNvSpPr>
          <p:nvPr/>
        </p:nvSpPr>
        <p:spPr bwMode="auto">
          <a:xfrm>
            <a:off x="-180528" y="5373216"/>
            <a:ext cx="5295579" cy="1368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0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18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18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a:lstStyle>
          <a:p>
            <a:pPr lvl="1"/>
            <a:r>
              <a:rPr lang="en-US" altLang="zh-CN" sz="2000" kern="0" dirty="0"/>
              <a:t>Chaining of symbol tables results in a tree structure, since more than one block can be nested inside an enclosing block. </a:t>
            </a:r>
            <a:r>
              <a:rPr lang="zh-CN" altLang="en-US" sz="2000" kern="0" dirty="0">
                <a:solidFill>
                  <a:srgbClr val="0070C0"/>
                </a:solidFill>
              </a:rPr>
              <a:t>（从内向外看）</a:t>
            </a:r>
          </a:p>
        </p:txBody>
      </p:sp>
      <p:pic>
        <p:nvPicPr>
          <p:cNvPr id="7" name="图片 6">
            <a:extLst>
              <a:ext uri="{FF2B5EF4-FFF2-40B4-BE49-F238E27FC236}">
                <a16:creationId xmlns:a16="http://schemas.microsoft.com/office/drawing/2014/main" id="{7F78DCE5-756A-4CF5-87C9-CB6156C9FA41}"/>
              </a:ext>
            </a:extLst>
          </p:cNvPr>
          <p:cNvPicPr>
            <a:picLocks noChangeAspect="1"/>
          </p:cNvPicPr>
          <p:nvPr/>
        </p:nvPicPr>
        <p:blipFill>
          <a:blip r:embed="rId4"/>
          <a:stretch>
            <a:fillRect/>
          </a:stretch>
        </p:blipFill>
        <p:spPr>
          <a:xfrm>
            <a:off x="251520" y="3284984"/>
            <a:ext cx="6300192" cy="1737587"/>
          </a:xfrm>
          <a:prstGeom prst="rect">
            <a:avLst/>
          </a:prstGeom>
        </p:spPr>
      </p:pic>
      <p:pic>
        <p:nvPicPr>
          <p:cNvPr id="8" name="图片 7">
            <a:extLst>
              <a:ext uri="{FF2B5EF4-FFF2-40B4-BE49-F238E27FC236}">
                <a16:creationId xmlns:a16="http://schemas.microsoft.com/office/drawing/2014/main" id="{7242730B-F79F-4395-BD42-52A59E4597FA}"/>
              </a:ext>
            </a:extLst>
          </p:cNvPr>
          <p:cNvPicPr>
            <a:picLocks noChangeAspect="1"/>
          </p:cNvPicPr>
          <p:nvPr/>
        </p:nvPicPr>
        <p:blipFill>
          <a:blip r:embed="rId5"/>
          <a:stretch>
            <a:fillRect/>
          </a:stretch>
        </p:blipFill>
        <p:spPr>
          <a:xfrm>
            <a:off x="7920930" y="6493718"/>
            <a:ext cx="971550" cy="247650"/>
          </a:xfrm>
          <a:prstGeom prst="rect">
            <a:avLst/>
          </a:prstGeom>
        </p:spPr>
      </p:pic>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33356858-D236-4AF6-B488-765637AAB6C2}"/>
                  </a:ext>
                </a:extLst>
              </p:cNvPr>
              <p:cNvSpPr txBox="1"/>
              <p:nvPr/>
            </p:nvSpPr>
            <p:spPr>
              <a:xfrm>
                <a:off x="3923928" y="3212976"/>
                <a:ext cx="4634062" cy="584775"/>
              </a:xfrm>
              <a:prstGeom prst="rect">
                <a:avLst/>
              </a:prstGeom>
              <a:noFill/>
            </p:spPr>
            <p:txBody>
              <a:bodyPr wrap="square" rtlCol="0">
                <a:spAutoFit/>
              </a:bodyPr>
              <a:lstStyle/>
              <a:p>
                <a:r>
                  <a:rPr lang="zh-CN" altLang="en-US" sz="1600" dirty="0">
                    <a:solidFill>
                      <a:srgbClr val="FF0000"/>
                    </a:solidFill>
                  </a:rPr>
                  <a:t>注：此处的下标表示变量所对应的声明的层次，即</a:t>
                </a:r>
                <a14:m>
                  <m:oMath xmlns:m="http://schemas.openxmlformats.org/officeDocument/2006/math">
                    <m:sSub>
                      <m:sSubPr>
                        <m:ctrlPr>
                          <a:rPr lang="en-US" altLang="zh-CN" sz="1600" b="0" i="1" dirty="0" smtClean="0">
                            <a:solidFill>
                              <a:srgbClr val="FF0000"/>
                            </a:solidFill>
                            <a:latin typeface="Cambria Math" panose="02040503050406030204" pitchFamily="18" charset="0"/>
                          </a:rPr>
                        </m:ctrlPr>
                      </m:sSubPr>
                      <m:e>
                        <m:r>
                          <a:rPr lang="en-US" altLang="zh-CN" sz="1600" b="0" i="1" dirty="0" smtClean="0">
                            <a:solidFill>
                              <a:srgbClr val="FF0000"/>
                            </a:solidFill>
                            <a:latin typeface="Cambria Math" panose="02040503050406030204" pitchFamily="18" charset="0"/>
                          </a:rPr>
                          <m:t>𝑦</m:t>
                        </m:r>
                      </m:e>
                      <m:sub>
                        <m:r>
                          <a:rPr lang="en-US" altLang="zh-CN" sz="1600" b="0" i="1" dirty="0" smtClean="0">
                            <a:solidFill>
                              <a:srgbClr val="FF0000"/>
                            </a:solidFill>
                            <a:latin typeface="Cambria Math" panose="02040503050406030204" pitchFamily="18" charset="0"/>
                          </a:rPr>
                          <m:t>1</m:t>
                        </m:r>
                      </m:sub>
                    </m:sSub>
                  </m:oMath>
                </a14:m>
                <a:r>
                  <a:rPr lang="zh-CN" altLang="en-US" sz="1600" dirty="0">
                    <a:solidFill>
                      <a:srgbClr val="FF0000"/>
                    </a:solidFill>
                  </a:rPr>
                  <a:t>、</a:t>
                </a:r>
                <a14:m>
                  <m:oMath xmlns:m="http://schemas.openxmlformats.org/officeDocument/2006/math">
                    <m:sSub>
                      <m:sSubPr>
                        <m:ctrlPr>
                          <a:rPr lang="en-US" altLang="zh-CN" sz="1600" b="0" i="1" dirty="0" smtClean="0">
                            <a:solidFill>
                              <a:srgbClr val="FF0000"/>
                            </a:solidFill>
                            <a:latin typeface="Cambria Math" panose="02040503050406030204" pitchFamily="18" charset="0"/>
                          </a:rPr>
                        </m:ctrlPr>
                      </m:sSubPr>
                      <m:e>
                        <m:r>
                          <a:rPr lang="en-US" altLang="zh-CN" sz="1600" b="0" i="1" dirty="0" smtClean="0">
                            <a:solidFill>
                              <a:srgbClr val="FF0000"/>
                            </a:solidFill>
                            <a:latin typeface="Cambria Math" panose="02040503050406030204" pitchFamily="18" charset="0"/>
                          </a:rPr>
                          <m:t>𝑦</m:t>
                        </m:r>
                      </m:e>
                      <m:sub>
                        <m:r>
                          <a:rPr lang="en-US" altLang="zh-CN" sz="1600" b="0" i="1" dirty="0" smtClean="0">
                            <a:solidFill>
                              <a:srgbClr val="FF0000"/>
                            </a:solidFill>
                            <a:latin typeface="Cambria Math" panose="02040503050406030204" pitchFamily="18" charset="0"/>
                          </a:rPr>
                          <m:t>2</m:t>
                        </m:r>
                      </m:sub>
                    </m:sSub>
                  </m:oMath>
                </a14:m>
                <a:r>
                  <a:rPr lang="zh-CN" altLang="en-US" sz="1600" dirty="0">
                    <a:solidFill>
                      <a:srgbClr val="FF0000"/>
                    </a:solidFill>
                  </a:rPr>
                  <a:t>是同一变量，都是</a:t>
                </a:r>
                <a14:m>
                  <m:oMath xmlns:m="http://schemas.openxmlformats.org/officeDocument/2006/math">
                    <m:r>
                      <a:rPr lang="en-US" altLang="zh-CN" sz="1600" i="1" dirty="0" smtClean="0">
                        <a:solidFill>
                          <a:srgbClr val="FF0000"/>
                        </a:solidFill>
                        <a:latin typeface="Cambria Math" panose="02040503050406030204" pitchFamily="18" charset="0"/>
                      </a:rPr>
                      <m:t>𝑦</m:t>
                    </m:r>
                  </m:oMath>
                </a14:m>
                <a:r>
                  <a:rPr lang="zh-CN" altLang="en-US" sz="1600" dirty="0">
                    <a:solidFill>
                      <a:srgbClr val="FF0000"/>
                    </a:solidFill>
                  </a:rPr>
                  <a:t>。</a:t>
                </a:r>
              </a:p>
            </p:txBody>
          </p:sp>
        </mc:Choice>
        <mc:Fallback xmlns="">
          <p:sp>
            <p:nvSpPr>
              <p:cNvPr id="4" name="文本框 3">
                <a:extLst>
                  <a:ext uri="{FF2B5EF4-FFF2-40B4-BE49-F238E27FC236}">
                    <a16:creationId xmlns:a16="http://schemas.microsoft.com/office/drawing/2014/main" id="{33356858-D236-4AF6-B488-765637AAB6C2}"/>
                  </a:ext>
                </a:extLst>
              </p:cNvPr>
              <p:cNvSpPr txBox="1">
                <a:spLocks noRot="1" noChangeAspect="1" noMove="1" noResize="1" noEditPoints="1" noAdjustHandles="1" noChangeArrowheads="1" noChangeShapeType="1" noTextEdit="1"/>
              </p:cNvSpPr>
              <p:nvPr/>
            </p:nvSpPr>
            <p:spPr>
              <a:xfrm>
                <a:off x="3923928" y="3212976"/>
                <a:ext cx="4634062" cy="584775"/>
              </a:xfrm>
              <a:prstGeom prst="rect">
                <a:avLst/>
              </a:prstGeom>
              <a:blipFill>
                <a:blip r:embed="rId6"/>
                <a:stretch>
                  <a:fillRect l="-789" t="-3125" b="-11458"/>
                </a:stretch>
              </a:blipFill>
            </p:spPr>
            <p:txBody>
              <a:bodyPr/>
              <a:lstStyle/>
              <a:p>
                <a:r>
                  <a:rPr lang="zh-CN" altLang="en-US">
                    <a:noFill/>
                  </a:rPr>
                  <a:t> </a:t>
                </a:r>
              </a:p>
            </p:txBody>
          </p:sp>
        </mc:Fallback>
      </mc:AlternateContent>
      <p:sp>
        <p:nvSpPr>
          <p:cNvPr id="9" name="文本框 8">
            <a:extLst>
              <a:ext uri="{FF2B5EF4-FFF2-40B4-BE49-F238E27FC236}">
                <a16:creationId xmlns:a16="http://schemas.microsoft.com/office/drawing/2014/main" id="{23E722A6-4279-4C1E-8694-DE15163F6570}"/>
              </a:ext>
            </a:extLst>
          </p:cNvPr>
          <p:cNvSpPr txBox="1"/>
          <p:nvPr/>
        </p:nvSpPr>
        <p:spPr>
          <a:xfrm>
            <a:off x="7693894" y="5124669"/>
            <a:ext cx="864096" cy="307777"/>
          </a:xfrm>
          <a:prstGeom prst="rect">
            <a:avLst/>
          </a:prstGeom>
          <a:noFill/>
        </p:spPr>
        <p:txBody>
          <a:bodyPr wrap="square" rtlCol="0">
            <a:spAutoFit/>
          </a:bodyPr>
          <a:lstStyle/>
          <a:p>
            <a:r>
              <a:rPr lang="en-US" altLang="zh-CN" sz="1400" dirty="0">
                <a:solidFill>
                  <a:srgbClr val="FF0000"/>
                </a:solidFill>
              </a:rPr>
              <a:t>previous</a:t>
            </a:r>
            <a:endParaRPr lang="zh-CN" altLang="en-US" sz="1400" dirty="0">
              <a:solidFill>
                <a:srgbClr val="FF0000"/>
              </a:solidFill>
            </a:endParaRPr>
          </a:p>
        </p:txBody>
      </p:sp>
      <p:sp>
        <p:nvSpPr>
          <p:cNvPr id="10" name="文本框 9">
            <a:extLst>
              <a:ext uri="{FF2B5EF4-FFF2-40B4-BE49-F238E27FC236}">
                <a16:creationId xmlns:a16="http://schemas.microsoft.com/office/drawing/2014/main" id="{049A1D54-87A4-4D75-9F36-63008A853914}"/>
              </a:ext>
            </a:extLst>
          </p:cNvPr>
          <p:cNvSpPr txBox="1"/>
          <p:nvPr/>
        </p:nvSpPr>
        <p:spPr>
          <a:xfrm>
            <a:off x="6876256" y="5798627"/>
            <a:ext cx="864096" cy="307777"/>
          </a:xfrm>
          <a:prstGeom prst="rect">
            <a:avLst/>
          </a:prstGeom>
          <a:noFill/>
        </p:spPr>
        <p:txBody>
          <a:bodyPr wrap="square" rtlCol="0">
            <a:spAutoFit/>
          </a:bodyPr>
          <a:lstStyle/>
          <a:p>
            <a:r>
              <a:rPr lang="en-US" altLang="zh-CN" sz="1400" dirty="0">
                <a:solidFill>
                  <a:srgbClr val="FF0000"/>
                </a:solidFill>
              </a:rPr>
              <a:t>previous</a:t>
            </a:r>
            <a:endParaRPr lang="zh-CN" altLang="en-US" sz="1400" dirty="0">
              <a:solidFill>
                <a:srgbClr val="FF0000"/>
              </a:solidFill>
            </a:endParaRPr>
          </a:p>
        </p:txBody>
      </p:sp>
      <p:cxnSp>
        <p:nvCxnSpPr>
          <p:cNvPr id="12" name="直接连接符 11">
            <a:extLst>
              <a:ext uri="{FF2B5EF4-FFF2-40B4-BE49-F238E27FC236}">
                <a16:creationId xmlns:a16="http://schemas.microsoft.com/office/drawing/2014/main" id="{B0AFE62E-0F55-48CA-8584-968DB99873BE}"/>
              </a:ext>
            </a:extLst>
          </p:cNvPr>
          <p:cNvCxnSpPr>
            <a:cxnSpLocks/>
          </p:cNvCxnSpPr>
          <p:nvPr/>
        </p:nvCxnSpPr>
        <p:spPr bwMode="auto">
          <a:xfrm>
            <a:off x="1763688" y="4725144"/>
            <a:ext cx="216024" cy="0"/>
          </a:xfrm>
          <a:prstGeom prst="line">
            <a:avLst/>
          </a:prstGeom>
          <a:solidFill>
            <a:schemeClr val="accent1"/>
          </a:solidFill>
          <a:ln w="19050" cap="flat" cmpd="sng" algn="ctr">
            <a:solidFill>
              <a:srgbClr val="FF0000"/>
            </a:solidFill>
            <a:prstDash val="solid"/>
            <a:round/>
            <a:headEnd type="none" w="med" len="med"/>
            <a:tailEnd type="none" w="med" len="med"/>
          </a:ln>
          <a:effectLst/>
        </p:spPr>
      </p:cxnSp>
      <p:cxnSp>
        <p:nvCxnSpPr>
          <p:cNvPr id="13" name="直接连接符 12">
            <a:extLst>
              <a:ext uri="{FF2B5EF4-FFF2-40B4-BE49-F238E27FC236}">
                <a16:creationId xmlns:a16="http://schemas.microsoft.com/office/drawing/2014/main" id="{D17D9A84-DA3A-4D08-BA0D-8530BD797CE3}"/>
              </a:ext>
            </a:extLst>
          </p:cNvPr>
          <p:cNvCxnSpPr>
            <a:cxnSpLocks/>
          </p:cNvCxnSpPr>
          <p:nvPr/>
        </p:nvCxnSpPr>
        <p:spPr>
          <a:xfrm flipH="1" flipV="1">
            <a:off x="2051720" y="4704665"/>
            <a:ext cx="5400600" cy="164495"/>
          </a:xfrm>
          <a:prstGeom prst="line">
            <a:avLst/>
          </a:prstGeom>
          <a:ln w="12700">
            <a:solidFill>
              <a:srgbClr val="FF0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0651677"/>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A686CDE5-C1E8-4511-986C-E937AA9070A5}"/>
              </a:ext>
            </a:extLst>
          </p:cNvPr>
          <p:cNvSpPr>
            <a:spLocks noGrp="1"/>
          </p:cNvSpPr>
          <p:nvPr>
            <p:ph type="title"/>
          </p:nvPr>
        </p:nvSpPr>
        <p:spPr>
          <a:xfrm>
            <a:off x="286306" y="189063"/>
            <a:ext cx="8606174" cy="935681"/>
          </a:xfrm>
        </p:spPr>
        <p:txBody>
          <a:bodyPr>
            <a:noAutofit/>
          </a:bodyPr>
          <a:lstStyle/>
          <a:p>
            <a:r>
              <a:rPr lang="en-US" altLang="zh-CN" sz="3200" b="0" dirty="0"/>
              <a:t>The Java implementation of chained symbol tables </a:t>
            </a:r>
            <a:endParaRPr lang="zh-CN" altLang="en-US" sz="3200" b="0" dirty="0"/>
          </a:p>
        </p:txBody>
      </p:sp>
      <p:pic>
        <p:nvPicPr>
          <p:cNvPr id="4" name="内容占位符 3">
            <a:extLst>
              <a:ext uri="{FF2B5EF4-FFF2-40B4-BE49-F238E27FC236}">
                <a16:creationId xmlns:a16="http://schemas.microsoft.com/office/drawing/2014/main" id="{47CA6AC5-9FB3-448A-B92E-85DD7EA1C3C5}"/>
              </a:ext>
            </a:extLst>
          </p:cNvPr>
          <p:cNvPicPr>
            <a:picLocks noGrp="1" noChangeAspect="1"/>
          </p:cNvPicPr>
          <p:nvPr>
            <p:ph idx="1"/>
          </p:nvPr>
        </p:nvPicPr>
        <p:blipFill>
          <a:blip r:embed="rId2"/>
          <a:stretch>
            <a:fillRect/>
          </a:stretch>
        </p:blipFill>
        <p:spPr>
          <a:xfrm>
            <a:off x="4572000" y="1200150"/>
            <a:ext cx="4475598" cy="3898407"/>
          </a:xfrm>
          <a:prstGeom prst="rect">
            <a:avLst/>
          </a:prstGeom>
        </p:spPr>
      </p:pic>
      <mc:AlternateContent xmlns:mc="http://schemas.openxmlformats.org/markup-compatibility/2006" xmlns:a14="http://schemas.microsoft.com/office/drawing/2010/main">
        <mc:Choice Requires="a14">
          <p:sp>
            <p:nvSpPr>
              <p:cNvPr id="6" name="文本占位符 5">
                <a:extLst>
                  <a:ext uri="{FF2B5EF4-FFF2-40B4-BE49-F238E27FC236}">
                    <a16:creationId xmlns:a16="http://schemas.microsoft.com/office/drawing/2014/main" id="{CE8631C9-7847-4B6D-B400-64A5CE6871FA}"/>
                  </a:ext>
                </a:extLst>
              </p:cNvPr>
              <p:cNvSpPr>
                <a:spLocks noGrp="1"/>
              </p:cNvSpPr>
              <p:nvPr>
                <p:ph type="body" sz="half" idx="2"/>
              </p:nvPr>
            </p:nvSpPr>
            <p:spPr>
              <a:xfrm>
                <a:off x="286305" y="1200150"/>
                <a:ext cx="4021584" cy="5468787"/>
              </a:xfrm>
            </p:spPr>
            <p:txBody>
              <a:bodyPr>
                <a:normAutofit fontScale="92500" lnSpcReduction="20000"/>
              </a:bodyPr>
              <a:lstStyle/>
              <a:p>
                <a:pPr marL="214313" indent="-214313">
                  <a:buFont typeface="Arial" panose="020B0604020202020204" pitchFamily="34" charset="0"/>
                  <a:buChar char="•"/>
                </a:pPr>
                <a14:m>
                  <m:oMath xmlns:m="http://schemas.openxmlformats.org/officeDocument/2006/math">
                    <m:r>
                      <a:rPr lang="en-US" altLang="zh-CN" sz="2800" i="1" dirty="0" smtClean="0">
                        <a:latin typeface="Cambria Math" panose="02040503050406030204" pitchFamily="18" charset="0"/>
                      </a:rPr>
                      <m:t>𝐸𝑛𝑣</m:t>
                    </m:r>
                    <m:r>
                      <a:rPr lang="en-US" altLang="zh-CN" sz="2800" i="1" dirty="0" smtClean="0">
                        <a:latin typeface="Cambria Math" panose="02040503050406030204" pitchFamily="18" charset="0"/>
                      </a:rPr>
                      <m:t>(</m:t>
                    </m:r>
                    <m:r>
                      <a:rPr lang="en-US" altLang="zh-CN" sz="2800" i="1" dirty="0" smtClean="0">
                        <a:latin typeface="Cambria Math" panose="02040503050406030204" pitchFamily="18" charset="0"/>
                      </a:rPr>
                      <m:t>𝑝</m:t>
                    </m:r>
                    <m:r>
                      <a:rPr lang="en-US" altLang="zh-CN" sz="2800" i="1" dirty="0" smtClean="0">
                        <a:latin typeface="Cambria Math" panose="02040503050406030204" pitchFamily="18" charset="0"/>
                      </a:rPr>
                      <m:t>) </m:t>
                    </m:r>
                  </m:oMath>
                </a14:m>
                <a:r>
                  <a:rPr lang="en-US" altLang="zh-CN" sz="2800" dirty="0"/>
                  <a:t>: </a:t>
                </a:r>
                <a:r>
                  <a:rPr lang="zh-CN" altLang="en-US" sz="2600" dirty="0">
                    <a:solidFill>
                      <a:srgbClr val="0070C0"/>
                    </a:solidFill>
                  </a:rPr>
                  <a:t>创建符号表</a:t>
                </a:r>
                <a:endParaRPr lang="en-US" altLang="zh-CN" sz="2600" dirty="0">
                  <a:solidFill>
                    <a:srgbClr val="0070C0"/>
                  </a:solidFill>
                </a:endParaRPr>
              </a:p>
              <a:p>
                <a:pPr marL="557213" lvl="1" indent="-214313">
                  <a:buFont typeface="Arial" panose="020B0604020202020204" pitchFamily="34" charset="0"/>
                  <a:buChar char="•"/>
                </a:pPr>
                <a:r>
                  <a:rPr lang="en-US" altLang="zh-CN" sz="2400" dirty="0"/>
                  <a:t>Create a new </a:t>
                </a:r>
                <a:r>
                  <a:rPr lang="en-US" altLang="zh-CN" sz="2400" dirty="0">
                    <a:solidFill>
                      <a:srgbClr val="FF0000"/>
                    </a:solidFill>
                  </a:rPr>
                  <a:t>symbol table</a:t>
                </a:r>
                <a:r>
                  <a:rPr lang="en-US" altLang="zh-CN" sz="2400" dirty="0"/>
                  <a:t>.</a:t>
                </a:r>
              </a:p>
              <a:p>
                <a:pPr marL="900113" lvl="2" indent="-214313">
                  <a:buFont typeface="Arial" panose="020B0604020202020204" pitchFamily="34" charset="0"/>
                  <a:buChar char="•"/>
                </a:pPr>
                <a:r>
                  <a:rPr lang="en-US" altLang="zh-CN" sz="1350" dirty="0"/>
                  <a:t>a hash table named </a:t>
                </a:r>
                <a:r>
                  <a:rPr lang="en-US" altLang="zh-CN" sz="1350" i="1" dirty="0"/>
                  <a:t>table</a:t>
                </a:r>
                <a:r>
                  <a:rPr lang="en-US" altLang="zh-CN" sz="1350" dirty="0"/>
                  <a:t>  </a:t>
                </a:r>
              </a:p>
              <a:p>
                <a:pPr marL="557213" lvl="1" indent="-214313">
                  <a:buFont typeface="Arial" panose="020B0604020202020204" pitchFamily="34" charset="0"/>
                  <a:buChar char="•"/>
                </a:pPr>
                <a:r>
                  <a:rPr lang="zh-CN" altLang="en-US" sz="2400" dirty="0">
                    <a:solidFill>
                      <a:srgbClr val="0070C0"/>
                    </a:solidFill>
                  </a:rPr>
                  <a:t>参数为上层符号表入口</a:t>
                </a:r>
                <a:r>
                  <a:rPr lang="en-US" altLang="zh-CN" sz="2400" dirty="0">
                    <a:solidFill>
                      <a:srgbClr val="0070C0"/>
                    </a:solidFill>
                  </a:rPr>
                  <a:t> </a:t>
                </a:r>
              </a:p>
              <a:p>
                <a:pPr marL="214313" indent="-214313">
                  <a:buFont typeface="Arial" panose="020B0604020202020204" pitchFamily="34" charset="0"/>
                  <a:buChar char="•"/>
                </a:pPr>
                <a14:m>
                  <m:oMath xmlns:m="http://schemas.openxmlformats.org/officeDocument/2006/math">
                    <m:r>
                      <a:rPr lang="en-US" altLang="zh-CN" sz="2800" i="1" dirty="0" smtClean="0">
                        <a:latin typeface="Cambria Math" panose="02040503050406030204" pitchFamily="18" charset="0"/>
                      </a:rPr>
                      <m:t>𝑃𝑢𝑡</m:t>
                    </m:r>
                  </m:oMath>
                </a14:m>
                <a:r>
                  <a:rPr lang="en-US" altLang="zh-CN" sz="2800" i="1" dirty="0"/>
                  <a:t> </a:t>
                </a:r>
                <a:r>
                  <a:rPr lang="en-US" altLang="zh-CN" sz="2800" dirty="0"/>
                  <a:t>a new entry in the current table. </a:t>
                </a:r>
                <a:r>
                  <a:rPr lang="zh-CN" altLang="en-US" sz="2400" dirty="0">
                    <a:solidFill>
                      <a:srgbClr val="0070C0"/>
                    </a:solidFill>
                  </a:rPr>
                  <a:t>填表</a:t>
                </a:r>
                <a:r>
                  <a:rPr lang="en-US" altLang="zh-CN" sz="2400" dirty="0">
                    <a:solidFill>
                      <a:srgbClr val="0070C0"/>
                    </a:solidFill>
                  </a:rPr>
                  <a:t>(</a:t>
                </a:r>
                <a:r>
                  <a:rPr lang="zh-CN" altLang="en-US" sz="2400" dirty="0">
                    <a:solidFill>
                      <a:srgbClr val="0070C0"/>
                    </a:solidFill>
                  </a:rPr>
                  <a:t>填一行</a:t>
                </a:r>
                <a:r>
                  <a:rPr lang="en-US" altLang="zh-CN" sz="2400" dirty="0">
                    <a:solidFill>
                      <a:srgbClr val="0070C0"/>
                    </a:solidFill>
                  </a:rPr>
                  <a:t>)</a:t>
                </a:r>
              </a:p>
              <a:p>
                <a:pPr marL="557213" lvl="1" indent="-214313">
                  <a:buFont typeface="Arial" panose="020B0604020202020204" pitchFamily="34" charset="0"/>
                  <a:buChar char="•"/>
                </a:pPr>
                <a:r>
                  <a:rPr lang="en-US" altLang="zh-CN" sz="2600" dirty="0"/>
                  <a:t>key-value pairs </a:t>
                </a:r>
              </a:p>
              <a:p>
                <a:pPr marL="557213" lvl="1" indent="-214313">
                  <a:buFont typeface="Arial" panose="020B0604020202020204" pitchFamily="34" charset="0"/>
                  <a:buChar char="•"/>
                </a:pPr>
                <a:r>
                  <a:rPr lang="en-US" altLang="zh-CN" sz="2600" dirty="0"/>
                  <a:t>The key represents a token. </a:t>
                </a:r>
              </a:p>
              <a:p>
                <a:pPr marL="557213" lvl="1" indent="-214313">
                  <a:buFont typeface="Arial" panose="020B0604020202020204" pitchFamily="34" charset="0"/>
                  <a:buChar char="•"/>
                </a:pPr>
                <a:r>
                  <a:rPr lang="en-US" altLang="zh-CN" sz="2600" dirty="0"/>
                  <a:t>The value is an entry of class Symbol. </a:t>
                </a:r>
              </a:p>
              <a:p>
                <a:pPr marL="214313" indent="-214313">
                  <a:buFont typeface="Arial" panose="020B0604020202020204" pitchFamily="34" charset="0"/>
                  <a:buChar char="•"/>
                </a:pPr>
                <a14:m>
                  <m:oMath xmlns:m="http://schemas.openxmlformats.org/officeDocument/2006/math">
                    <m:r>
                      <a:rPr lang="en-US" altLang="zh-CN" sz="2800" i="1" dirty="0" smtClean="0">
                        <a:latin typeface="Cambria Math" panose="02040503050406030204" pitchFamily="18" charset="0"/>
                      </a:rPr>
                      <m:t>𝐺𝑒𝑡</m:t>
                    </m:r>
                    <m:r>
                      <a:rPr lang="en-US" altLang="zh-CN" sz="2800" i="1" dirty="0" smtClean="0">
                        <a:latin typeface="Cambria Math" panose="02040503050406030204" pitchFamily="18" charset="0"/>
                      </a:rPr>
                      <m:t> </m:t>
                    </m:r>
                  </m:oMath>
                </a14:m>
                <a:r>
                  <a:rPr lang="en-US" altLang="zh-CN" sz="2800" dirty="0"/>
                  <a:t>(</a:t>
                </a:r>
                <a:r>
                  <a:rPr lang="zh-CN" altLang="en-US" sz="2800" dirty="0">
                    <a:solidFill>
                      <a:srgbClr val="0070C0"/>
                    </a:solidFill>
                  </a:rPr>
                  <a:t>查表，返回行入口</a:t>
                </a:r>
                <a:r>
                  <a:rPr lang="en-US" altLang="zh-CN" sz="2800" dirty="0"/>
                  <a:t>) an entry for an identifier by searching the chain of tables. </a:t>
                </a:r>
              </a:p>
              <a:p>
                <a:pPr marL="671513" lvl="1" indent="-214313">
                  <a:buFont typeface="Arial" panose="020B0604020202020204" pitchFamily="34" charset="0"/>
                  <a:buChar char="•"/>
                </a:pPr>
                <a:r>
                  <a:rPr lang="en-US" altLang="zh-CN" sz="2600" dirty="0">
                    <a:solidFill>
                      <a:srgbClr val="0070C0"/>
                    </a:solidFill>
                  </a:rPr>
                  <a:t>Bottom-up</a:t>
                </a:r>
                <a:endParaRPr lang="zh-CN" altLang="en-US" dirty="0">
                  <a:solidFill>
                    <a:srgbClr val="0070C0"/>
                  </a:solidFill>
                </a:endParaRPr>
              </a:p>
            </p:txBody>
          </p:sp>
        </mc:Choice>
        <mc:Fallback xmlns="">
          <p:sp>
            <p:nvSpPr>
              <p:cNvPr id="6" name="文本占位符 5">
                <a:extLst>
                  <a:ext uri="{FF2B5EF4-FFF2-40B4-BE49-F238E27FC236}">
                    <a16:creationId xmlns:a16="http://schemas.microsoft.com/office/drawing/2014/main" id="{CE8631C9-7847-4B6D-B400-64A5CE6871FA}"/>
                  </a:ext>
                </a:extLst>
              </p:cNvPr>
              <p:cNvSpPr>
                <a:spLocks noGrp="1" noRot="1" noChangeAspect="1" noMove="1" noResize="1" noEditPoints="1" noAdjustHandles="1" noChangeArrowheads="1" noChangeShapeType="1" noTextEdit="1"/>
              </p:cNvSpPr>
              <p:nvPr>
                <p:ph type="body" sz="half" idx="2"/>
              </p:nvPr>
            </p:nvSpPr>
            <p:spPr>
              <a:xfrm>
                <a:off x="286305" y="1200150"/>
                <a:ext cx="4021584" cy="5468787"/>
              </a:xfrm>
              <a:blipFill>
                <a:blip r:embed="rId3"/>
                <a:stretch>
                  <a:fillRect t="-2453" r="-303" b="-780"/>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9A15CD91-0232-4E27-91E3-AA8F7316100D}"/>
              </a:ext>
            </a:extLst>
          </p:cNvPr>
          <p:cNvPicPr>
            <a:picLocks noChangeAspect="1"/>
          </p:cNvPicPr>
          <p:nvPr/>
        </p:nvPicPr>
        <p:blipFill>
          <a:blip r:embed="rId4"/>
          <a:stretch>
            <a:fillRect/>
          </a:stretch>
        </p:blipFill>
        <p:spPr>
          <a:xfrm>
            <a:off x="6012160" y="5701630"/>
            <a:ext cx="1000125" cy="247650"/>
          </a:xfrm>
          <a:prstGeom prst="rect">
            <a:avLst/>
          </a:prstGeom>
        </p:spPr>
      </p:pic>
      <p:sp>
        <p:nvSpPr>
          <p:cNvPr id="2" name="文本框 1">
            <a:extLst>
              <a:ext uri="{FF2B5EF4-FFF2-40B4-BE49-F238E27FC236}">
                <a16:creationId xmlns:a16="http://schemas.microsoft.com/office/drawing/2014/main" id="{4B0ADC95-31DD-4762-A541-1171BADD6EE3}"/>
              </a:ext>
            </a:extLst>
          </p:cNvPr>
          <p:cNvSpPr txBox="1"/>
          <p:nvPr/>
        </p:nvSpPr>
        <p:spPr>
          <a:xfrm>
            <a:off x="6444208" y="2636912"/>
            <a:ext cx="2304256" cy="276999"/>
          </a:xfrm>
          <a:prstGeom prst="rect">
            <a:avLst/>
          </a:prstGeom>
          <a:noFill/>
        </p:spPr>
        <p:txBody>
          <a:bodyPr wrap="square" rtlCol="0">
            <a:spAutoFit/>
          </a:bodyPr>
          <a:lstStyle/>
          <a:p>
            <a:r>
              <a:rPr lang="zh-CN" altLang="en-US" sz="1200" dirty="0">
                <a:solidFill>
                  <a:srgbClr val="FF0000"/>
                </a:solidFill>
              </a:rPr>
              <a:t>此处</a:t>
            </a:r>
            <a:r>
              <a:rPr lang="en-US" altLang="zh-CN" sz="1200" dirty="0">
                <a:solidFill>
                  <a:srgbClr val="FF0000"/>
                </a:solidFill>
              </a:rPr>
              <a:t>Symbol</a:t>
            </a:r>
            <a:r>
              <a:rPr lang="zh-CN" altLang="en-US" sz="1200" dirty="0">
                <a:solidFill>
                  <a:srgbClr val="FF0000"/>
                </a:solidFill>
              </a:rPr>
              <a:t>代表符号表的一行</a:t>
            </a:r>
          </a:p>
        </p:txBody>
      </p:sp>
      <p:cxnSp>
        <p:nvCxnSpPr>
          <p:cNvPr id="13" name="直接连接符 12">
            <a:extLst>
              <a:ext uri="{FF2B5EF4-FFF2-40B4-BE49-F238E27FC236}">
                <a16:creationId xmlns:a16="http://schemas.microsoft.com/office/drawing/2014/main" id="{E5CA6533-D1DA-476E-9300-6A51485AE0E2}"/>
              </a:ext>
            </a:extLst>
          </p:cNvPr>
          <p:cNvCxnSpPr/>
          <p:nvPr/>
        </p:nvCxnSpPr>
        <p:spPr>
          <a:xfrm>
            <a:off x="1619672" y="4509120"/>
            <a:ext cx="864096"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14244715-5C2E-4709-8181-4ACC7DC159D3}"/>
              </a:ext>
            </a:extLst>
          </p:cNvPr>
          <p:cNvCxnSpPr>
            <a:cxnSpLocks/>
          </p:cNvCxnSpPr>
          <p:nvPr/>
        </p:nvCxnSpPr>
        <p:spPr>
          <a:xfrm flipV="1">
            <a:off x="2627784" y="2862018"/>
            <a:ext cx="4164379" cy="1575094"/>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A4917BB3-126F-4CAB-B775-32E58542F0D2}"/>
              </a:ext>
            </a:extLst>
          </p:cNvPr>
          <p:cNvCxnSpPr>
            <a:cxnSpLocks/>
          </p:cNvCxnSpPr>
          <p:nvPr/>
        </p:nvCxnSpPr>
        <p:spPr>
          <a:xfrm flipH="1" flipV="1">
            <a:off x="7236296" y="2862018"/>
            <a:ext cx="288032" cy="51893"/>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3403592C-F5AA-44DC-93F3-9D923BE6D942}"/>
              </a:ext>
            </a:extLst>
          </p:cNvPr>
          <p:cNvCxnSpPr>
            <a:cxnSpLocks/>
          </p:cNvCxnSpPr>
          <p:nvPr/>
        </p:nvCxnSpPr>
        <p:spPr>
          <a:xfrm>
            <a:off x="5652120" y="2420888"/>
            <a:ext cx="864096"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61756C47-B533-45FE-9767-6688AF9E8E91}"/>
              </a:ext>
            </a:extLst>
          </p:cNvPr>
          <p:cNvCxnSpPr>
            <a:cxnSpLocks/>
          </p:cNvCxnSpPr>
          <p:nvPr/>
        </p:nvCxnSpPr>
        <p:spPr>
          <a:xfrm>
            <a:off x="6156176" y="3068960"/>
            <a:ext cx="2024211"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BAAE887A-C19B-4B3E-A706-4C9745C19715}"/>
              </a:ext>
            </a:extLst>
          </p:cNvPr>
          <p:cNvCxnSpPr>
            <a:cxnSpLocks/>
          </p:cNvCxnSpPr>
          <p:nvPr/>
        </p:nvCxnSpPr>
        <p:spPr>
          <a:xfrm>
            <a:off x="6289668" y="3717032"/>
            <a:ext cx="946628"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C9427A25-EFE5-46BD-80B2-283BFA1AB945}"/>
              </a:ext>
            </a:extLst>
          </p:cNvPr>
          <p:cNvCxnSpPr>
            <a:cxnSpLocks/>
          </p:cNvCxnSpPr>
          <p:nvPr/>
        </p:nvCxnSpPr>
        <p:spPr>
          <a:xfrm>
            <a:off x="7801836" y="3933056"/>
            <a:ext cx="946628"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0DE6C371-1199-49D3-8A6B-C25DE2E1656C}"/>
              </a:ext>
            </a:extLst>
          </p:cNvPr>
          <p:cNvSpPr txBox="1"/>
          <p:nvPr/>
        </p:nvSpPr>
        <p:spPr>
          <a:xfrm>
            <a:off x="6512222" y="1538506"/>
            <a:ext cx="2452266" cy="276999"/>
          </a:xfrm>
          <a:prstGeom prst="rect">
            <a:avLst/>
          </a:prstGeom>
          <a:noFill/>
        </p:spPr>
        <p:txBody>
          <a:bodyPr wrap="square" rtlCol="0">
            <a:spAutoFit/>
          </a:bodyPr>
          <a:lstStyle/>
          <a:p>
            <a:r>
              <a:rPr lang="en-US" altLang="zh-CN" sz="1200" dirty="0">
                <a:solidFill>
                  <a:srgbClr val="FF0000"/>
                </a:solidFill>
              </a:rPr>
              <a:t>Env</a:t>
            </a:r>
            <a:r>
              <a:rPr lang="zh-CN" altLang="en-US" sz="1200" dirty="0">
                <a:solidFill>
                  <a:srgbClr val="FF0000"/>
                </a:solidFill>
              </a:rPr>
              <a:t>代表符号表树上的一个节点。</a:t>
            </a:r>
          </a:p>
        </p:txBody>
      </p:sp>
      <p:cxnSp>
        <p:nvCxnSpPr>
          <p:cNvPr id="17" name="直接连接符 16">
            <a:extLst>
              <a:ext uri="{FF2B5EF4-FFF2-40B4-BE49-F238E27FC236}">
                <a16:creationId xmlns:a16="http://schemas.microsoft.com/office/drawing/2014/main" id="{60AD1EFE-8BD1-426D-9206-3852D85CA027}"/>
              </a:ext>
            </a:extLst>
          </p:cNvPr>
          <p:cNvCxnSpPr>
            <a:cxnSpLocks/>
          </p:cNvCxnSpPr>
          <p:nvPr/>
        </p:nvCxnSpPr>
        <p:spPr>
          <a:xfrm>
            <a:off x="5940152" y="1772816"/>
            <a:ext cx="432048"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4728722"/>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8012B706-44D8-49C0-8C1E-D8072B54ED14}"/>
              </a:ext>
            </a:extLst>
          </p:cNvPr>
          <p:cNvSpPr>
            <a:spLocks noGrp="1"/>
          </p:cNvSpPr>
          <p:nvPr>
            <p:ph type="title"/>
          </p:nvPr>
        </p:nvSpPr>
        <p:spPr>
          <a:xfrm>
            <a:off x="251520" y="260648"/>
            <a:ext cx="8064896" cy="720079"/>
          </a:xfrm>
        </p:spPr>
        <p:txBody>
          <a:bodyPr>
            <a:noAutofit/>
          </a:bodyPr>
          <a:lstStyle/>
          <a:p>
            <a:r>
              <a:rPr lang="en-US" altLang="zh-CN" dirty="0"/>
              <a:t>2.7.2 The Use of Symbol Tables </a:t>
            </a:r>
            <a:endParaRPr lang="zh-CN" altLang="en-US" dirty="0"/>
          </a:p>
        </p:txBody>
      </p:sp>
      <p:pic>
        <p:nvPicPr>
          <p:cNvPr id="10" name="内容占位符 9">
            <a:extLst>
              <a:ext uri="{FF2B5EF4-FFF2-40B4-BE49-F238E27FC236}">
                <a16:creationId xmlns:a16="http://schemas.microsoft.com/office/drawing/2014/main" id="{1BA9F319-BD31-4A2E-915C-30BD12D9D30F}"/>
              </a:ext>
            </a:extLst>
          </p:cNvPr>
          <p:cNvPicPr>
            <a:picLocks noGrp="1" noChangeAspect="1"/>
          </p:cNvPicPr>
          <p:nvPr>
            <p:ph idx="1"/>
          </p:nvPr>
        </p:nvPicPr>
        <p:blipFill>
          <a:blip r:embed="rId2"/>
          <a:stretch>
            <a:fillRect/>
          </a:stretch>
        </p:blipFill>
        <p:spPr>
          <a:xfrm>
            <a:off x="251520" y="1052736"/>
            <a:ext cx="7272808" cy="5230827"/>
          </a:xfrm>
          <a:prstGeom prst="rect">
            <a:avLst/>
          </a:prstGeom>
        </p:spPr>
      </p:pic>
      <p:sp>
        <p:nvSpPr>
          <p:cNvPr id="2" name="文本框 1">
            <a:extLst>
              <a:ext uri="{FF2B5EF4-FFF2-40B4-BE49-F238E27FC236}">
                <a16:creationId xmlns:a16="http://schemas.microsoft.com/office/drawing/2014/main" id="{3F8E0843-367D-4232-B220-12DE2404FE40}"/>
              </a:ext>
            </a:extLst>
          </p:cNvPr>
          <p:cNvSpPr txBox="1"/>
          <p:nvPr/>
        </p:nvSpPr>
        <p:spPr>
          <a:xfrm>
            <a:off x="4499992" y="4869160"/>
            <a:ext cx="3312368" cy="400110"/>
          </a:xfrm>
          <a:prstGeom prst="rect">
            <a:avLst/>
          </a:prstGeom>
          <a:noFill/>
        </p:spPr>
        <p:txBody>
          <a:bodyPr wrap="square" rtlCol="0">
            <a:spAutoFit/>
          </a:bodyPr>
          <a:lstStyle/>
          <a:p>
            <a:r>
              <a:rPr lang="zh-CN" altLang="en-US" sz="2000" dirty="0">
                <a:solidFill>
                  <a:srgbClr val="FF0000"/>
                </a:solidFill>
              </a:rPr>
              <a:t>创建符号表中的一行。</a:t>
            </a:r>
          </a:p>
        </p:txBody>
      </p:sp>
      <p:sp>
        <p:nvSpPr>
          <p:cNvPr id="3" name="文本框 2">
            <a:extLst>
              <a:ext uri="{FF2B5EF4-FFF2-40B4-BE49-F238E27FC236}">
                <a16:creationId xmlns:a16="http://schemas.microsoft.com/office/drawing/2014/main" id="{B404D3E0-309B-4593-A98F-0FD601DCCAEB}"/>
              </a:ext>
            </a:extLst>
          </p:cNvPr>
          <p:cNvSpPr txBox="1"/>
          <p:nvPr/>
        </p:nvSpPr>
        <p:spPr>
          <a:xfrm>
            <a:off x="3131840" y="1916832"/>
            <a:ext cx="5688633" cy="400110"/>
          </a:xfrm>
          <a:prstGeom prst="rect">
            <a:avLst/>
          </a:prstGeom>
          <a:noFill/>
        </p:spPr>
        <p:txBody>
          <a:bodyPr wrap="square" rtlCol="0">
            <a:spAutoFit/>
          </a:bodyPr>
          <a:lstStyle/>
          <a:p>
            <a:r>
              <a:rPr lang="zh-CN" altLang="en-US" sz="2000" dirty="0">
                <a:solidFill>
                  <a:srgbClr val="FF0000"/>
                </a:solidFill>
              </a:rPr>
              <a:t>进入一个作用域，创建新的一层符号表。</a:t>
            </a:r>
          </a:p>
        </p:txBody>
      </p:sp>
      <p:sp>
        <p:nvSpPr>
          <p:cNvPr id="6" name="文本框 5">
            <a:extLst>
              <a:ext uri="{FF2B5EF4-FFF2-40B4-BE49-F238E27FC236}">
                <a16:creationId xmlns:a16="http://schemas.microsoft.com/office/drawing/2014/main" id="{6242DAA5-8DA5-4800-8179-3A2CD0D7F81A}"/>
              </a:ext>
            </a:extLst>
          </p:cNvPr>
          <p:cNvSpPr txBox="1"/>
          <p:nvPr/>
        </p:nvSpPr>
        <p:spPr>
          <a:xfrm>
            <a:off x="6479704" y="3344983"/>
            <a:ext cx="2664296" cy="769441"/>
          </a:xfrm>
          <a:prstGeom prst="rect">
            <a:avLst/>
          </a:prstGeom>
          <a:noFill/>
        </p:spPr>
        <p:txBody>
          <a:bodyPr wrap="square" rtlCol="0">
            <a:spAutoFit/>
          </a:bodyPr>
          <a:lstStyle/>
          <a:p>
            <a:r>
              <a:rPr lang="zh-CN" altLang="en-US" sz="2000" dirty="0">
                <a:solidFill>
                  <a:srgbClr val="FF0000"/>
                </a:solidFill>
              </a:rPr>
              <a:t>离开一个作用域，返回到上层符号表</a:t>
            </a:r>
            <a:r>
              <a:rPr lang="zh-CN" altLang="en-US" dirty="0">
                <a:solidFill>
                  <a:srgbClr val="FF0000"/>
                </a:solidFill>
              </a:rPr>
              <a:t>。</a:t>
            </a:r>
          </a:p>
        </p:txBody>
      </p:sp>
      <p:cxnSp>
        <p:nvCxnSpPr>
          <p:cNvPr id="7" name="直接连接符 6">
            <a:extLst>
              <a:ext uri="{FF2B5EF4-FFF2-40B4-BE49-F238E27FC236}">
                <a16:creationId xmlns:a16="http://schemas.microsoft.com/office/drawing/2014/main" id="{B40245E8-FED7-440E-9EED-2F845BDD0714}"/>
              </a:ext>
            </a:extLst>
          </p:cNvPr>
          <p:cNvCxnSpPr/>
          <p:nvPr/>
        </p:nvCxnSpPr>
        <p:spPr>
          <a:xfrm>
            <a:off x="4572000" y="3501008"/>
            <a:ext cx="1907704"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4FA9602F-7F8A-4BEB-A8A8-19D0F945E8B1}"/>
              </a:ext>
            </a:extLst>
          </p:cNvPr>
          <p:cNvCxnSpPr/>
          <p:nvPr/>
        </p:nvCxnSpPr>
        <p:spPr>
          <a:xfrm>
            <a:off x="4644008" y="5517232"/>
            <a:ext cx="1907704"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9C65184A-192E-4957-894D-6839CD2EB2E8}"/>
              </a:ext>
            </a:extLst>
          </p:cNvPr>
          <p:cNvCxnSpPr>
            <a:cxnSpLocks/>
          </p:cNvCxnSpPr>
          <p:nvPr/>
        </p:nvCxnSpPr>
        <p:spPr>
          <a:xfrm>
            <a:off x="4644008" y="2852936"/>
            <a:ext cx="2376264"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0388F1CC-0378-44F4-9AE5-F18FFDF2DC5B}"/>
              </a:ext>
            </a:extLst>
          </p:cNvPr>
          <p:cNvCxnSpPr>
            <a:cxnSpLocks/>
          </p:cNvCxnSpPr>
          <p:nvPr/>
        </p:nvCxnSpPr>
        <p:spPr>
          <a:xfrm>
            <a:off x="4499992" y="2492896"/>
            <a:ext cx="1728192"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8B6506EF-152B-4327-AA43-3A110FBA9AB2}"/>
                  </a:ext>
                </a:extLst>
              </p:cNvPr>
              <p:cNvSpPr txBox="1"/>
              <p:nvPr/>
            </p:nvSpPr>
            <p:spPr>
              <a:xfrm>
                <a:off x="6228184" y="1096484"/>
                <a:ext cx="2664296" cy="707886"/>
              </a:xfrm>
              <a:prstGeom prst="rect">
                <a:avLst/>
              </a:prstGeom>
              <a:noFill/>
            </p:spPr>
            <p:txBody>
              <a:bodyPr wrap="square" rtlCol="0">
                <a:spAutoFit/>
              </a:bodyPr>
              <a:lstStyle/>
              <a:p>
                <a14:m>
                  <m:oMath xmlns:m="http://schemas.openxmlformats.org/officeDocument/2006/math">
                    <m:r>
                      <a:rPr lang="en-US" altLang="zh-CN" sz="2000" b="0" i="1" smtClean="0">
                        <a:solidFill>
                          <a:srgbClr val="FF0000"/>
                        </a:solidFill>
                        <a:latin typeface="Cambria Math" panose="02040503050406030204" pitchFamily="18" charset="0"/>
                      </a:rPr>
                      <m:t>𝑛𝑢𝑙𝑙</m:t>
                    </m:r>
                  </m:oMath>
                </a14:m>
                <a:r>
                  <a:rPr lang="zh-CN" altLang="en-US" sz="2000" dirty="0">
                    <a:solidFill>
                      <a:srgbClr val="FF0000"/>
                    </a:solidFill>
                  </a:rPr>
                  <a:t>表示符号表的顶（</a:t>
                </a:r>
                <a:r>
                  <a:rPr lang="en-US" altLang="zh-CN" sz="2000" dirty="0">
                    <a:solidFill>
                      <a:srgbClr val="FF0000"/>
                    </a:solidFill>
                  </a:rPr>
                  <a:t>Virtual</a:t>
                </a:r>
                <a:r>
                  <a:rPr lang="zh-CN" altLang="en-US" sz="2000" dirty="0">
                    <a:solidFill>
                      <a:srgbClr val="FF0000"/>
                    </a:solidFill>
                  </a:rPr>
                  <a:t>）。</a:t>
                </a:r>
              </a:p>
            </p:txBody>
          </p:sp>
        </mc:Choice>
        <mc:Fallback xmlns="">
          <p:sp>
            <p:nvSpPr>
              <p:cNvPr id="14" name="文本框 13">
                <a:extLst>
                  <a:ext uri="{FF2B5EF4-FFF2-40B4-BE49-F238E27FC236}">
                    <a16:creationId xmlns:a16="http://schemas.microsoft.com/office/drawing/2014/main" id="{8B6506EF-152B-4327-AA43-3A110FBA9AB2}"/>
                  </a:ext>
                </a:extLst>
              </p:cNvPr>
              <p:cNvSpPr txBox="1">
                <a:spLocks noRot="1" noChangeAspect="1" noMove="1" noResize="1" noEditPoints="1" noAdjustHandles="1" noChangeArrowheads="1" noChangeShapeType="1" noTextEdit="1"/>
              </p:cNvSpPr>
              <p:nvPr/>
            </p:nvSpPr>
            <p:spPr>
              <a:xfrm>
                <a:off x="6228184" y="1096484"/>
                <a:ext cx="2664296" cy="707886"/>
              </a:xfrm>
              <a:prstGeom prst="rect">
                <a:avLst/>
              </a:prstGeom>
              <a:blipFill>
                <a:blip r:embed="rId3"/>
                <a:stretch>
                  <a:fillRect l="-2517" t="-6897" b="-15517"/>
                </a:stretch>
              </a:blipFill>
            </p:spPr>
            <p:txBody>
              <a:bodyPr/>
              <a:lstStyle/>
              <a:p>
                <a:r>
                  <a:rPr lang="zh-CN" altLang="en-US">
                    <a:noFill/>
                  </a:rPr>
                  <a:t> </a:t>
                </a:r>
              </a:p>
            </p:txBody>
          </p:sp>
        </mc:Fallback>
      </mc:AlternateContent>
      <p:cxnSp>
        <p:nvCxnSpPr>
          <p:cNvPr id="15" name="直接连接符 14">
            <a:extLst>
              <a:ext uri="{FF2B5EF4-FFF2-40B4-BE49-F238E27FC236}">
                <a16:creationId xmlns:a16="http://schemas.microsoft.com/office/drawing/2014/main" id="{09B16573-0D53-4D08-9B81-774CCBCD7B9C}"/>
              </a:ext>
            </a:extLst>
          </p:cNvPr>
          <p:cNvCxnSpPr>
            <a:cxnSpLocks/>
          </p:cNvCxnSpPr>
          <p:nvPr/>
        </p:nvCxnSpPr>
        <p:spPr>
          <a:xfrm>
            <a:off x="4391644" y="1556792"/>
            <a:ext cx="1728192"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2EB988CD-2B10-4787-9A71-4DFB701465CC}"/>
                  </a:ext>
                </a:extLst>
              </p:cNvPr>
              <p:cNvSpPr txBox="1"/>
              <p:nvPr/>
            </p:nvSpPr>
            <p:spPr>
              <a:xfrm>
                <a:off x="7236296" y="2348880"/>
                <a:ext cx="1907704" cy="769441"/>
              </a:xfrm>
              <a:prstGeom prst="rect">
                <a:avLst/>
              </a:prstGeom>
              <a:noFill/>
            </p:spPr>
            <p:txBody>
              <a:bodyPr wrap="square" rtlCol="0">
                <a:spAutoFit/>
              </a:bodyPr>
              <a:lstStyle/>
              <a:p>
                <a14:m>
                  <m:oMath xmlns:m="http://schemas.openxmlformats.org/officeDocument/2006/math">
                    <m:r>
                      <a:rPr lang="en-US" altLang="zh-CN" sz="2000" i="1" dirty="0" smtClean="0">
                        <a:solidFill>
                          <a:srgbClr val="FF0000"/>
                        </a:solidFill>
                        <a:latin typeface="Cambria Math" panose="02040503050406030204" pitchFamily="18" charset="0"/>
                      </a:rPr>
                      <m:t>𝑡𝑜𝑝</m:t>
                    </m:r>
                  </m:oMath>
                </a14:m>
                <a:r>
                  <a:rPr lang="zh-CN" altLang="en-US" sz="2000" dirty="0">
                    <a:solidFill>
                      <a:srgbClr val="FF0000"/>
                    </a:solidFill>
                  </a:rPr>
                  <a:t>代表当前的层符号表</a:t>
                </a:r>
                <a:r>
                  <a:rPr lang="zh-CN" altLang="en-US" dirty="0">
                    <a:solidFill>
                      <a:srgbClr val="FF0000"/>
                    </a:solidFill>
                  </a:rPr>
                  <a:t>。</a:t>
                </a:r>
              </a:p>
            </p:txBody>
          </p:sp>
        </mc:Choice>
        <mc:Fallback xmlns="">
          <p:sp>
            <p:nvSpPr>
              <p:cNvPr id="16" name="文本框 15">
                <a:extLst>
                  <a:ext uri="{FF2B5EF4-FFF2-40B4-BE49-F238E27FC236}">
                    <a16:creationId xmlns:a16="http://schemas.microsoft.com/office/drawing/2014/main" id="{2EB988CD-2B10-4787-9A71-4DFB701465CC}"/>
                  </a:ext>
                </a:extLst>
              </p:cNvPr>
              <p:cNvSpPr txBox="1">
                <a:spLocks noRot="1" noChangeAspect="1" noMove="1" noResize="1" noEditPoints="1" noAdjustHandles="1" noChangeArrowheads="1" noChangeShapeType="1" noTextEdit="1"/>
              </p:cNvSpPr>
              <p:nvPr/>
            </p:nvSpPr>
            <p:spPr>
              <a:xfrm>
                <a:off x="7236296" y="2348880"/>
                <a:ext cx="1907704" cy="769441"/>
              </a:xfrm>
              <a:prstGeom prst="rect">
                <a:avLst/>
              </a:prstGeom>
              <a:blipFill>
                <a:blip r:embed="rId4"/>
                <a:stretch>
                  <a:fillRect l="-3195" t="-5512" b="-1417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87126378"/>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a:extLst>
              <a:ext uri="{FF2B5EF4-FFF2-40B4-BE49-F238E27FC236}">
                <a16:creationId xmlns:a16="http://schemas.microsoft.com/office/drawing/2014/main" id="{71B674FD-B0D1-4128-AF76-CE6754A5B776}"/>
              </a:ext>
            </a:extLst>
          </p:cNvPr>
          <p:cNvPicPr>
            <a:picLocks noGrp="1" noChangeAspect="1"/>
          </p:cNvPicPr>
          <p:nvPr>
            <p:ph idx="1"/>
          </p:nvPr>
        </p:nvPicPr>
        <p:blipFill>
          <a:blip r:embed="rId2"/>
          <a:stretch>
            <a:fillRect/>
          </a:stretch>
        </p:blipFill>
        <p:spPr>
          <a:xfrm>
            <a:off x="0" y="1124744"/>
            <a:ext cx="7476831" cy="3528392"/>
          </a:xfrm>
          <a:prstGeom prst="rect">
            <a:avLst/>
          </a:prstGeom>
        </p:spPr>
      </p:pic>
      <p:pic>
        <p:nvPicPr>
          <p:cNvPr id="5" name="图片 4">
            <a:extLst>
              <a:ext uri="{FF2B5EF4-FFF2-40B4-BE49-F238E27FC236}">
                <a16:creationId xmlns:a16="http://schemas.microsoft.com/office/drawing/2014/main" id="{00DF7DE7-9AB6-4917-BFD0-D1BD3F7F001B}"/>
              </a:ext>
            </a:extLst>
          </p:cNvPr>
          <p:cNvPicPr>
            <a:picLocks noChangeAspect="1"/>
          </p:cNvPicPr>
          <p:nvPr/>
        </p:nvPicPr>
        <p:blipFill>
          <a:blip r:embed="rId3"/>
          <a:stretch>
            <a:fillRect/>
          </a:stretch>
        </p:blipFill>
        <p:spPr>
          <a:xfrm>
            <a:off x="558542" y="5661248"/>
            <a:ext cx="8261930" cy="319658"/>
          </a:xfrm>
          <a:prstGeom prst="rect">
            <a:avLst/>
          </a:prstGeom>
        </p:spPr>
      </p:pic>
      <p:sp>
        <p:nvSpPr>
          <p:cNvPr id="2" name="文本框 1">
            <a:extLst>
              <a:ext uri="{FF2B5EF4-FFF2-40B4-BE49-F238E27FC236}">
                <a16:creationId xmlns:a16="http://schemas.microsoft.com/office/drawing/2014/main" id="{D38C5734-4854-4569-B954-C6154FD1FBD2}"/>
              </a:ext>
            </a:extLst>
          </p:cNvPr>
          <p:cNvSpPr txBox="1"/>
          <p:nvPr/>
        </p:nvSpPr>
        <p:spPr>
          <a:xfrm>
            <a:off x="395536" y="3789040"/>
            <a:ext cx="2448272" cy="369332"/>
          </a:xfrm>
          <a:prstGeom prst="rect">
            <a:avLst/>
          </a:prstGeom>
          <a:noFill/>
        </p:spPr>
        <p:txBody>
          <a:bodyPr wrap="square" rtlCol="0">
            <a:spAutoFit/>
          </a:bodyPr>
          <a:lstStyle/>
          <a:p>
            <a:r>
              <a:rPr lang="zh-CN" altLang="en-US" dirty="0">
                <a:solidFill>
                  <a:srgbClr val="FF0000"/>
                </a:solidFill>
              </a:rPr>
              <a:t>在</a:t>
            </a:r>
            <a:r>
              <a:rPr lang="en-US" altLang="zh-CN" dirty="0">
                <a:solidFill>
                  <a:srgbClr val="FF0000"/>
                </a:solidFill>
              </a:rPr>
              <a:t>statement</a:t>
            </a:r>
            <a:r>
              <a:rPr lang="zh-CN" altLang="en-US" dirty="0">
                <a:solidFill>
                  <a:srgbClr val="FF0000"/>
                </a:solidFill>
              </a:rPr>
              <a:t>中使用</a:t>
            </a:r>
            <a:r>
              <a:rPr lang="en-US" altLang="zh-CN" dirty="0">
                <a:solidFill>
                  <a:srgbClr val="FF0000"/>
                </a:solidFill>
              </a:rPr>
              <a:t>id</a:t>
            </a:r>
            <a:endParaRPr lang="zh-CN" altLang="en-US" dirty="0">
              <a:solidFill>
                <a:srgbClr val="FF0000"/>
              </a:solidFill>
            </a:endParaRPr>
          </a:p>
        </p:txBody>
      </p:sp>
      <p:cxnSp>
        <p:nvCxnSpPr>
          <p:cNvPr id="6" name="直接连接符 5">
            <a:extLst>
              <a:ext uri="{FF2B5EF4-FFF2-40B4-BE49-F238E27FC236}">
                <a16:creationId xmlns:a16="http://schemas.microsoft.com/office/drawing/2014/main" id="{72E4918E-298F-4077-ADA4-A615D2B30E82}"/>
              </a:ext>
            </a:extLst>
          </p:cNvPr>
          <p:cNvCxnSpPr>
            <a:cxnSpLocks/>
          </p:cNvCxnSpPr>
          <p:nvPr/>
        </p:nvCxnSpPr>
        <p:spPr>
          <a:xfrm>
            <a:off x="4427984" y="3573016"/>
            <a:ext cx="2736304"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0D28142E-0598-4058-8871-067E81534562}"/>
              </a:ext>
            </a:extLst>
          </p:cNvPr>
          <p:cNvCxnSpPr>
            <a:cxnSpLocks/>
          </p:cNvCxnSpPr>
          <p:nvPr/>
        </p:nvCxnSpPr>
        <p:spPr>
          <a:xfrm>
            <a:off x="395536" y="3573016"/>
            <a:ext cx="2016224"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34169BB1-10E7-4EBA-8997-79DA3696CCAE}"/>
              </a:ext>
            </a:extLst>
          </p:cNvPr>
          <p:cNvCxnSpPr>
            <a:cxnSpLocks/>
          </p:cNvCxnSpPr>
          <p:nvPr/>
        </p:nvCxnSpPr>
        <p:spPr>
          <a:xfrm>
            <a:off x="1619672" y="2924944"/>
            <a:ext cx="144016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1289374"/>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4AC82760-DF59-4C69-982E-C9ADCA3A3EB9}"/>
              </a:ext>
            </a:extLst>
          </p:cNvPr>
          <p:cNvSpPr>
            <a:spLocks noGrp="1"/>
          </p:cNvSpPr>
          <p:nvPr>
            <p:ph type="ctrTitle"/>
          </p:nvPr>
        </p:nvSpPr>
        <p:spPr/>
        <p:txBody>
          <a:bodyPr/>
          <a:lstStyle/>
          <a:p>
            <a:r>
              <a:rPr lang="en-US" altLang="zh-CN" dirty="0"/>
              <a:t>6.3.1</a:t>
            </a:r>
            <a:r>
              <a:rPr lang="zh-CN" altLang="en-US" dirty="0"/>
              <a:t>  </a:t>
            </a:r>
            <a:r>
              <a:rPr lang="en-US" altLang="zh-CN" dirty="0"/>
              <a:t>Type Expressions</a:t>
            </a:r>
            <a:endParaRPr lang="zh-CN" altLang="en-US" dirty="0"/>
          </a:p>
        </p:txBody>
      </p:sp>
      <p:sp>
        <p:nvSpPr>
          <p:cNvPr id="5" name="副标题 4">
            <a:extLst>
              <a:ext uri="{FF2B5EF4-FFF2-40B4-BE49-F238E27FC236}">
                <a16:creationId xmlns:a16="http://schemas.microsoft.com/office/drawing/2014/main" id="{37AA4B8C-716D-4007-A05F-6BB82ECAA6F7}"/>
              </a:ext>
            </a:extLst>
          </p:cNvPr>
          <p:cNvSpPr>
            <a:spLocks noGrp="1"/>
          </p:cNvSpPr>
          <p:nvPr>
            <p:ph type="subTitle" idx="1"/>
          </p:nvPr>
        </p:nvSpPr>
        <p:spPr/>
        <p:txBody>
          <a:bodyPr/>
          <a:lstStyle/>
          <a:p>
            <a:pPr marL="457200" indent="-457200" algn="l">
              <a:buFont typeface="Arial" panose="020B0604020202020204" pitchFamily="34" charset="0"/>
              <a:buChar char="•"/>
            </a:pPr>
            <a:r>
              <a:rPr lang="zh-CN" altLang="en-US" dirty="0"/>
              <a:t>抽象性、通用性</a:t>
            </a:r>
            <a:endParaRPr lang="en-US" altLang="zh-CN" dirty="0"/>
          </a:p>
          <a:p>
            <a:pPr marL="457200" indent="-457200" algn="l">
              <a:buFont typeface="Arial" panose="020B0604020202020204" pitchFamily="34" charset="0"/>
              <a:buChar char="•"/>
            </a:pPr>
            <a:r>
              <a:rPr lang="zh-CN" altLang="en-US" dirty="0"/>
              <a:t>类型表达式的归纳定义</a:t>
            </a:r>
            <a:endParaRPr lang="en-US" altLang="zh-CN" dirty="0"/>
          </a:p>
          <a:p>
            <a:pPr marL="457200" indent="-457200" algn="l">
              <a:buFont typeface="Arial" panose="020B0604020202020204" pitchFamily="34" charset="0"/>
              <a:buChar char="•"/>
            </a:pPr>
            <a:r>
              <a:rPr lang="zh-CN" altLang="en-US" dirty="0"/>
              <a:t>按结构等价和按名等价</a:t>
            </a:r>
          </a:p>
        </p:txBody>
      </p:sp>
    </p:spTree>
    <p:extLst>
      <p:ext uri="{BB962C8B-B14F-4D97-AF65-F5344CB8AC3E}">
        <p14:creationId xmlns:p14="http://schemas.microsoft.com/office/powerpoint/2010/main" val="3760207232"/>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CA142120-C5BE-42ED-A9F0-813DD9D9CD82}"/>
              </a:ext>
            </a:extLst>
          </p:cNvPr>
          <p:cNvSpPr>
            <a:spLocks noGrp="1" noChangeArrowheads="1"/>
          </p:cNvSpPr>
          <p:nvPr>
            <p:ph type="title"/>
          </p:nvPr>
        </p:nvSpPr>
        <p:spPr>
          <a:xfrm>
            <a:off x="188913" y="214313"/>
            <a:ext cx="8755062" cy="693737"/>
          </a:xfrm>
        </p:spPr>
        <p:txBody>
          <a:bodyPr/>
          <a:lstStyle/>
          <a:p>
            <a:r>
              <a:rPr lang="en-US" altLang="zh-CN" dirty="0"/>
              <a:t>6.3.1</a:t>
            </a:r>
            <a:r>
              <a:rPr lang="zh-CN" altLang="en-US" dirty="0"/>
              <a:t>  </a:t>
            </a:r>
            <a:r>
              <a:rPr lang="en-US" altLang="zh-CN" dirty="0"/>
              <a:t>Type Expressions</a:t>
            </a:r>
            <a:endParaRPr lang="en-US" altLang="zh-CN" baseline="-25000" dirty="0"/>
          </a:p>
        </p:txBody>
      </p:sp>
      <p:sp>
        <p:nvSpPr>
          <p:cNvPr id="24579" name="Rectangle 3">
            <a:extLst>
              <a:ext uri="{FF2B5EF4-FFF2-40B4-BE49-F238E27FC236}">
                <a16:creationId xmlns:a16="http://schemas.microsoft.com/office/drawing/2014/main" id="{4CBA7690-EE1C-41AA-AB84-CA55B0A0BC28}"/>
              </a:ext>
            </a:extLst>
          </p:cNvPr>
          <p:cNvSpPr>
            <a:spLocks noGrp="1" noChangeArrowheads="1"/>
          </p:cNvSpPr>
          <p:nvPr>
            <p:ph type="body" idx="1"/>
          </p:nvPr>
        </p:nvSpPr>
        <p:spPr>
          <a:xfrm>
            <a:off x="250825" y="1052513"/>
            <a:ext cx="8704263" cy="5080000"/>
          </a:xfrm>
        </p:spPr>
        <p:txBody>
          <a:bodyPr/>
          <a:lstStyle/>
          <a:p>
            <a:r>
              <a:rPr lang="en-US" altLang="zh-CN" dirty="0"/>
              <a:t>a type expression is either </a:t>
            </a:r>
            <a:r>
              <a:rPr lang="en-US" altLang="zh-CN" dirty="0">
                <a:solidFill>
                  <a:srgbClr val="0070C0"/>
                </a:solidFill>
              </a:rPr>
              <a:t>a basic type </a:t>
            </a:r>
            <a:r>
              <a:rPr lang="en-US" altLang="zh-CN" dirty="0"/>
              <a:t>or is </a:t>
            </a:r>
            <a:r>
              <a:rPr lang="en-US" altLang="zh-CN" dirty="0">
                <a:solidFill>
                  <a:srgbClr val="0070C0"/>
                </a:solidFill>
              </a:rPr>
              <a:t>formed by</a:t>
            </a:r>
            <a:r>
              <a:rPr lang="en-US" altLang="zh-CN" dirty="0"/>
              <a:t> applying an operator called a </a:t>
            </a:r>
            <a:r>
              <a:rPr lang="en-US" altLang="zh-CN" dirty="0">
                <a:solidFill>
                  <a:srgbClr val="0070C0"/>
                </a:solidFill>
              </a:rPr>
              <a:t>type constructor </a:t>
            </a:r>
            <a:r>
              <a:rPr lang="en-US" altLang="zh-CN" dirty="0"/>
              <a:t>to a type expression. </a:t>
            </a:r>
          </a:p>
          <a:p>
            <a:pPr lvl="1"/>
            <a:r>
              <a:rPr lang="zh-CN" altLang="en-US" dirty="0">
                <a:solidFill>
                  <a:srgbClr val="0070C0"/>
                </a:solidFill>
              </a:rPr>
              <a:t>（基本类型和复合类型）</a:t>
            </a:r>
            <a:endParaRPr lang="en-US" altLang="zh-CN" dirty="0">
              <a:solidFill>
                <a:srgbClr val="0070C0"/>
              </a:solidFill>
            </a:endParaRPr>
          </a:p>
          <a:p>
            <a:pPr lvl="1"/>
            <a:r>
              <a:rPr lang="zh-CN" altLang="en-US" dirty="0">
                <a:solidFill>
                  <a:srgbClr val="0070C0"/>
                </a:solidFill>
              </a:rPr>
              <a:t>（类型构造子）</a:t>
            </a:r>
            <a:br>
              <a:rPr lang="en-US" altLang="zh-CN" dirty="0"/>
            </a:br>
            <a:br>
              <a:rPr lang="en-US" altLang="zh-CN" dirty="0"/>
            </a:br>
            <a:endParaRPr lang="en-US" altLang="zh-CN"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a:extLst>
              <a:ext uri="{FF2B5EF4-FFF2-40B4-BE49-F238E27FC236}">
                <a16:creationId xmlns:a16="http://schemas.microsoft.com/office/drawing/2014/main" id="{BF8A711E-AB97-402F-B7D3-AF142EADE9D5}"/>
              </a:ext>
            </a:extLst>
          </p:cNvPr>
          <p:cNvSpPr>
            <a:spLocks noGrp="1" noChangeArrowheads="1"/>
          </p:cNvSpPr>
          <p:nvPr>
            <p:ph type="title"/>
          </p:nvPr>
        </p:nvSpPr>
        <p:spPr>
          <a:xfrm>
            <a:off x="179388" y="214313"/>
            <a:ext cx="8764587" cy="622300"/>
          </a:xfrm>
        </p:spPr>
        <p:txBody>
          <a:bodyPr/>
          <a:lstStyle/>
          <a:p>
            <a:r>
              <a:rPr lang="en-US" altLang="zh-CN"/>
              <a:t>Example 6.8</a:t>
            </a:r>
            <a:r>
              <a:rPr lang="zh-CN" altLang="en-US"/>
              <a:t> </a:t>
            </a:r>
          </a:p>
        </p:txBody>
      </p:sp>
      <p:sp>
        <p:nvSpPr>
          <p:cNvPr id="25603" name="内容占位符 2">
            <a:extLst>
              <a:ext uri="{FF2B5EF4-FFF2-40B4-BE49-F238E27FC236}">
                <a16:creationId xmlns:a16="http://schemas.microsoft.com/office/drawing/2014/main" id="{8515ED4F-204E-462D-A2F7-0BB6D869CF5E}"/>
              </a:ext>
            </a:extLst>
          </p:cNvPr>
          <p:cNvSpPr>
            <a:spLocks noGrp="1" noChangeArrowheads="1"/>
          </p:cNvSpPr>
          <p:nvPr>
            <p:ph idx="1"/>
          </p:nvPr>
        </p:nvSpPr>
        <p:spPr>
          <a:xfrm>
            <a:off x="179388" y="1069975"/>
            <a:ext cx="7772400" cy="1711325"/>
          </a:xfrm>
        </p:spPr>
        <p:txBody>
          <a:bodyPr/>
          <a:lstStyle/>
          <a:p>
            <a:r>
              <a:rPr lang="en-US" altLang="zh-CN"/>
              <a:t>Array type: int[2][3]</a:t>
            </a:r>
          </a:p>
          <a:p>
            <a:pPr lvl="1"/>
            <a:r>
              <a:rPr lang="en-US" altLang="zh-CN"/>
              <a:t>“array of 2 arrays of 3 integers each"  </a:t>
            </a:r>
          </a:p>
          <a:p>
            <a:r>
              <a:rPr lang="en-US" altLang="zh-CN"/>
              <a:t>Type expression: array(2; array(3; integer))</a:t>
            </a:r>
          </a:p>
          <a:p>
            <a:endParaRPr lang="zh-CN" altLang="en-US"/>
          </a:p>
        </p:txBody>
      </p:sp>
      <p:pic>
        <p:nvPicPr>
          <p:cNvPr id="25604" name="图片 3">
            <a:extLst>
              <a:ext uri="{FF2B5EF4-FFF2-40B4-BE49-F238E27FC236}">
                <a16:creationId xmlns:a16="http://schemas.microsoft.com/office/drawing/2014/main" id="{864F6F01-8940-42A3-A703-7848832EAC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913" y="2997200"/>
            <a:ext cx="4637087" cy="204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5" name="图片 1">
            <a:extLst>
              <a:ext uri="{FF2B5EF4-FFF2-40B4-BE49-F238E27FC236}">
                <a16:creationId xmlns:a16="http://schemas.microsoft.com/office/drawing/2014/main" id="{08CE7B69-6B73-413C-93D3-C1404950A3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2988" y="5559425"/>
            <a:ext cx="6219825"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a:extLst>
              <a:ext uri="{FF2B5EF4-FFF2-40B4-BE49-F238E27FC236}">
                <a16:creationId xmlns:a16="http://schemas.microsoft.com/office/drawing/2014/main" id="{17BF0692-E02F-42FE-9CB3-A97E6A212387}"/>
              </a:ext>
            </a:extLst>
          </p:cNvPr>
          <p:cNvSpPr>
            <a:spLocks noGrp="1" noChangeArrowheads="1"/>
          </p:cNvSpPr>
          <p:nvPr>
            <p:ph type="title"/>
          </p:nvPr>
        </p:nvSpPr>
        <p:spPr>
          <a:xfrm>
            <a:off x="239713" y="214313"/>
            <a:ext cx="8704262" cy="766415"/>
          </a:xfrm>
        </p:spPr>
        <p:txBody>
          <a:bodyPr/>
          <a:lstStyle/>
          <a:p>
            <a:r>
              <a:rPr lang="en-US" altLang="zh-CN" dirty="0"/>
              <a:t>Definition of Type Expressions </a:t>
            </a:r>
            <a:br>
              <a:rPr lang="en-US" altLang="zh-CN" dirty="0"/>
            </a:br>
            <a:r>
              <a:rPr lang="zh-CN" altLang="en-US" dirty="0"/>
              <a:t>（类型表达式的归纳定义）</a:t>
            </a:r>
          </a:p>
        </p:txBody>
      </p:sp>
      <p:sp>
        <p:nvSpPr>
          <p:cNvPr id="26627" name="内容占位符 2">
            <a:extLst>
              <a:ext uri="{FF2B5EF4-FFF2-40B4-BE49-F238E27FC236}">
                <a16:creationId xmlns:a16="http://schemas.microsoft.com/office/drawing/2014/main" id="{6BBD7B32-6B2B-48C9-BC73-15FF80AAED92}"/>
              </a:ext>
            </a:extLst>
          </p:cNvPr>
          <p:cNvSpPr>
            <a:spLocks noGrp="1" noChangeArrowheads="1"/>
          </p:cNvSpPr>
          <p:nvPr>
            <p:ph idx="1"/>
          </p:nvPr>
        </p:nvSpPr>
        <p:spPr>
          <a:xfrm>
            <a:off x="250825" y="1052513"/>
            <a:ext cx="8704263" cy="5080000"/>
          </a:xfrm>
        </p:spPr>
        <p:txBody>
          <a:bodyPr/>
          <a:lstStyle/>
          <a:p>
            <a:r>
              <a:rPr lang="en-US" altLang="zh-CN" dirty="0"/>
              <a:t>A basic type is a type expression.</a:t>
            </a:r>
          </a:p>
          <a:p>
            <a:pPr lvl="1"/>
            <a:r>
              <a:rPr lang="en-US" altLang="zh-CN" dirty="0" err="1"/>
              <a:t>boolean</a:t>
            </a:r>
            <a:r>
              <a:rPr lang="en-US" altLang="zh-CN" dirty="0"/>
              <a:t>, char, integer, float, and void</a:t>
            </a:r>
          </a:p>
          <a:p>
            <a:r>
              <a:rPr lang="en-US" altLang="zh-CN" dirty="0"/>
              <a:t>A type name is a type expression.</a:t>
            </a:r>
          </a:p>
          <a:p>
            <a:pPr lvl="1"/>
            <a:r>
              <a:rPr lang="en-US" altLang="zh-CN" dirty="0"/>
              <a:t>Class name as type name</a:t>
            </a:r>
          </a:p>
          <a:p>
            <a:pPr lvl="2"/>
            <a:r>
              <a:rPr lang="en-US" altLang="zh-CN" dirty="0"/>
              <a:t>public class Node {… }</a:t>
            </a:r>
            <a:br>
              <a:rPr lang="en-US" altLang="zh-CN" dirty="0"/>
            </a:br>
            <a:r>
              <a:rPr lang="en-US" altLang="zh-CN" dirty="0"/>
              <a:t>…</a:t>
            </a:r>
            <a:br>
              <a:rPr lang="en-US" altLang="zh-CN" dirty="0"/>
            </a:br>
            <a:r>
              <a:rPr lang="en-US" altLang="zh-CN" dirty="0"/>
              <a:t>public Node n; </a:t>
            </a:r>
          </a:p>
          <a:p>
            <a:pPr lvl="1"/>
            <a:r>
              <a:rPr lang="en-US" altLang="zh-CN" dirty="0"/>
              <a:t>Names can be used to define recursive types </a:t>
            </a:r>
          </a:p>
          <a:p>
            <a:pPr lvl="2"/>
            <a:r>
              <a:rPr lang="en-US" altLang="zh-CN" dirty="0"/>
              <a:t>Pseudo code of </a:t>
            </a:r>
            <a:r>
              <a:rPr lang="en-US" altLang="zh-CN" dirty="0">
                <a:solidFill>
                  <a:srgbClr val="0070C0"/>
                </a:solidFill>
              </a:rPr>
              <a:t>a list </a:t>
            </a:r>
            <a:r>
              <a:rPr lang="en-US" altLang="zh-CN" dirty="0"/>
              <a:t>element</a:t>
            </a:r>
          </a:p>
          <a:p>
            <a:pPr lvl="3"/>
            <a:r>
              <a:rPr lang="en-US" altLang="zh-CN" dirty="0"/>
              <a:t>class Cell { int info; Cell next; … } </a:t>
            </a:r>
            <a:br>
              <a:rPr lang="en-US" altLang="zh-CN" dirty="0"/>
            </a:br>
            <a:br>
              <a:rPr lang="en-US" altLang="zh-CN" dirty="0"/>
            </a:br>
            <a:br>
              <a:rPr lang="en-US" altLang="zh-CN" dirty="0"/>
            </a:br>
            <a:br>
              <a:rPr lang="en-US" altLang="zh-CN" dirty="0"/>
            </a:br>
            <a:br>
              <a:rPr lang="en-US" altLang="zh-CN" dirty="0"/>
            </a:br>
            <a:endParaRPr lang="en-US" altLang="zh-CN" dirty="0"/>
          </a:p>
          <a:p>
            <a:endParaRPr lang="zh-CN" altLang="en-US"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a:extLst>
              <a:ext uri="{FF2B5EF4-FFF2-40B4-BE49-F238E27FC236}">
                <a16:creationId xmlns:a16="http://schemas.microsoft.com/office/drawing/2014/main" id="{C54CDC31-C285-4DB1-A05C-A1C337D99353}"/>
              </a:ext>
            </a:extLst>
          </p:cNvPr>
          <p:cNvSpPr>
            <a:spLocks noGrp="1" noChangeArrowheads="1"/>
          </p:cNvSpPr>
          <p:nvPr>
            <p:ph type="title"/>
          </p:nvPr>
        </p:nvSpPr>
        <p:spPr>
          <a:xfrm>
            <a:off x="239713" y="214313"/>
            <a:ext cx="8704262" cy="766415"/>
          </a:xfrm>
        </p:spPr>
        <p:txBody>
          <a:bodyPr/>
          <a:lstStyle/>
          <a:p>
            <a:r>
              <a:rPr lang="en-US" altLang="zh-CN" dirty="0"/>
              <a:t>Definition of Type Expressions </a:t>
            </a:r>
            <a:br>
              <a:rPr lang="en-US" altLang="zh-CN" dirty="0"/>
            </a:br>
            <a:r>
              <a:rPr lang="zh-CN" altLang="en-US" dirty="0"/>
              <a:t>（类型表达式的归纳定义</a:t>
            </a:r>
          </a:p>
        </p:txBody>
      </p:sp>
      <p:sp>
        <p:nvSpPr>
          <p:cNvPr id="31747" name="内容占位符 2">
            <a:extLst>
              <a:ext uri="{FF2B5EF4-FFF2-40B4-BE49-F238E27FC236}">
                <a16:creationId xmlns:a16="http://schemas.microsoft.com/office/drawing/2014/main" id="{82DC4A6B-7F36-47D0-9901-3D472431BED2}"/>
              </a:ext>
            </a:extLst>
          </p:cNvPr>
          <p:cNvSpPr>
            <a:spLocks noGrp="1" noChangeArrowheads="1"/>
          </p:cNvSpPr>
          <p:nvPr>
            <p:ph idx="1"/>
          </p:nvPr>
        </p:nvSpPr>
        <p:spPr>
          <a:xfrm>
            <a:off x="250825" y="1052513"/>
            <a:ext cx="8704263" cy="5080000"/>
          </a:xfrm>
        </p:spPr>
        <p:txBody>
          <a:bodyPr/>
          <a:lstStyle/>
          <a:p>
            <a:pPr>
              <a:defRPr/>
            </a:pPr>
            <a:r>
              <a:rPr lang="en-US" altLang="zh-CN" dirty="0"/>
              <a:t>Applying </a:t>
            </a:r>
            <a:r>
              <a:rPr lang="en-US" altLang="zh-CN" dirty="0">
                <a:solidFill>
                  <a:srgbClr val="0070C0"/>
                </a:solidFill>
              </a:rPr>
              <a:t>the array type constructor </a:t>
            </a:r>
            <a:r>
              <a:rPr lang="en-US" altLang="zh-CN" dirty="0"/>
              <a:t>to a number and a type expression. </a:t>
            </a:r>
          </a:p>
          <a:p>
            <a:pPr>
              <a:defRPr/>
            </a:pPr>
            <a:r>
              <a:rPr lang="en-US" altLang="zh-CN" dirty="0"/>
              <a:t>Applying </a:t>
            </a:r>
            <a:r>
              <a:rPr lang="en-US" altLang="zh-CN" dirty="0">
                <a:solidFill>
                  <a:srgbClr val="0070C0"/>
                </a:solidFill>
              </a:rPr>
              <a:t>the record type constructor </a:t>
            </a:r>
            <a:r>
              <a:rPr lang="en-US" altLang="zh-CN" dirty="0"/>
              <a:t>to the field names and their types. </a:t>
            </a:r>
          </a:p>
          <a:p>
            <a:pPr lvl="1">
              <a:defRPr/>
            </a:pPr>
            <a:r>
              <a:rPr lang="en-US" altLang="zh-CN" dirty="0"/>
              <a:t>type row = record</a:t>
            </a:r>
          </a:p>
          <a:p>
            <a:pPr>
              <a:buFont typeface="Wingdings" panose="05000000000000000000" pitchFamily="2" charset="2"/>
              <a:buNone/>
              <a:defRPr/>
            </a:pPr>
            <a:r>
              <a:rPr lang="en-US" altLang="zh-CN" dirty="0"/>
              <a:t>				</a:t>
            </a:r>
            <a:r>
              <a:rPr lang="en-US" altLang="zh-CN" sz="2400" dirty="0"/>
              <a:t>address: integer;</a:t>
            </a:r>
          </a:p>
          <a:p>
            <a:pPr>
              <a:buFont typeface="Wingdings" panose="05000000000000000000" pitchFamily="2" charset="2"/>
              <a:buNone/>
              <a:defRPr/>
            </a:pPr>
            <a:r>
              <a:rPr lang="en-US" altLang="zh-CN" sz="2400" dirty="0"/>
              <a:t>				lexeme: array[1..15] of char</a:t>
            </a:r>
          </a:p>
          <a:p>
            <a:pPr>
              <a:buFont typeface="Wingdings" panose="05000000000000000000" pitchFamily="2" charset="2"/>
              <a:buNone/>
              <a:defRPr/>
            </a:pPr>
            <a:r>
              <a:rPr lang="en-US" altLang="zh-CN" sz="2400" dirty="0"/>
              <a:t>			  end;</a:t>
            </a:r>
          </a:p>
          <a:p>
            <a:pPr>
              <a:buFont typeface="Wingdings" panose="05000000000000000000" pitchFamily="2" charset="2"/>
              <a:buNone/>
              <a:defRPr/>
            </a:pPr>
            <a:endParaRPr lang="en-US" altLang="zh-CN" sz="2400" dirty="0"/>
          </a:p>
          <a:p>
            <a:pPr marL="0" indent="0">
              <a:buFont typeface="Wingdings" panose="05000000000000000000" pitchFamily="2" charset="2"/>
              <a:buNone/>
              <a:defRPr/>
            </a:pPr>
            <a:r>
              <a:rPr lang="en-US" altLang="zh-CN" sz="2400" dirty="0"/>
              <a:t>  	record((address </a:t>
            </a:r>
            <a:r>
              <a:rPr lang="en-US" altLang="zh-CN" sz="2400" dirty="0">
                <a:sym typeface="Symbol" panose="05050102010706020507" pitchFamily="18" charset="2"/>
              </a:rPr>
              <a:t> </a:t>
            </a:r>
            <a:r>
              <a:rPr lang="en-US" altLang="zh-CN" sz="2400" dirty="0"/>
              <a:t>integer) </a:t>
            </a:r>
            <a:r>
              <a:rPr lang="en-US" altLang="zh-CN" sz="2400" dirty="0">
                <a:sym typeface="Symbol" panose="05050102010706020507" pitchFamily="18" charset="2"/>
              </a:rPr>
              <a:t> </a:t>
            </a:r>
            <a:r>
              <a:rPr lang="en-US" altLang="zh-CN" sz="2400" dirty="0"/>
              <a:t>(lexeme </a:t>
            </a:r>
            <a:r>
              <a:rPr lang="en-US" altLang="zh-CN" sz="2400" dirty="0">
                <a:sym typeface="Symbol" panose="05050102010706020507" pitchFamily="18" charset="2"/>
              </a:rPr>
              <a:t>  	</a:t>
            </a:r>
            <a:r>
              <a:rPr lang="en-US" altLang="zh-CN" sz="2400" dirty="0"/>
              <a:t>array(1..15, char)))</a:t>
            </a:r>
          </a:p>
        </p:txBody>
      </p:sp>
      <p:sp>
        <p:nvSpPr>
          <p:cNvPr id="3" name="箭头: 下 2">
            <a:extLst>
              <a:ext uri="{FF2B5EF4-FFF2-40B4-BE49-F238E27FC236}">
                <a16:creationId xmlns:a16="http://schemas.microsoft.com/office/drawing/2014/main" id="{4A0165F3-04D1-4DF7-8E54-01B24067D11F}"/>
              </a:ext>
            </a:extLst>
          </p:cNvPr>
          <p:cNvSpPr/>
          <p:nvPr/>
        </p:nvSpPr>
        <p:spPr>
          <a:xfrm>
            <a:off x="3635896" y="4869160"/>
            <a:ext cx="216024" cy="216024"/>
          </a:xfrm>
          <a:prstGeom prst="downArrow">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a:extLst>
              <a:ext uri="{FF2B5EF4-FFF2-40B4-BE49-F238E27FC236}">
                <a16:creationId xmlns:a16="http://schemas.microsoft.com/office/drawing/2014/main" id="{CF8E556F-D24C-45E4-ABFF-4BB913CE9297}"/>
              </a:ext>
            </a:extLst>
          </p:cNvPr>
          <p:cNvSpPr>
            <a:spLocks noGrp="1" noChangeArrowheads="1"/>
          </p:cNvSpPr>
          <p:nvPr>
            <p:ph type="title"/>
          </p:nvPr>
        </p:nvSpPr>
        <p:spPr>
          <a:xfrm>
            <a:off x="250825" y="214313"/>
            <a:ext cx="8693150" cy="693737"/>
          </a:xfrm>
        </p:spPr>
        <p:txBody>
          <a:bodyPr/>
          <a:lstStyle/>
          <a:p>
            <a:r>
              <a:rPr lang="en-US" altLang="zh-CN"/>
              <a:t>Definition of Type Expressions </a:t>
            </a:r>
            <a:endParaRPr lang="zh-CN" altLang="en-US"/>
          </a:p>
        </p:txBody>
      </p:sp>
      <mc:AlternateContent xmlns:mc="http://schemas.openxmlformats.org/markup-compatibility/2006" xmlns:a14="http://schemas.microsoft.com/office/drawing/2010/main">
        <mc:Choice Requires="a14">
          <p:sp>
            <p:nvSpPr>
              <p:cNvPr id="28675" name="内容占位符 2">
                <a:extLst>
                  <a:ext uri="{FF2B5EF4-FFF2-40B4-BE49-F238E27FC236}">
                    <a16:creationId xmlns:a16="http://schemas.microsoft.com/office/drawing/2014/main" id="{51988739-F55B-4244-9B2F-169BD8325592}"/>
                  </a:ext>
                </a:extLst>
              </p:cNvPr>
              <p:cNvSpPr>
                <a:spLocks noGrp="1" noChangeArrowheads="1"/>
              </p:cNvSpPr>
              <p:nvPr>
                <p:ph idx="1"/>
              </p:nvPr>
            </p:nvSpPr>
            <p:spPr>
              <a:xfrm>
                <a:off x="250825" y="1052513"/>
                <a:ext cx="8704263" cy="5080000"/>
              </a:xfrm>
            </p:spPr>
            <p:txBody>
              <a:bodyPr/>
              <a:lstStyle/>
              <a:p>
                <a:r>
                  <a:rPr lang="en-US" altLang="zh-CN" dirty="0"/>
                  <a:t>Using the type constructor </a:t>
                </a:r>
                <a14:m>
                  <m:oMath xmlns:m="http://schemas.openxmlformats.org/officeDocument/2006/math">
                    <m:r>
                      <a:rPr lang="en-US" altLang="zh-CN" b="0" i="1" smtClean="0">
                        <a:solidFill>
                          <a:srgbClr val="0070C0"/>
                        </a:solidFill>
                        <a:latin typeface="Cambria Math" panose="02040503050406030204" pitchFamily="18" charset="0"/>
                      </a:rPr>
                      <m:t>→</m:t>
                    </m:r>
                  </m:oMath>
                </a14:m>
                <a:r>
                  <a:rPr lang="en-US" altLang="zh-CN" dirty="0">
                    <a:solidFill>
                      <a:srgbClr val="0070C0"/>
                    </a:solidFill>
                  </a:rPr>
                  <a:t> for function types</a:t>
                </a:r>
                <a:r>
                  <a:rPr lang="en-US" altLang="zh-CN" dirty="0"/>
                  <a:t>. </a:t>
                </a:r>
              </a:p>
              <a:p>
                <a:pPr lvl="1"/>
                <a14:m>
                  <m:oMath xmlns:m="http://schemas.openxmlformats.org/officeDocument/2006/math">
                    <m:r>
                      <a:rPr lang="en-US" altLang="zh-CN" i="1" dirty="0" smtClean="0">
                        <a:latin typeface="Cambria Math" panose="02040503050406030204" pitchFamily="18" charset="0"/>
                      </a:rPr>
                      <m:t>𝑠</m:t>
                    </m:r>
                    <m:r>
                      <a:rPr lang="en-US" altLang="zh-CN" b="0" i="1" dirty="0" smtClean="0">
                        <a:latin typeface="Cambria Math" panose="02040503050406030204" pitchFamily="18" charset="0"/>
                      </a:rPr>
                      <m:t>→</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𝑡</m:t>
                    </m:r>
                  </m:oMath>
                </a14:m>
                <a:endParaRPr lang="en-US" altLang="zh-CN" dirty="0"/>
              </a:p>
              <a:p>
                <a:r>
                  <a:rPr lang="en-US" altLang="zh-CN" dirty="0"/>
                  <a:t>If </a:t>
                </a:r>
                <a14:m>
                  <m:oMath xmlns:m="http://schemas.openxmlformats.org/officeDocument/2006/math">
                    <m:r>
                      <a:rPr lang="en-US" altLang="zh-CN" i="1" dirty="0" smtClean="0">
                        <a:latin typeface="Cambria Math" panose="02040503050406030204" pitchFamily="18" charset="0"/>
                      </a:rPr>
                      <m:t>𝑠</m:t>
                    </m:r>
                  </m:oMath>
                </a14:m>
                <a:r>
                  <a:rPr lang="en-US" altLang="zh-CN" dirty="0"/>
                  <a:t> and </a:t>
                </a:r>
                <a14:m>
                  <m:oMath xmlns:m="http://schemas.openxmlformats.org/officeDocument/2006/math">
                    <m:r>
                      <a:rPr lang="en-US" altLang="zh-CN" i="1" dirty="0" smtClean="0">
                        <a:latin typeface="Cambria Math" panose="02040503050406030204" pitchFamily="18" charset="0"/>
                      </a:rPr>
                      <m:t>𝑡</m:t>
                    </m:r>
                  </m:oMath>
                </a14:m>
                <a:r>
                  <a:rPr lang="en-US" altLang="zh-CN" dirty="0"/>
                  <a:t> are type expressions, then their Cartesian product </a:t>
                </a:r>
                <a14:m>
                  <m:oMath xmlns:m="http://schemas.openxmlformats.org/officeDocument/2006/math">
                    <m:r>
                      <a:rPr lang="en-US" altLang="zh-CN" i="1" dirty="0" smtClean="0">
                        <a:latin typeface="Cambria Math" panose="02040503050406030204" pitchFamily="18" charset="0"/>
                      </a:rPr>
                      <m:t>𝑠</m:t>
                    </m:r>
                    <m:r>
                      <a:rPr lang="en-US" altLang="zh-CN" b="0" i="1" dirty="0" smtClean="0">
                        <a:latin typeface="Cambria Math" panose="02040503050406030204" pitchFamily="18" charset="0"/>
                      </a:rPr>
                      <m:t>∗</m:t>
                    </m:r>
                    <m:r>
                      <a:rPr lang="en-US" altLang="zh-CN" i="1" dirty="0">
                        <a:latin typeface="Cambria Math" panose="02040503050406030204" pitchFamily="18" charset="0"/>
                      </a:rPr>
                      <m:t>𝑡</m:t>
                    </m:r>
                  </m:oMath>
                </a14:m>
                <a:r>
                  <a:rPr lang="en-US" altLang="zh-CN" dirty="0"/>
                  <a:t> is a type expression.</a:t>
                </a:r>
              </a:p>
              <a:p>
                <a:pPr lvl="1"/>
                <a:r>
                  <a:rPr lang="en-US" altLang="zh-CN" dirty="0"/>
                  <a:t>to represent a list or tuple of types (e.g., for function parameters) </a:t>
                </a:r>
              </a:p>
              <a:p>
                <a:pPr lvl="2"/>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𝑆</m:t>
                        </m:r>
                      </m:e>
                      <m:sub>
                        <m:r>
                          <a:rPr lang="en-US" altLang="zh-CN" b="0" i="1" dirty="0" smtClean="0">
                            <a:latin typeface="Cambria Math" panose="02040503050406030204" pitchFamily="18" charset="0"/>
                          </a:rPr>
                          <m:t>1</m:t>
                        </m:r>
                      </m:sub>
                    </m:sSub>
                    <m:r>
                      <a:rPr lang="en-US" altLang="zh-CN" b="0" i="1" dirty="0" smtClean="0">
                        <a:latin typeface="Cambria Math" panose="02040503050406030204" pitchFamily="18" charset="0"/>
                      </a:rPr>
                      <m:t>∗</m:t>
                    </m:r>
                    <m:r>
                      <a:rPr lang="en-US" altLang="zh-CN" i="1" dirty="0">
                        <a:latin typeface="Cambria Math" panose="02040503050406030204" pitchFamily="18" charset="0"/>
                        <a:sym typeface="Symbol" panose="05050102010706020507" pitchFamily="18" charset="2"/>
                      </a:rPr>
                      <m:t> </m:t>
                    </m:r>
                    <m:sSub>
                      <m:sSubPr>
                        <m:ctrlPr>
                          <a:rPr lang="en-US" altLang="zh-CN" b="0" i="1" dirty="0" smtClean="0">
                            <a:latin typeface="Cambria Math" panose="02040503050406030204" pitchFamily="18" charset="0"/>
                          </a:rPr>
                        </m:ctrlPr>
                      </m:sSubPr>
                      <m:e>
                        <m:r>
                          <a:rPr lang="en-US" altLang="zh-CN" i="1" dirty="0">
                            <a:latin typeface="Cambria Math" panose="02040503050406030204" pitchFamily="18" charset="0"/>
                          </a:rPr>
                          <m:t>𝑆</m:t>
                        </m:r>
                      </m:e>
                      <m:sub>
                        <m:r>
                          <a:rPr lang="en-US" altLang="zh-CN" b="0" i="1" dirty="0" smtClean="0">
                            <a:latin typeface="Cambria Math" panose="02040503050406030204" pitchFamily="18" charset="0"/>
                          </a:rPr>
                          <m:t>2</m:t>
                        </m:r>
                      </m:sub>
                    </m:sSub>
                    <m:r>
                      <a:rPr lang="en-US" altLang="zh-CN" b="0" i="1" dirty="0" smtClean="0">
                        <a:latin typeface="Cambria Math" panose="02040503050406030204" pitchFamily="18" charset="0"/>
                      </a:rPr>
                      <m:t>→</m:t>
                    </m:r>
                    <m:r>
                      <a:rPr lang="en-US" altLang="zh-CN" i="1" dirty="0">
                        <a:latin typeface="Cambria Math" panose="02040503050406030204" pitchFamily="18" charset="0"/>
                      </a:rPr>
                      <m:t>𝑡</m:t>
                    </m:r>
                  </m:oMath>
                </a14:m>
                <a:r>
                  <a:rPr lang="en-US" altLang="zh-CN" dirty="0"/>
                  <a:t> (</a:t>
                </a:r>
                <a14:m>
                  <m:oMath xmlns:m="http://schemas.openxmlformats.org/officeDocument/2006/math">
                    <m:r>
                      <a:rPr lang="en-US" altLang="zh-CN" b="0" i="1" dirty="0" smtClean="0">
                        <a:latin typeface="Cambria Math" panose="02040503050406030204" pitchFamily="18" charset="0"/>
                      </a:rPr>
                      <m:t>∗</m:t>
                    </m:r>
                  </m:oMath>
                </a14:m>
                <a:r>
                  <a:rPr lang="en-US" altLang="zh-CN" dirty="0">
                    <a:solidFill>
                      <a:srgbClr val="0070C0"/>
                    </a:solidFill>
                  </a:rPr>
                  <a:t>associates to the left</a:t>
                </a:r>
                <a:r>
                  <a:rPr lang="en-US" altLang="zh-CN" dirty="0"/>
                  <a:t> and that it has </a:t>
                </a:r>
                <a:r>
                  <a:rPr lang="en-US" altLang="zh-CN" dirty="0">
                    <a:solidFill>
                      <a:srgbClr val="0070C0"/>
                    </a:solidFill>
                  </a:rPr>
                  <a:t>higher precedence</a:t>
                </a:r>
                <a:r>
                  <a:rPr lang="en-US" altLang="zh-CN" dirty="0"/>
                  <a:t> than </a:t>
                </a:r>
                <a14:m>
                  <m:oMath xmlns:m="http://schemas.openxmlformats.org/officeDocument/2006/math">
                    <m:r>
                      <a:rPr lang="en-US" altLang="zh-CN" i="1" dirty="0">
                        <a:latin typeface="Cambria Math" panose="02040503050406030204" pitchFamily="18" charset="0"/>
                      </a:rPr>
                      <m:t>→</m:t>
                    </m:r>
                  </m:oMath>
                </a14:m>
                <a:r>
                  <a:rPr lang="en-US" altLang="zh-CN" dirty="0"/>
                  <a:t> )</a:t>
                </a:r>
              </a:p>
              <a:p>
                <a:pPr lvl="2"/>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𝑆</m:t>
                        </m:r>
                      </m:e>
                      <m:sub>
                        <m:r>
                          <a:rPr lang="en-US" altLang="zh-CN" b="0" i="1" dirty="0" smtClean="0">
                            <a:latin typeface="Cambria Math" panose="02040503050406030204" pitchFamily="18" charset="0"/>
                          </a:rPr>
                          <m:t>1</m:t>
                        </m:r>
                      </m:sub>
                    </m:sSub>
                    <m:r>
                      <a:rPr lang="en-US" altLang="zh-CN" i="1" dirty="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a:latin typeface="Cambria Math" panose="02040503050406030204" pitchFamily="18" charset="0"/>
                          </a:rPr>
                          <m:t>𝑆</m:t>
                        </m:r>
                      </m:e>
                      <m:sub>
                        <m:r>
                          <a:rPr lang="en-US" altLang="zh-CN" b="0" i="1" dirty="0" smtClean="0">
                            <a:latin typeface="Cambria Math" panose="02040503050406030204" pitchFamily="18" charset="0"/>
                          </a:rPr>
                          <m:t>2</m:t>
                        </m:r>
                      </m:sub>
                    </m:sSub>
                    <m:r>
                      <a:rPr lang="en-US" altLang="zh-CN" i="1" dirty="0">
                        <a:latin typeface="Cambria Math" panose="02040503050406030204" pitchFamily="18" charset="0"/>
                      </a:rPr>
                      <m:t>→</m:t>
                    </m:r>
                    <m:r>
                      <a:rPr lang="en-US" altLang="zh-CN" i="1" dirty="0">
                        <a:latin typeface="Cambria Math" panose="02040503050406030204" pitchFamily="18" charset="0"/>
                      </a:rPr>
                      <m:t>𝑡</m:t>
                    </m:r>
                  </m:oMath>
                </a14:m>
                <a:r>
                  <a:rPr lang="en-US" altLang="zh-CN" dirty="0"/>
                  <a:t> (</a:t>
                </a:r>
                <a:r>
                  <a:rPr lang="en-US" altLang="zh-CN" dirty="0">
                    <a:solidFill>
                      <a:srgbClr val="0070C0"/>
                    </a:solidFill>
                  </a:rPr>
                  <a:t>right associative</a:t>
                </a:r>
                <a:r>
                  <a:rPr lang="en-US" altLang="zh-CN" dirty="0"/>
                  <a:t>)</a:t>
                </a:r>
              </a:p>
              <a:p>
                <a:r>
                  <a:rPr lang="en-US" altLang="zh-CN" dirty="0"/>
                  <a:t>Type expressions may contain variables whose values are type expressions. </a:t>
                </a:r>
                <a:endParaRPr lang="zh-CN" altLang="en-US" dirty="0"/>
              </a:p>
            </p:txBody>
          </p:sp>
        </mc:Choice>
        <mc:Fallback xmlns="">
          <p:sp>
            <p:nvSpPr>
              <p:cNvPr id="28675" name="内容占位符 2">
                <a:extLst>
                  <a:ext uri="{FF2B5EF4-FFF2-40B4-BE49-F238E27FC236}">
                    <a16:creationId xmlns:a16="http://schemas.microsoft.com/office/drawing/2014/main" id="{51988739-F55B-4244-9B2F-169BD8325592}"/>
                  </a:ext>
                </a:extLst>
              </p:cNvPr>
              <p:cNvSpPr>
                <a:spLocks noGrp="1" noRot="1" noChangeAspect="1" noMove="1" noResize="1" noEditPoints="1" noAdjustHandles="1" noChangeArrowheads="1" noChangeShapeType="1" noTextEdit="1"/>
              </p:cNvSpPr>
              <p:nvPr>
                <p:ph idx="1"/>
              </p:nvPr>
            </p:nvSpPr>
            <p:spPr>
              <a:xfrm>
                <a:off x="250825" y="1052513"/>
                <a:ext cx="8704263" cy="5080000"/>
              </a:xfrm>
              <a:blipFill>
                <a:blip r:embed="rId2"/>
                <a:stretch>
                  <a:fillRect l="-280" t="-1441" r="-2311"/>
                </a:stretch>
              </a:blipFill>
            </p:spPr>
            <p:txBody>
              <a:bodyPr/>
              <a:lstStyle/>
              <a:p>
                <a:r>
                  <a:rPr lang="zh-CN" altLang="en-US">
                    <a:noFill/>
                  </a:rPr>
                  <a:t> </a:t>
                </a:r>
              </a:p>
            </p:txBody>
          </p:sp>
        </mc:Fallback>
      </mc:AlternateContent>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22262CEF-D9E2-4BB4-B6E6-88D429FB5614}"/>
              </a:ext>
            </a:extLst>
          </p:cNvPr>
          <p:cNvSpPr>
            <a:spLocks noGrp="1" noChangeArrowheads="1"/>
          </p:cNvSpPr>
          <p:nvPr>
            <p:ph type="title"/>
          </p:nvPr>
        </p:nvSpPr>
        <p:spPr>
          <a:xfrm>
            <a:off x="250825" y="214313"/>
            <a:ext cx="8693150" cy="693737"/>
          </a:xfrm>
        </p:spPr>
        <p:txBody>
          <a:bodyPr/>
          <a:lstStyle/>
          <a:p>
            <a:r>
              <a:rPr lang="en-US" altLang="zh-CN"/>
              <a:t>Example</a:t>
            </a:r>
          </a:p>
        </p:txBody>
      </p:sp>
      <mc:AlternateContent xmlns:mc="http://schemas.openxmlformats.org/markup-compatibility/2006" xmlns:a14="http://schemas.microsoft.com/office/drawing/2010/main">
        <mc:Choice Requires="a14">
          <p:sp>
            <p:nvSpPr>
              <p:cNvPr id="29699" name="Rectangle 3">
                <a:extLst>
                  <a:ext uri="{FF2B5EF4-FFF2-40B4-BE49-F238E27FC236}">
                    <a16:creationId xmlns:a16="http://schemas.microsoft.com/office/drawing/2014/main" id="{EC9D9455-5929-4CEB-A52C-83BCA6CF7EFF}"/>
                  </a:ext>
                </a:extLst>
              </p:cNvPr>
              <p:cNvSpPr>
                <a:spLocks noGrp="1" noChangeArrowheads="1"/>
              </p:cNvSpPr>
              <p:nvPr>
                <p:ph type="body" idx="1"/>
              </p:nvPr>
            </p:nvSpPr>
            <p:spPr>
              <a:xfrm>
                <a:off x="250825" y="1052513"/>
                <a:ext cx="8704263" cy="5080000"/>
              </a:xfrm>
            </p:spPr>
            <p:txBody>
              <a:bodyPr/>
              <a:lstStyle/>
              <a:p>
                <a14:m>
                  <m:oMath xmlns:m="http://schemas.openxmlformats.org/officeDocument/2006/math">
                    <m:r>
                      <a:rPr lang="en-US" altLang="zh-CN" i="1" dirty="0" smtClean="0">
                        <a:latin typeface="Cambria Math" panose="02040503050406030204" pitchFamily="18" charset="0"/>
                      </a:rPr>
                      <m:t>𝑣𝑎𝑟</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𝑝</m:t>
                    </m:r>
                    <m:r>
                      <a:rPr lang="en-US" altLang="zh-CN" i="1" dirty="0" smtClean="0">
                        <a:latin typeface="Cambria Math" panose="02040503050406030204" pitchFamily="18" charset="0"/>
                      </a:rPr>
                      <m:t>: ↑</m:t>
                    </m:r>
                    <m:r>
                      <a:rPr lang="en-US" altLang="zh-CN" i="1" dirty="0">
                        <a:latin typeface="Cambria Math" panose="02040503050406030204" pitchFamily="18" charset="0"/>
                        <a:sym typeface="Symbol" panose="05050102010706020507" pitchFamily="18" charset="2"/>
                      </a:rPr>
                      <m:t>𝑟𝑜𝑤</m:t>
                    </m:r>
                  </m:oMath>
                </a14:m>
                <a:endParaRPr lang="en-US" altLang="zh-CN" dirty="0">
                  <a:sym typeface="Symbol" panose="05050102010706020507" pitchFamily="18" charset="2"/>
                </a:endParaRPr>
              </a:p>
              <a:p>
                <a:pPr lvl="1"/>
                <a14:m>
                  <m:oMath xmlns:m="http://schemas.openxmlformats.org/officeDocument/2006/math">
                    <m:r>
                      <a:rPr lang="en-US" altLang="zh-CN" i="1" dirty="0" smtClean="0">
                        <a:latin typeface="Cambria Math" panose="02040503050406030204" pitchFamily="18" charset="0"/>
                        <a:sym typeface="Symbol" panose="05050102010706020507" pitchFamily="18" charset="2"/>
                      </a:rPr>
                      <m:t>𝑝𝑜𝑖𝑛𝑡𝑒𝑟</m:t>
                    </m:r>
                    <m:r>
                      <a:rPr lang="en-US" altLang="zh-CN" i="1" dirty="0" smtClean="0">
                        <a:latin typeface="Cambria Math" panose="02040503050406030204" pitchFamily="18" charset="0"/>
                        <a:sym typeface="Symbol" panose="05050102010706020507" pitchFamily="18" charset="2"/>
                      </a:rPr>
                      <m:t>(</m:t>
                    </m:r>
                    <m:r>
                      <a:rPr lang="en-US" altLang="zh-CN" i="1" dirty="0" smtClean="0">
                        <a:latin typeface="Cambria Math" panose="02040503050406030204" pitchFamily="18" charset="0"/>
                        <a:sym typeface="Symbol" panose="05050102010706020507" pitchFamily="18" charset="2"/>
                      </a:rPr>
                      <m:t>𝑟𝑜𝑤</m:t>
                    </m:r>
                    <m:r>
                      <a:rPr lang="en-US" altLang="zh-CN" i="1" dirty="0" smtClean="0">
                        <a:latin typeface="Cambria Math" panose="02040503050406030204" pitchFamily="18" charset="0"/>
                        <a:sym typeface="Symbol" panose="05050102010706020507" pitchFamily="18" charset="2"/>
                      </a:rPr>
                      <m:t>)</m:t>
                    </m:r>
                  </m:oMath>
                </a14:m>
                <a:endParaRPr lang="en-US" altLang="zh-CN" dirty="0">
                  <a:sym typeface="Symbol" panose="05050102010706020507" pitchFamily="18" charset="2"/>
                </a:endParaRPr>
              </a:p>
              <a:p>
                <a14:m>
                  <m:oMath xmlns:m="http://schemas.openxmlformats.org/officeDocument/2006/math">
                    <m:r>
                      <a:rPr lang="en-US" altLang="zh-CN" i="1" dirty="0" smtClean="0">
                        <a:latin typeface="Cambria Math" panose="02040503050406030204" pitchFamily="18" charset="0"/>
                        <a:sym typeface="Symbol" panose="05050102010706020507" pitchFamily="18" charset="2"/>
                      </a:rPr>
                      <m:t>𝑚𝑜𝑑</m:t>
                    </m:r>
                    <m:r>
                      <a:rPr lang="en-US" altLang="zh-CN" i="1" dirty="0" smtClean="0">
                        <a:latin typeface="Cambria Math" panose="02040503050406030204" pitchFamily="18" charset="0"/>
                        <a:sym typeface="Symbol" panose="05050102010706020507" pitchFamily="18" charset="2"/>
                      </a:rPr>
                      <m:t>(</m:t>
                    </m:r>
                    <m:r>
                      <a:rPr lang="en-US" altLang="zh-CN" i="1" dirty="0" err="1">
                        <a:latin typeface="Cambria Math" panose="02040503050406030204" pitchFamily="18" charset="0"/>
                        <a:sym typeface="Symbol" panose="05050102010706020507" pitchFamily="18" charset="2"/>
                      </a:rPr>
                      <m:t>𝑖</m:t>
                    </m:r>
                    <m:r>
                      <a:rPr lang="en-US" altLang="zh-CN" i="1" dirty="0">
                        <a:latin typeface="Cambria Math" panose="02040503050406030204" pitchFamily="18" charset="0"/>
                        <a:sym typeface="Symbol" panose="05050102010706020507" pitchFamily="18" charset="2"/>
                      </a:rPr>
                      <m:t>, </m:t>
                    </m:r>
                    <m:r>
                      <a:rPr lang="en-US" altLang="zh-CN" i="1" dirty="0">
                        <a:latin typeface="Cambria Math" panose="02040503050406030204" pitchFamily="18" charset="0"/>
                        <a:sym typeface="Symbol" panose="05050102010706020507" pitchFamily="18" charset="2"/>
                      </a:rPr>
                      <m:t>𝑗</m:t>
                    </m:r>
                    <m:r>
                      <a:rPr lang="en-US" altLang="zh-CN" i="1" dirty="0">
                        <a:latin typeface="Cambria Math" panose="02040503050406030204" pitchFamily="18" charset="0"/>
                        <a:sym typeface="Symbol" panose="05050102010706020507" pitchFamily="18" charset="2"/>
                      </a:rPr>
                      <m:t>: </m:t>
                    </m:r>
                    <m:r>
                      <a:rPr lang="en-US" altLang="zh-CN" i="1" dirty="0">
                        <a:latin typeface="Cambria Math" panose="02040503050406030204" pitchFamily="18" charset="0"/>
                        <a:sym typeface="Symbol" panose="05050102010706020507" pitchFamily="18" charset="2"/>
                      </a:rPr>
                      <m:t>𝑖𝑛𝑡</m:t>
                    </m:r>
                    <m:r>
                      <a:rPr lang="en-US" altLang="zh-CN" i="1" dirty="0">
                        <a:latin typeface="Cambria Math" panose="02040503050406030204" pitchFamily="18" charset="0"/>
                        <a:sym typeface="Symbol" panose="05050102010706020507" pitchFamily="18" charset="2"/>
                      </a:rPr>
                      <m:t>): </m:t>
                    </m:r>
                    <m:r>
                      <a:rPr lang="en-US" altLang="zh-CN" i="1" dirty="0">
                        <a:latin typeface="Cambria Math" panose="02040503050406030204" pitchFamily="18" charset="0"/>
                        <a:sym typeface="Symbol" panose="05050102010706020507" pitchFamily="18" charset="2"/>
                      </a:rPr>
                      <m:t>𝑖𝑛𝑡</m:t>
                    </m:r>
                  </m:oMath>
                </a14:m>
                <a:endParaRPr lang="en-US" altLang="zh-CN" dirty="0">
                  <a:sym typeface="Symbol" panose="05050102010706020507" pitchFamily="18" charset="2"/>
                </a:endParaRPr>
              </a:p>
              <a:p>
                <a:pPr lvl="1"/>
                <a14:m>
                  <m:oMath xmlns:m="http://schemas.openxmlformats.org/officeDocument/2006/math">
                    <m:r>
                      <a:rPr lang="en-US" altLang="zh-CN" i="1" dirty="0" smtClean="0">
                        <a:latin typeface="Cambria Math" panose="02040503050406030204" pitchFamily="18" charset="0"/>
                        <a:sym typeface="Symbol" panose="05050102010706020507" pitchFamily="18" charset="2"/>
                      </a:rPr>
                      <m:t>𝑖𝑛𝑡</m:t>
                    </m:r>
                    <m:r>
                      <a:rPr lang="en-US" altLang="zh-CN" b="0" i="1" dirty="0" smtClean="0">
                        <a:latin typeface="Cambria Math" panose="02040503050406030204" pitchFamily="18" charset="0"/>
                        <a:sym typeface="Symbol" panose="05050102010706020507" pitchFamily="18" charset="2"/>
                      </a:rPr>
                      <m:t>∗</m:t>
                    </m:r>
                    <m:r>
                      <a:rPr lang="en-US" altLang="zh-CN" i="1" dirty="0" smtClean="0">
                        <a:latin typeface="Cambria Math" panose="02040503050406030204" pitchFamily="18" charset="0"/>
                        <a:sym typeface="Symbol" panose="05050102010706020507" pitchFamily="18" charset="2"/>
                      </a:rPr>
                      <m:t>𝑖𝑛𝑡</m:t>
                    </m:r>
                    <m:r>
                      <a:rPr lang="en-US" altLang="zh-CN" i="1" dirty="0">
                        <a:latin typeface="Cambria Math" panose="02040503050406030204" pitchFamily="18" charset="0"/>
                      </a:rPr>
                      <m:t>→</m:t>
                    </m:r>
                    <m:r>
                      <a:rPr lang="en-US" altLang="zh-CN" i="1" dirty="0" smtClean="0">
                        <a:latin typeface="Cambria Math" panose="02040503050406030204" pitchFamily="18" charset="0"/>
                        <a:sym typeface="Symbol" panose="05050102010706020507" pitchFamily="18" charset="2"/>
                      </a:rPr>
                      <m:t>𝑖𝑛𝑡</m:t>
                    </m:r>
                  </m:oMath>
                </a14:m>
                <a:endParaRPr lang="en-US" altLang="zh-CN" dirty="0">
                  <a:sym typeface="Symbol" panose="05050102010706020507" pitchFamily="18" charset="2"/>
                </a:endParaRPr>
              </a:p>
              <a:p>
                <a:pPr lvl="1"/>
                <a14:m>
                  <m:oMath xmlns:m="http://schemas.openxmlformats.org/officeDocument/2006/math">
                    <m:r>
                      <a:rPr lang="en-US" altLang="zh-CN" i="1" dirty="0" smtClean="0">
                        <a:latin typeface="Cambria Math" panose="02040503050406030204" pitchFamily="18" charset="0"/>
                        <a:sym typeface="Symbol" panose="05050102010706020507" pitchFamily="18" charset="2"/>
                      </a:rPr>
                      <m:t>𝑖𝑛𝑡</m:t>
                    </m:r>
                    <m:r>
                      <a:rPr lang="en-US" altLang="zh-CN" i="1" dirty="0">
                        <a:latin typeface="Cambria Math" panose="02040503050406030204" pitchFamily="18" charset="0"/>
                      </a:rPr>
                      <m:t>→</m:t>
                    </m:r>
                    <m:r>
                      <a:rPr lang="en-US" altLang="zh-CN" i="1" dirty="0" smtClean="0">
                        <a:latin typeface="Cambria Math" panose="02040503050406030204" pitchFamily="18" charset="0"/>
                        <a:sym typeface="Symbol" panose="05050102010706020507" pitchFamily="18" charset="2"/>
                      </a:rPr>
                      <m:t>𝑖𝑛𝑡</m:t>
                    </m:r>
                    <m:r>
                      <a:rPr lang="en-US" altLang="zh-CN" i="1" dirty="0">
                        <a:latin typeface="Cambria Math" panose="02040503050406030204" pitchFamily="18" charset="0"/>
                      </a:rPr>
                      <m:t>→</m:t>
                    </m:r>
                    <m:r>
                      <a:rPr lang="en-US" altLang="zh-CN" i="1" dirty="0" smtClean="0">
                        <a:latin typeface="Cambria Math" panose="02040503050406030204" pitchFamily="18" charset="0"/>
                        <a:sym typeface="Symbol" panose="05050102010706020507" pitchFamily="18" charset="2"/>
                      </a:rPr>
                      <m:t>𝑖𝑛𝑡</m:t>
                    </m:r>
                  </m:oMath>
                </a14:m>
                <a:endParaRPr lang="en-US" altLang="zh-CN" dirty="0">
                  <a:sym typeface="Symbol" panose="05050102010706020507" pitchFamily="18" charset="2"/>
                </a:endParaRPr>
              </a:p>
              <a:p>
                <a:pPr lvl="1"/>
                <a14:m>
                  <m:oMath xmlns:m="http://schemas.openxmlformats.org/officeDocument/2006/math">
                    <m:r>
                      <a:rPr lang="en-US" altLang="zh-CN" i="1" dirty="0">
                        <a:latin typeface="Cambria Math" panose="02040503050406030204" pitchFamily="18" charset="0"/>
                        <a:sym typeface="Symbol" panose="05050102010706020507" pitchFamily="18" charset="2"/>
                      </a:rPr>
                      <m:t>𝑖𝑛𝑡</m:t>
                    </m:r>
                    <m:r>
                      <a:rPr lang="en-US" altLang="zh-CN" i="1" dirty="0">
                        <a:latin typeface="Cambria Math" panose="02040503050406030204" pitchFamily="18" charset="0"/>
                      </a:rPr>
                      <m:t>→</m:t>
                    </m:r>
                    <m:r>
                      <a:rPr lang="en-US" altLang="zh-CN" b="0" i="1" dirty="0" smtClean="0">
                        <a:latin typeface="Cambria Math" panose="02040503050406030204" pitchFamily="18" charset="0"/>
                      </a:rPr>
                      <m:t>(</m:t>
                    </m:r>
                    <m:r>
                      <a:rPr lang="en-US" altLang="zh-CN" i="1" dirty="0">
                        <a:latin typeface="Cambria Math" panose="02040503050406030204" pitchFamily="18" charset="0"/>
                        <a:sym typeface="Symbol" panose="05050102010706020507" pitchFamily="18" charset="2"/>
                      </a:rPr>
                      <m:t>𝑖𝑛𝑡</m:t>
                    </m:r>
                    <m:r>
                      <a:rPr lang="en-US" altLang="zh-CN" i="1" dirty="0">
                        <a:latin typeface="Cambria Math" panose="02040503050406030204" pitchFamily="18" charset="0"/>
                      </a:rPr>
                      <m:t>→</m:t>
                    </m:r>
                    <m:r>
                      <a:rPr lang="en-US" altLang="zh-CN" i="1" dirty="0">
                        <a:latin typeface="Cambria Math" panose="02040503050406030204" pitchFamily="18" charset="0"/>
                        <a:sym typeface="Symbol" panose="05050102010706020507" pitchFamily="18" charset="2"/>
                      </a:rPr>
                      <m:t>𝑖𝑛𝑡</m:t>
                    </m:r>
                    <m:r>
                      <a:rPr lang="en-US" altLang="zh-CN" b="0" i="1" dirty="0" smtClean="0">
                        <a:latin typeface="Cambria Math" panose="02040503050406030204" pitchFamily="18" charset="0"/>
                        <a:sym typeface="Symbol" panose="05050102010706020507" pitchFamily="18" charset="2"/>
                      </a:rPr>
                      <m:t>)</m:t>
                    </m:r>
                  </m:oMath>
                </a14:m>
                <a:endParaRPr lang="en-US" altLang="zh-CN" dirty="0">
                  <a:sym typeface="Symbol" panose="05050102010706020507" pitchFamily="18" charset="2"/>
                </a:endParaRPr>
              </a:p>
            </p:txBody>
          </p:sp>
        </mc:Choice>
        <mc:Fallback xmlns="">
          <p:sp>
            <p:nvSpPr>
              <p:cNvPr id="29699" name="Rectangle 3">
                <a:extLst>
                  <a:ext uri="{FF2B5EF4-FFF2-40B4-BE49-F238E27FC236}">
                    <a16:creationId xmlns:a16="http://schemas.microsoft.com/office/drawing/2014/main" id="{EC9D9455-5929-4CEB-A52C-83BCA6CF7EFF}"/>
                  </a:ext>
                </a:extLst>
              </p:cNvPr>
              <p:cNvSpPr>
                <a:spLocks noGrp="1" noRot="1" noChangeAspect="1" noMove="1" noResize="1" noEditPoints="1" noAdjustHandles="1" noChangeArrowheads="1" noChangeShapeType="1" noTextEdit="1"/>
              </p:cNvSpPr>
              <p:nvPr>
                <p:ph type="body" idx="1"/>
              </p:nvPr>
            </p:nvSpPr>
            <p:spPr>
              <a:xfrm>
                <a:off x="250825" y="1052513"/>
                <a:ext cx="8704263" cy="5080000"/>
              </a:xfrm>
              <a:blipFill>
                <a:blip r:embed="rId2"/>
                <a:stretch>
                  <a:fillRect/>
                </a:stretch>
              </a:blipFill>
            </p:spPr>
            <p:txBody>
              <a:bodyPr/>
              <a:lstStyle/>
              <a:p>
                <a:r>
                  <a:rPr lang="zh-CN" altLang="en-US">
                    <a:noFill/>
                  </a:rPr>
                  <a:t> </a:t>
                </a:r>
              </a:p>
            </p:txBody>
          </p:sp>
        </mc:Fallback>
      </mc:AlternateContent>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4">
            <a:extLst>
              <a:ext uri="{FF2B5EF4-FFF2-40B4-BE49-F238E27FC236}">
                <a16:creationId xmlns:a16="http://schemas.microsoft.com/office/drawing/2014/main" id="{5DAB04B8-C2C4-4BB8-843C-0E5840CA2380}"/>
              </a:ext>
            </a:extLst>
          </p:cNvPr>
          <p:cNvSpPr>
            <a:spLocks noGrp="1" noChangeArrowheads="1"/>
          </p:cNvSpPr>
          <p:nvPr>
            <p:ph type="title"/>
          </p:nvPr>
        </p:nvSpPr>
        <p:spPr>
          <a:xfrm>
            <a:off x="179388" y="214313"/>
            <a:ext cx="8764587" cy="622300"/>
          </a:xfrm>
        </p:spPr>
        <p:txBody>
          <a:bodyPr/>
          <a:lstStyle/>
          <a:p>
            <a:r>
              <a:rPr lang="en-US" altLang="zh-CN"/>
              <a:t>Represent a Type Expression by a Graph</a:t>
            </a:r>
          </a:p>
        </p:txBody>
      </p:sp>
      <p:pic>
        <p:nvPicPr>
          <p:cNvPr id="30723" name="Picture 7" descr="类型表达式图">
            <a:extLst>
              <a:ext uri="{FF2B5EF4-FFF2-40B4-BE49-F238E27FC236}">
                <a16:creationId xmlns:a16="http://schemas.microsoft.com/office/drawing/2014/main" id="{4E7643A4-B2DD-4364-832D-8A1224AE5514}"/>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827088" y="2781300"/>
            <a:ext cx="6553200" cy="2986088"/>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mc:AlternateContent xmlns:mc="http://schemas.openxmlformats.org/markup-compatibility/2006" xmlns:a14="http://schemas.microsoft.com/office/drawing/2010/main">
        <mc:Choice Requires="a14">
          <p:sp>
            <p:nvSpPr>
              <p:cNvPr id="30724" name="Rectangle 8">
                <a:extLst>
                  <a:ext uri="{FF2B5EF4-FFF2-40B4-BE49-F238E27FC236}">
                    <a16:creationId xmlns:a16="http://schemas.microsoft.com/office/drawing/2014/main" id="{F2F64C85-E981-4BE1-8328-8E8D59E86FBF}"/>
                  </a:ext>
                </a:extLst>
              </p:cNvPr>
              <p:cNvSpPr>
                <a:spLocks noGrp="1" noChangeArrowheads="1"/>
              </p:cNvSpPr>
              <p:nvPr>
                <p:ph type="body" sz="half" idx="1"/>
              </p:nvPr>
            </p:nvSpPr>
            <p:spPr>
              <a:xfrm>
                <a:off x="179388" y="1200150"/>
                <a:ext cx="7772400" cy="1123950"/>
              </a:xfrm>
            </p:spPr>
            <p:txBody>
              <a:bodyPr/>
              <a:lstStyle/>
              <a:p>
                <a:r>
                  <a:rPr lang="en-US" altLang="zh-CN" dirty="0"/>
                  <a:t>function </a:t>
                </a:r>
                <a14:m>
                  <m:oMath xmlns:m="http://schemas.openxmlformats.org/officeDocument/2006/math">
                    <m:r>
                      <a:rPr lang="en-US" altLang="zh-CN" i="1" dirty="0" smtClean="0">
                        <a:latin typeface="Cambria Math" panose="02040503050406030204" pitchFamily="18" charset="0"/>
                      </a:rPr>
                      <m:t>𝑓</m:t>
                    </m:r>
                    <m:d>
                      <m:dPr>
                        <m:ctrlPr>
                          <a:rPr lang="en-US" altLang="zh-CN" i="1" dirty="0" smtClean="0">
                            <a:latin typeface="Cambria Math" panose="02040503050406030204" pitchFamily="18" charset="0"/>
                          </a:rPr>
                        </m:ctrlPr>
                      </m:dPr>
                      <m:e>
                        <m:r>
                          <a:rPr lang="en-US" altLang="zh-CN" i="1" dirty="0" smtClean="0">
                            <a:latin typeface="Cambria Math" panose="02040503050406030204" pitchFamily="18" charset="0"/>
                          </a:rPr>
                          <m:t>𝑎</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𝑏</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𝑐h𝑎𝑟</m:t>
                        </m:r>
                      </m:e>
                    </m:d>
                    <m:r>
                      <a:rPr lang="en-US" altLang="zh-CN" i="1" dirty="0" smtClean="0">
                        <a:latin typeface="Cambria Math" panose="02040503050406030204" pitchFamily="18" charset="0"/>
                      </a:rPr>
                      <m:t>:</m:t>
                    </m:r>
                    <m:r>
                      <a:rPr lang="en-US" altLang="zh-CN" b="0" i="1" dirty="0" smtClean="0">
                        <a:latin typeface="Cambria Math" panose="02040503050406030204" pitchFamily="18" charset="0"/>
                      </a:rPr>
                      <m:t>↑</m:t>
                    </m:r>
                    <m:r>
                      <a:rPr lang="en-US" altLang="zh-CN" i="1" dirty="0">
                        <a:latin typeface="Cambria Math" panose="02040503050406030204" pitchFamily="18" charset="0"/>
                        <a:sym typeface="Symbol" panose="05050102010706020507" pitchFamily="18" charset="2"/>
                      </a:rPr>
                      <m:t>𝑖𝑛𝑡𝑒𝑔𝑒𝑟</m:t>
                    </m:r>
                  </m:oMath>
                </a14:m>
                <a:endParaRPr lang="en-US" altLang="zh-CN" dirty="0">
                  <a:sym typeface="Symbol" panose="05050102010706020507" pitchFamily="18" charset="2"/>
                </a:endParaRPr>
              </a:p>
              <a:p>
                <a:pPr lvl="1"/>
                <a14:m>
                  <m:oMath xmlns:m="http://schemas.openxmlformats.org/officeDocument/2006/math">
                    <m:r>
                      <a:rPr lang="en-US" altLang="zh-CN" i="1" dirty="0" smtClean="0">
                        <a:latin typeface="Cambria Math" panose="02040503050406030204" pitchFamily="18" charset="0"/>
                        <a:sym typeface="Symbol" panose="05050102010706020507" pitchFamily="18" charset="2"/>
                      </a:rPr>
                      <m:t>𝑐h𝑎𝑟</m:t>
                    </m:r>
                    <m:r>
                      <a:rPr lang="en-US" altLang="zh-CN" i="1" dirty="0">
                        <a:latin typeface="Cambria Math" panose="02040503050406030204" pitchFamily="18" charset="0"/>
                      </a:rPr>
                      <m:t>×</m:t>
                    </m:r>
                    <m:r>
                      <a:rPr lang="en-US" altLang="zh-CN" i="1" dirty="0" smtClean="0">
                        <a:latin typeface="Cambria Math" panose="02040503050406030204" pitchFamily="18" charset="0"/>
                        <a:sym typeface="Symbol" panose="05050102010706020507" pitchFamily="18" charset="2"/>
                      </a:rPr>
                      <m:t>𝑐h𝑎𝑟</m:t>
                    </m:r>
                    <m:r>
                      <a:rPr lang="en-US" altLang="zh-CN" i="1" dirty="0">
                        <a:latin typeface="Cambria Math" panose="02040503050406030204" pitchFamily="18" charset="0"/>
                      </a:rPr>
                      <m:t>→</m:t>
                    </m:r>
                    <m:r>
                      <a:rPr lang="en-US" altLang="zh-CN" i="1" dirty="0" smtClean="0">
                        <a:latin typeface="Cambria Math" panose="02040503050406030204" pitchFamily="18" charset="0"/>
                        <a:sym typeface="Symbol" panose="05050102010706020507" pitchFamily="18" charset="2"/>
                      </a:rPr>
                      <m:t>𝑝𝑜𝑖𝑛𝑡𝑒𝑟</m:t>
                    </m:r>
                    <m:r>
                      <a:rPr lang="en-US" altLang="zh-CN" i="1" dirty="0" smtClean="0">
                        <a:latin typeface="Cambria Math" panose="02040503050406030204" pitchFamily="18" charset="0"/>
                        <a:sym typeface="Symbol" panose="05050102010706020507" pitchFamily="18" charset="2"/>
                      </a:rPr>
                      <m:t>(</m:t>
                    </m:r>
                    <m:r>
                      <a:rPr lang="en-US" altLang="zh-CN" i="1" dirty="0" smtClean="0">
                        <a:latin typeface="Cambria Math" panose="02040503050406030204" pitchFamily="18" charset="0"/>
                        <a:sym typeface="Symbol" panose="05050102010706020507" pitchFamily="18" charset="2"/>
                      </a:rPr>
                      <m:t>𝑖𝑛𝑡𝑒𝑔𝑒𝑟</m:t>
                    </m:r>
                    <m:r>
                      <a:rPr lang="en-US" altLang="zh-CN" i="1" dirty="0" smtClean="0">
                        <a:latin typeface="Cambria Math" panose="02040503050406030204" pitchFamily="18" charset="0"/>
                        <a:sym typeface="Symbol" panose="05050102010706020507" pitchFamily="18" charset="2"/>
                      </a:rPr>
                      <m:t>)</m:t>
                    </m:r>
                  </m:oMath>
                </a14:m>
                <a:endParaRPr lang="en-US" altLang="zh-CN" dirty="0">
                  <a:sym typeface="Symbol" panose="05050102010706020507" pitchFamily="18" charset="2"/>
                </a:endParaRPr>
              </a:p>
            </p:txBody>
          </p:sp>
        </mc:Choice>
        <mc:Fallback xmlns="">
          <p:sp>
            <p:nvSpPr>
              <p:cNvPr id="30724" name="Rectangle 8">
                <a:extLst>
                  <a:ext uri="{FF2B5EF4-FFF2-40B4-BE49-F238E27FC236}">
                    <a16:creationId xmlns:a16="http://schemas.microsoft.com/office/drawing/2014/main" id="{F2F64C85-E981-4BE1-8328-8E8D59E86FBF}"/>
                  </a:ext>
                </a:extLst>
              </p:cNvPr>
              <p:cNvSpPr>
                <a:spLocks noGrp="1" noRot="1" noChangeAspect="1" noMove="1" noResize="1" noEditPoints="1" noAdjustHandles="1" noChangeArrowheads="1" noChangeShapeType="1" noTextEdit="1"/>
              </p:cNvSpPr>
              <p:nvPr>
                <p:ph type="body" sz="half" idx="1"/>
              </p:nvPr>
            </p:nvSpPr>
            <p:spPr>
              <a:xfrm>
                <a:off x="179388" y="1200150"/>
                <a:ext cx="7772400" cy="1123950"/>
              </a:xfrm>
              <a:blipFill>
                <a:blip r:embed="rId3"/>
                <a:stretch>
                  <a:fillRect l="-314" t="-6522"/>
                </a:stretch>
              </a:blipFill>
            </p:spPr>
            <p:txBody>
              <a:bodyPr/>
              <a:lstStyle/>
              <a:p>
                <a:r>
                  <a:rPr lang="zh-CN" altLang="en-US">
                    <a:noFill/>
                  </a:rPr>
                  <a:t> </a:t>
                </a:r>
              </a:p>
            </p:txBody>
          </p:sp>
        </mc:Fallback>
      </mc:AlternateContent>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a:extLst>
              <a:ext uri="{FF2B5EF4-FFF2-40B4-BE49-F238E27FC236}">
                <a16:creationId xmlns:a16="http://schemas.microsoft.com/office/drawing/2014/main" id="{57288CC0-7F20-452E-992B-DEAF3FE14232}"/>
              </a:ext>
            </a:extLst>
          </p:cNvPr>
          <p:cNvSpPr>
            <a:spLocks noGrp="1" noChangeArrowheads="1"/>
          </p:cNvSpPr>
          <p:nvPr>
            <p:ph type="title"/>
          </p:nvPr>
        </p:nvSpPr>
        <p:spPr>
          <a:xfrm>
            <a:off x="250825" y="214313"/>
            <a:ext cx="8693150" cy="693737"/>
          </a:xfrm>
        </p:spPr>
        <p:txBody>
          <a:bodyPr/>
          <a:lstStyle/>
          <a:p>
            <a:r>
              <a:rPr lang="en-US" altLang="zh-CN"/>
              <a:t>6.3.3 Declarations</a:t>
            </a:r>
            <a:endParaRPr lang="zh-CN" altLang="en-US"/>
          </a:p>
        </p:txBody>
      </p:sp>
      <p:sp>
        <p:nvSpPr>
          <p:cNvPr id="33795" name="内容占位符 2">
            <a:extLst>
              <a:ext uri="{FF2B5EF4-FFF2-40B4-BE49-F238E27FC236}">
                <a16:creationId xmlns:a16="http://schemas.microsoft.com/office/drawing/2014/main" id="{F130C51B-D7B8-4089-A72C-E3F2561A5DB6}"/>
              </a:ext>
            </a:extLst>
          </p:cNvPr>
          <p:cNvSpPr>
            <a:spLocks noGrp="1" noChangeArrowheads="1"/>
          </p:cNvSpPr>
          <p:nvPr>
            <p:ph idx="1"/>
          </p:nvPr>
        </p:nvSpPr>
        <p:spPr>
          <a:xfrm>
            <a:off x="250825" y="1052513"/>
            <a:ext cx="8704263" cy="5080000"/>
          </a:xfrm>
        </p:spPr>
        <p:txBody>
          <a:bodyPr/>
          <a:lstStyle/>
          <a:p>
            <a:r>
              <a:rPr lang="zh-CN" altLang="en-US" dirty="0">
                <a:solidFill>
                  <a:srgbClr val="002060"/>
                </a:solidFill>
              </a:rPr>
              <a:t>给定产生式，供下一节使用</a:t>
            </a:r>
            <a:endParaRPr lang="en-US" altLang="zh-CN" dirty="0">
              <a:solidFill>
                <a:srgbClr val="002060"/>
              </a:solidFill>
            </a:endParaRPr>
          </a:p>
          <a:p>
            <a:r>
              <a:rPr lang="en-US" altLang="zh-CN" dirty="0"/>
              <a:t>D -&gt; T id ; D | </a:t>
            </a:r>
            <a:r>
              <a:rPr lang="en-US" altLang="zh-CN" dirty="0">
                <a:sym typeface="Symbol" panose="05050102010706020507" pitchFamily="18" charset="2"/>
              </a:rPr>
              <a:t></a:t>
            </a:r>
            <a:br>
              <a:rPr lang="en-US" altLang="zh-CN" dirty="0"/>
            </a:br>
            <a:r>
              <a:rPr lang="en-US" altLang="zh-CN" dirty="0"/>
              <a:t>T -&gt; B C | record ’{’ D ’}’</a:t>
            </a:r>
            <a:br>
              <a:rPr lang="en-US" altLang="zh-CN" dirty="0"/>
            </a:br>
            <a:r>
              <a:rPr lang="en-US" altLang="zh-CN" dirty="0"/>
              <a:t>B -&gt; int | float</a:t>
            </a:r>
            <a:br>
              <a:rPr lang="en-US" altLang="zh-CN" dirty="0"/>
            </a:br>
            <a:r>
              <a:rPr lang="en-US" altLang="zh-CN" dirty="0"/>
              <a:t>C -&gt; </a:t>
            </a:r>
            <a:r>
              <a:rPr lang="en-US" altLang="zh-CN" dirty="0">
                <a:sym typeface="Symbol" panose="05050102010706020507" pitchFamily="18" charset="2"/>
              </a:rPr>
              <a:t> |</a:t>
            </a:r>
            <a:r>
              <a:rPr lang="en-US" altLang="zh-CN" dirty="0"/>
              <a:t> [ num ] C </a:t>
            </a:r>
            <a:br>
              <a:rPr lang="en-US" altLang="zh-CN" dirty="0"/>
            </a:br>
            <a:endParaRPr lang="zh-CN" altLang="en-US" dirty="0"/>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62E27A-6DBC-4F73-A999-847A9F430FA0}"/>
              </a:ext>
            </a:extLst>
          </p:cNvPr>
          <p:cNvSpPr>
            <a:spLocks noGrp="1"/>
          </p:cNvSpPr>
          <p:nvPr>
            <p:ph type="title"/>
          </p:nvPr>
        </p:nvSpPr>
        <p:spPr/>
        <p:txBody>
          <a:bodyPr/>
          <a:lstStyle/>
          <a:p>
            <a:r>
              <a:rPr lang="en-US" altLang="zh-CN" dirty="0"/>
              <a:t>6.3.4 Storage Layout for Local Names</a:t>
            </a:r>
            <a:r>
              <a:rPr lang="en-US" altLang="zh-CN" sz="2000" dirty="0"/>
              <a:t>(Example 6.9)</a:t>
            </a:r>
            <a:br>
              <a:rPr lang="en-US" altLang="zh-CN" sz="2000" dirty="0"/>
            </a:br>
            <a:r>
              <a:rPr lang="zh-CN" altLang="en-US" sz="2000" dirty="0">
                <a:solidFill>
                  <a:srgbClr val="FF0000"/>
                </a:solidFill>
              </a:rPr>
              <a:t>计算一个类型所占的存储空间</a:t>
            </a:r>
            <a:endParaRPr lang="zh-CN" altLang="en-US" sz="2000"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80A36F59-AD52-4494-B281-EDE50A80F5FC}"/>
                  </a:ext>
                </a:extLst>
              </p:cNvPr>
              <p:cNvSpPr>
                <a:spLocks noGrp="1"/>
              </p:cNvSpPr>
              <p:nvPr>
                <p:ph idx="1"/>
              </p:nvPr>
            </p:nvSpPr>
            <p:spPr/>
            <p:txBody>
              <a:bodyPr/>
              <a:lstStyle/>
              <a:p>
                <a14:m>
                  <m:oMath xmlns:m="http://schemas.openxmlformats.org/officeDocument/2006/math">
                    <m:r>
                      <a:rPr lang="en-US" altLang="zh-CN" sz="1800" i="1" dirty="0" smtClean="0">
                        <a:latin typeface="Cambria Math" panose="02040503050406030204" pitchFamily="18" charset="0"/>
                      </a:rPr>
                      <m:t> </m:t>
                    </m:r>
                    <m:r>
                      <a:rPr lang="en-US" altLang="zh-CN" sz="1800" i="1" dirty="0" smtClean="0">
                        <a:latin typeface="Cambria Math" panose="02040503050406030204" pitchFamily="18" charset="0"/>
                      </a:rPr>
                      <m:t>𝑖𝑛𝑡</m:t>
                    </m:r>
                    <m:r>
                      <a:rPr lang="en-US" altLang="zh-CN" sz="1800" i="1" dirty="0" smtClean="0">
                        <a:latin typeface="Cambria Math" panose="02040503050406030204" pitchFamily="18" charset="0"/>
                      </a:rPr>
                      <m:t>[2][3]</m:t>
                    </m:r>
                  </m:oMath>
                </a14:m>
                <a:endParaRPr lang="zh-CN" altLang="en-US" sz="1800" dirty="0"/>
              </a:p>
            </p:txBody>
          </p:sp>
        </mc:Choice>
        <mc:Fallback xmlns="">
          <p:sp>
            <p:nvSpPr>
              <p:cNvPr id="3" name="内容占位符 2">
                <a:extLst>
                  <a:ext uri="{FF2B5EF4-FFF2-40B4-BE49-F238E27FC236}">
                    <a16:creationId xmlns:a16="http://schemas.microsoft.com/office/drawing/2014/main" id="{80A36F59-AD52-4494-B281-EDE50A80F5FC}"/>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zh-CN" altLang="en-US">
                    <a:noFill/>
                  </a:rPr>
                  <a:t> </a:t>
                </a:r>
              </a:p>
            </p:txBody>
          </p:sp>
        </mc:Fallback>
      </mc:AlternateContent>
      <p:grpSp>
        <p:nvGrpSpPr>
          <p:cNvPr id="4" name="组合 75">
            <a:extLst>
              <a:ext uri="{FF2B5EF4-FFF2-40B4-BE49-F238E27FC236}">
                <a16:creationId xmlns:a16="http://schemas.microsoft.com/office/drawing/2014/main" id="{852F15A1-3FC0-4670-B6E2-AFCA55A9114A}"/>
              </a:ext>
            </a:extLst>
          </p:cNvPr>
          <p:cNvGrpSpPr>
            <a:grpSpLocks/>
          </p:cNvGrpSpPr>
          <p:nvPr/>
        </p:nvGrpSpPr>
        <p:grpSpPr bwMode="auto">
          <a:xfrm>
            <a:off x="166556" y="1196752"/>
            <a:ext cx="8977445" cy="3886692"/>
            <a:chOff x="305057" y="2448475"/>
            <a:chExt cx="8976315" cy="3886455"/>
          </a:xfrm>
        </p:grpSpPr>
        <mc:AlternateContent xmlns:mc="http://schemas.openxmlformats.org/markup-compatibility/2006" xmlns:a14="http://schemas.microsoft.com/office/drawing/2010/main">
          <mc:Choice Requires="a14">
            <p:sp>
              <p:nvSpPr>
                <p:cNvPr id="5" name="文本框 19">
                  <a:extLst>
                    <a:ext uri="{FF2B5EF4-FFF2-40B4-BE49-F238E27FC236}">
                      <a16:creationId xmlns:a16="http://schemas.microsoft.com/office/drawing/2014/main" id="{2F2CA0CF-28C8-4400-9697-4C6525EBA20B}"/>
                    </a:ext>
                  </a:extLst>
                </p:cNvPr>
                <p:cNvSpPr txBox="1">
                  <a:spLocks noChangeArrowheads="1"/>
                </p:cNvSpPr>
                <p:nvPr/>
              </p:nvSpPr>
              <p:spPr bwMode="auto">
                <a:xfrm>
                  <a:off x="923261" y="4150821"/>
                  <a:ext cx="402735" cy="36930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14:m>
                    <m:oMathPara xmlns:m="http://schemas.openxmlformats.org/officeDocument/2006/math">
                      <m:oMathParaPr>
                        <m:jc m:val="centerGroup"/>
                      </m:oMathParaPr>
                      <m:oMath xmlns:m="http://schemas.openxmlformats.org/officeDocument/2006/math">
                        <m:r>
                          <a:rPr lang="en-US" altLang="zh-CN" sz="1800" i="1" dirty="0" smtClean="0">
                            <a:latin typeface="Cambria Math" panose="02040503050406030204" pitchFamily="18" charset="0"/>
                          </a:rPr>
                          <m:t>[</m:t>
                        </m:r>
                      </m:oMath>
                    </m:oMathPara>
                  </a14:m>
                  <a:endParaRPr lang="zh-CN" altLang="en-US" sz="1800" dirty="0"/>
                </a:p>
              </p:txBody>
            </p:sp>
          </mc:Choice>
          <mc:Fallback xmlns="">
            <p:sp>
              <p:nvSpPr>
                <p:cNvPr id="5" name="文本框 19">
                  <a:extLst>
                    <a:ext uri="{FF2B5EF4-FFF2-40B4-BE49-F238E27FC236}">
                      <a16:creationId xmlns:a16="http://schemas.microsoft.com/office/drawing/2014/main" id="{2F2CA0CF-28C8-4400-9697-4C6525EBA20B}"/>
                    </a:ext>
                  </a:extLst>
                </p:cNvPr>
                <p:cNvSpPr txBox="1">
                  <a:spLocks noRot="1" noChangeAspect="1" noMove="1" noResize="1" noEditPoints="1" noAdjustHandles="1" noChangeArrowheads="1" noChangeShapeType="1" noTextEdit="1"/>
                </p:cNvSpPr>
                <p:nvPr/>
              </p:nvSpPr>
              <p:spPr bwMode="auto">
                <a:xfrm>
                  <a:off x="923261" y="4150821"/>
                  <a:ext cx="402735" cy="369309"/>
                </a:xfrm>
                <a:prstGeom prst="rect">
                  <a:avLst/>
                </a:prstGeom>
                <a:blipFill>
                  <a:blip r:embed="rId4"/>
                  <a:stretch>
                    <a:fillRect b="-200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25">
                  <a:extLst>
                    <a:ext uri="{FF2B5EF4-FFF2-40B4-BE49-F238E27FC236}">
                      <a16:creationId xmlns:a16="http://schemas.microsoft.com/office/drawing/2014/main" id="{D8070939-0B6E-4B5C-9F01-30C39EAF727E}"/>
                    </a:ext>
                  </a:extLst>
                </p:cNvPr>
                <p:cNvSpPr txBox="1">
                  <a:spLocks noChangeArrowheads="1"/>
                </p:cNvSpPr>
                <p:nvPr/>
              </p:nvSpPr>
              <p:spPr bwMode="auto">
                <a:xfrm>
                  <a:off x="2627777" y="2448475"/>
                  <a:ext cx="360074" cy="36927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14:m>
                    <m:oMathPara xmlns:m="http://schemas.openxmlformats.org/officeDocument/2006/math">
                      <m:oMathParaPr>
                        <m:jc m:val="centerGroup"/>
                      </m:oMathParaPr>
                      <m:oMath xmlns:m="http://schemas.openxmlformats.org/officeDocument/2006/math">
                        <m:r>
                          <a:rPr lang="en-US" altLang="zh-CN" sz="1800" i="1" dirty="0" smtClean="0">
                            <a:latin typeface="Cambria Math" panose="02040503050406030204" pitchFamily="18" charset="0"/>
                          </a:rPr>
                          <m:t>𝑇</m:t>
                        </m:r>
                      </m:oMath>
                    </m:oMathPara>
                  </a14:m>
                  <a:endParaRPr lang="zh-CN" altLang="en-US" sz="1800" dirty="0"/>
                </a:p>
              </p:txBody>
            </p:sp>
          </mc:Choice>
          <mc:Fallback xmlns="">
            <p:sp>
              <p:nvSpPr>
                <p:cNvPr id="8" name="文本框 25">
                  <a:extLst>
                    <a:ext uri="{FF2B5EF4-FFF2-40B4-BE49-F238E27FC236}">
                      <a16:creationId xmlns:a16="http://schemas.microsoft.com/office/drawing/2014/main" id="{D8070939-0B6E-4B5C-9F01-30C39EAF727E}"/>
                    </a:ext>
                  </a:extLst>
                </p:cNvPr>
                <p:cNvSpPr txBox="1">
                  <a:spLocks noRot="1" noChangeAspect="1" noMove="1" noResize="1" noEditPoints="1" noAdjustHandles="1" noChangeArrowheads="1" noChangeShapeType="1" noTextEdit="1"/>
                </p:cNvSpPr>
                <p:nvPr/>
              </p:nvSpPr>
              <p:spPr bwMode="auto">
                <a:xfrm>
                  <a:off x="2627777" y="2448475"/>
                  <a:ext cx="360074" cy="369279"/>
                </a:xfrm>
                <a:prstGeom prst="rect">
                  <a:avLst/>
                </a:prstGeom>
                <a:blipFill>
                  <a:blip r:embed="rId5"/>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cxnSp>
          <p:nvCxnSpPr>
            <p:cNvPr id="9" name="直接箭头连接符 8">
              <a:extLst>
                <a:ext uri="{FF2B5EF4-FFF2-40B4-BE49-F238E27FC236}">
                  <a16:creationId xmlns:a16="http://schemas.microsoft.com/office/drawing/2014/main" id="{D97F4B87-EADD-4AD1-8DD4-0C66ED8C4EDF}"/>
                </a:ext>
              </a:extLst>
            </p:cNvPr>
            <p:cNvCxnSpPr>
              <a:cxnSpLocks/>
              <a:stCxn id="8" idx="2"/>
              <a:endCxn id="11" idx="0"/>
            </p:cNvCxnSpPr>
            <p:nvPr/>
          </p:nvCxnSpPr>
          <p:spPr bwMode="auto">
            <a:xfrm flipH="1">
              <a:off x="806437" y="2817754"/>
              <a:ext cx="2001377" cy="34058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文本框 25">
                  <a:extLst>
                    <a:ext uri="{FF2B5EF4-FFF2-40B4-BE49-F238E27FC236}">
                      <a16:creationId xmlns:a16="http://schemas.microsoft.com/office/drawing/2014/main" id="{D124B72C-B2D4-47C1-AC76-E0955FC3A185}"/>
                    </a:ext>
                  </a:extLst>
                </p:cNvPr>
                <p:cNvSpPr txBox="1">
                  <a:spLocks noChangeArrowheads="1"/>
                </p:cNvSpPr>
                <p:nvPr/>
              </p:nvSpPr>
              <p:spPr bwMode="auto">
                <a:xfrm>
                  <a:off x="4328619" y="3168511"/>
                  <a:ext cx="360074" cy="36927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14:m>
                    <m:oMathPara xmlns:m="http://schemas.openxmlformats.org/officeDocument/2006/math">
                      <m:oMathParaPr>
                        <m:jc m:val="centerGroup"/>
                      </m:oMathParaPr>
                      <m:oMath xmlns:m="http://schemas.openxmlformats.org/officeDocument/2006/math">
                        <m:r>
                          <a:rPr lang="en-US" altLang="zh-CN" sz="1800" i="1" dirty="0" smtClean="0">
                            <a:latin typeface="Cambria Math" panose="02040503050406030204" pitchFamily="18" charset="0"/>
                          </a:rPr>
                          <m:t>𝐶</m:t>
                        </m:r>
                      </m:oMath>
                    </m:oMathPara>
                  </a14:m>
                  <a:endParaRPr lang="zh-CN" altLang="en-US" sz="1800" dirty="0"/>
                </a:p>
              </p:txBody>
            </p:sp>
          </mc:Choice>
          <mc:Fallback xmlns="">
            <p:sp>
              <p:nvSpPr>
                <p:cNvPr id="10" name="文本框 25">
                  <a:extLst>
                    <a:ext uri="{FF2B5EF4-FFF2-40B4-BE49-F238E27FC236}">
                      <a16:creationId xmlns:a16="http://schemas.microsoft.com/office/drawing/2014/main" id="{D124B72C-B2D4-47C1-AC76-E0955FC3A185}"/>
                    </a:ext>
                  </a:extLst>
                </p:cNvPr>
                <p:cNvSpPr txBox="1">
                  <a:spLocks noRot="1" noChangeAspect="1" noMove="1" noResize="1" noEditPoints="1" noAdjustHandles="1" noChangeArrowheads="1" noChangeShapeType="1" noTextEdit="1"/>
                </p:cNvSpPr>
                <p:nvPr/>
              </p:nvSpPr>
              <p:spPr bwMode="auto">
                <a:xfrm>
                  <a:off x="4328619" y="3168511"/>
                  <a:ext cx="360074" cy="369279"/>
                </a:xfrm>
                <a:prstGeom prst="rect">
                  <a:avLst/>
                </a:prstGeom>
                <a:blipFill>
                  <a:blip r:embed="rId6"/>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25">
                  <a:extLst>
                    <a:ext uri="{FF2B5EF4-FFF2-40B4-BE49-F238E27FC236}">
                      <a16:creationId xmlns:a16="http://schemas.microsoft.com/office/drawing/2014/main" id="{C58111C0-8C8A-48C0-A008-02E3A1969526}"/>
                    </a:ext>
                  </a:extLst>
                </p:cNvPr>
                <p:cNvSpPr txBox="1">
                  <a:spLocks noChangeArrowheads="1"/>
                </p:cNvSpPr>
                <p:nvPr/>
              </p:nvSpPr>
              <p:spPr bwMode="auto">
                <a:xfrm>
                  <a:off x="574874" y="3158337"/>
                  <a:ext cx="463126" cy="36933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14:m>
                    <m:oMathPara xmlns:m="http://schemas.openxmlformats.org/officeDocument/2006/math">
                      <m:oMathParaPr>
                        <m:jc m:val="centerGroup"/>
                      </m:oMathParaPr>
                      <m:oMath xmlns:m="http://schemas.openxmlformats.org/officeDocument/2006/math">
                        <m:r>
                          <a:rPr lang="en-US" altLang="zh-CN" sz="1800" i="1" dirty="0" smtClean="0">
                            <a:latin typeface="Cambria Math" panose="02040503050406030204" pitchFamily="18" charset="0"/>
                          </a:rPr>
                          <m:t>𝐵</m:t>
                        </m:r>
                      </m:oMath>
                    </m:oMathPara>
                  </a14:m>
                  <a:endParaRPr lang="zh-CN" altLang="en-US" sz="1800" dirty="0"/>
                </a:p>
              </p:txBody>
            </p:sp>
          </mc:Choice>
          <mc:Fallback xmlns="">
            <p:sp>
              <p:nvSpPr>
                <p:cNvPr id="11" name="文本框 25">
                  <a:extLst>
                    <a:ext uri="{FF2B5EF4-FFF2-40B4-BE49-F238E27FC236}">
                      <a16:creationId xmlns:a16="http://schemas.microsoft.com/office/drawing/2014/main" id="{C58111C0-8C8A-48C0-A008-02E3A1969526}"/>
                    </a:ext>
                  </a:extLst>
                </p:cNvPr>
                <p:cNvSpPr txBox="1">
                  <a:spLocks noRot="1" noChangeAspect="1" noMove="1" noResize="1" noEditPoints="1" noAdjustHandles="1" noChangeArrowheads="1" noChangeShapeType="1" noTextEdit="1"/>
                </p:cNvSpPr>
                <p:nvPr/>
              </p:nvSpPr>
              <p:spPr bwMode="auto">
                <a:xfrm>
                  <a:off x="574874" y="3158337"/>
                  <a:ext cx="463126" cy="369332"/>
                </a:xfrm>
                <a:prstGeom prst="rect">
                  <a:avLst/>
                </a:prstGeom>
                <a:blipFill>
                  <a:blip r:embed="rId7"/>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cxnSp>
          <p:nvCxnSpPr>
            <p:cNvPr id="12" name="直接箭头连接符 11">
              <a:extLst>
                <a:ext uri="{FF2B5EF4-FFF2-40B4-BE49-F238E27FC236}">
                  <a16:creationId xmlns:a16="http://schemas.microsoft.com/office/drawing/2014/main" id="{2C4653C8-3D6C-4847-8764-45B754F6E332}"/>
                </a:ext>
              </a:extLst>
            </p:cNvPr>
            <p:cNvCxnSpPr>
              <a:cxnSpLocks/>
              <a:stCxn id="8" idx="2"/>
              <a:endCxn id="10" idx="0"/>
            </p:cNvCxnSpPr>
            <p:nvPr/>
          </p:nvCxnSpPr>
          <p:spPr bwMode="auto">
            <a:xfrm>
              <a:off x="2807814" y="2817754"/>
              <a:ext cx="1700842" cy="35075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文本框 19">
                  <a:extLst>
                    <a:ext uri="{FF2B5EF4-FFF2-40B4-BE49-F238E27FC236}">
                      <a16:creationId xmlns:a16="http://schemas.microsoft.com/office/drawing/2014/main" id="{536A60B9-814E-4FF9-8334-D3518D67B6C7}"/>
                    </a:ext>
                  </a:extLst>
                </p:cNvPr>
                <p:cNvSpPr txBox="1">
                  <a:spLocks noChangeArrowheads="1"/>
                </p:cNvSpPr>
                <p:nvPr/>
              </p:nvSpPr>
              <p:spPr bwMode="auto">
                <a:xfrm>
                  <a:off x="1472416" y="4150821"/>
                  <a:ext cx="645569" cy="36930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9pPr>
                </a:lstStyle>
                <a:p>
                  <a:pPr>
                    <a:spcBef>
                      <a:spcPct val="0"/>
                    </a:spcBef>
                    <a:buClrTx/>
                    <a:buSzTx/>
                    <a:buFont typeface="Wingdings" panose="05000000000000000000" pitchFamily="2" charset="2"/>
                    <a:buNone/>
                  </a:pPr>
                  <a14:m>
                    <m:oMathPara xmlns:m="http://schemas.openxmlformats.org/officeDocument/2006/math">
                      <m:oMathParaPr>
                        <m:jc m:val="centerGroup"/>
                      </m:oMathParaPr>
                      <m:oMath xmlns:m="http://schemas.openxmlformats.org/officeDocument/2006/math">
                        <m:r>
                          <a:rPr lang="en-US" altLang="zh-CN" sz="1800" i="1" dirty="0" smtClean="0">
                            <a:latin typeface="Cambria Math" panose="02040503050406030204" pitchFamily="18" charset="0"/>
                          </a:rPr>
                          <m:t>𝑛𝑢𝑚</m:t>
                        </m:r>
                      </m:oMath>
                    </m:oMathPara>
                  </a14:m>
                  <a:endParaRPr lang="zh-CN" altLang="en-US" sz="1800" dirty="0"/>
                </a:p>
              </p:txBody>
            </p:sp>
          </mc:Choice>
          <mc:Fallback xmlns="">
            <p:sp>
              <p:nvSpPr>
                <p:cNvPr id="13" name="文本框 19">
                  <a:extLst>
                    <a:ext uri="{FF2B5EF4-FFF2-40B4-BE49-F238E27FC236}">
                      <a16:creationId xmlns:a16="http://schemas.microsoft.com/office/drawing/2014/main" id="{536A60B9-814E-4FF9-8334-D3518D67B6C7}"/>
                    </a:ext>
                  </a:extLst>
                </p:cNvPr>
                <p:cNvSpPr txBox="1">
                  <a:spLocks noRot="1" noChangeAspect="1" noMove="1" noResize="1" noEditPoints="1" noAdjustHandles="1" noChangeArrowheads="1" noChangeShapeType="1" noTextEdit="1"/>
                </p:cNvSpPr>
                <p:nvPr/>
              </p:nvSpPr>
              <p:spPr bwMode="auto">
                <a:xfrm>
                  <a:off x="1472416" y="4150821"/>
                  <a:ext cx="645569" cy="369309"/>
                </a:xfrm>
                <a:prstGeom prst="rect">
                  <a:avLst/>
                </a:prstGeom>
                <a:blipFill>
                  <a:blip r:embed="rId8"/>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9">
                  <a:extLst>
                    <a:ext uri="{FF2B5EF4-FFF2-40B4-BE49-F238E27FC236}">
                      <a16:creationId xmlns:a16="http://schemas.microsoft.com/office/drawing/2014/main" id="{6464EFD4-73D2-4ADC-A35C-4198BF1FE6DD}"/>
                    </a:ext>
                  </a:extLst>
                </p:cNvPr>
                <p:cNvSpPr txBox="1">
                  <a:spLocks noChangeArrowheads="1"/>
                </p:cNvSpPr>
                <p:nvPr/>
              </p:nvSpPr>
              <p:spPr bwMode="auto">
                <a:xfrm>
                  <a:off x="2147243" y="4150821"/>
                  <a:ext cx="402735" cy="36930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9pPr>
                </a:lstStyle>
                <a:p>
                  <a:pPr>
                    <a:spcBef>
                      <a:spcPct val="0"/>
                    </a:spcBef>
                    <a:buClrTx/>
                    <a:buSzTx/>
                    <a:buFont typeface="Wingdings" panose="05000000000000000000" pitchFamily="2" charset="2"/>
                    <a:buNone/>
                  </a:pPr>
                  <a:r>
                    <a:rPr lang="en-US" altLang="zh-CN" sz="1800" dirty="0"/>
                    <a:t> </a:t>
                  </a:r>
                  <a14:m>
                    <m:oMath xmlns:m="http://schemas.openxmlformats.org/officeDocument/2006/math">
                      <m:r>
                        <a:rPr lang="en-US" altLang="zh-CN" sz="1800" i="1" dirty="0" smtClean="0">
                          <a:latin typeface="Cambria Math" panose="02040503050406030204" pitchFamily="18" charset="0"/>
                        </a:rPr>
                        <m:t>]</m:t>
                      </m:r>
                    </m:oMath>
                  </a14:m>
                  <a:endParaRPr lang="zh-CN" altLang="en-US" sz="1800" dirty="0"/>
                </a:p>
              </p:txBody>
            </p:sp>
          </mc:Choice>
          <mc:Fallback xmlns="">
            <p:sp>
              <p:nvSpPr>
                <p:cNvPr id="14" name="文本框 19">
                  <a:extLst>
                    <a:ext uri="{FF2B5EF4-FFF2-40B4-BE49-F238E27FC236}">
                      <a16:creationId xmlns:a16="http://schemas.microsoft.com/office/drawing/2014/main" id="{6464EFD4-73D2-4ADC-A35C-4198BF1FE6DD}"/>
                    </a:ext>
                  </a:extLst>
                </p:cNvPr>
                <p:cNvSpPr txBox="1">
                  <a:spLocks noRot="1" noChangeAspect="1" noMove="1" noResize="1" noEditPoints="1" noAdjustHandles="1" noChangeArrowheads="1" noChangeShapeType="1" noTextEdit="1"/>
                </p:cNvSpPr>
                <p:nvPr/>
              </p:nvSpPr>
              <p:spPr bwMode="auto">
                <a:xfrm>
                  <a:off x="2147243" y="4150821"/>
                  <a:ext cx="402735" cy="369309"/>
                </a:xfrm>
                <a:prstGeom prst="rect">
                  <a:avLst/>
                </a:prstGeom>
                <a:blipFill>
                  <a:blip r:embed="rId9"/>
                  <a:stretch>
                    <a:fillRect b="-200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9">
                  <a:extLst>
                    <a:ext uri="{FF2B5EF4-FFF2-40B4-BE49-F238E27FC236}">
                      <a16:creationId xmlns:a16="http://schemas.microsoft.com/office/drawing/2014/main" id="{24CFDA29-689A-4DA8-9207-94FF8969E7FD}"/>
                    </a:ext>
                  </a:extLst>
                </p:cNvPr>
                <p:cNvSpPr txBox="1">
                  <a:spLocks noChangeArrowheads="1"/>
                </p:cNvSpPr>
                <p:nvPr/>
              </p:nvSpPr>
              <p:spPr bwMode="auto">
                <a:xfrm>
                  <a:off x="3301603" y="4150821"/>
                  <a:ext cx="544356" cy="36930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9pPr>
                </a:lstStyle>
                <a:p>
                  <a:pPr>
                    <a:spcBef>
                      <a:spcPct val="0"/>
                    </a:spcBef>
                    <a:buClrTx/>
                    <a:buSzTx/>
                    <a:buFont typeface="Wingdings" panose="05000000000000000000" pitchFamily="2" charset="2"/>
                    <a:buNone/>
                  </a:pPr>
                  <a14:m>
                    <m:oMathPara xmlns:m="http://schemas.openxmlformats.org/officeDocument/2006/math">
                      <m:oMathParaPr>
                        <m:jc m:val="centerGroup"/>
                      </m:oMathParaPr>
                      <m:oMath xmlns:m="http://schemas.openxmlformats.org/officeDocument/2006/math">
                        <m:sSub>
                          <m:sSubPr>
                            <m:ctrlPr>
                              <a:rPr lang="en-US" altLang="zh-CN" sz="1800" i="1" dirty="0" smtClean="0">
                                <a:latin typeface="Cambria Math" panose="02040503050406030204" pitchFamily="18" charset="0"/>
                              </a:rPr>
                            </m:ctrlPr>
                          </m:sSubPr>
                          <m:e>
                            <m:r>
                              <a:rPr lang="en-US" altLang="zh-CN" sz="1800" i="1" dirty="0" smtClean="0">
                                <a:latin typeface="Cambria Math" panose="02040503050406030204" pitchFamily="18" charset="0"/>
                              </a:rPr>
                              <m:t>𝐶</m:t>
                            </m:r>
                          </m:e>
                          <m:sub>
                            <m:r>
                              <a:rPr lang="en-US" altLang="zh-CN" sz="1800" i="1" dirty="0" smtClean="0">
                                <a:latin typeface="Cambria Math" panose="02040503050406030204" pitchFamily="18" charset="0"/>
                              </a:rPr>
                              <m:t>1</m:t>
                            </m:r>
                          </m:sub>
                        </m:sSub>
                      </m:oMath>
                    </m:oMathPara>
                  </a14:m>
                  <a:endParaRPr lang="zh-CN" altLang="en-US" sz="1800" dirty="0"/>
                </a:p>
              </p:txBody>
            </p:sp>
          </mc:Choice>
          <mc:Fallback xmlns="">
            <p:sp>
              <p:nvSpPr>
                <p:cNvPr id="15" name="文本框 19">
                  <a:extLst>
                    <a:ext uri="{FF2B5EF4-FFF2-40B4-BE49-F238E27FC236}">
                      <a16:creationId xmlns:a16="http://schemas.microsoft.com/office/drawing/2014/main" id="{24CFDA29-689A-4DA8-9207-94FF8969E7FD}"/>
                    </a:ext>
                  </a:extLst>
                </p:cNvPr>
                <p:cNvSpPr txBox="1">
                  <a:spLocks noRot="1" noChangeAspect="1" noMove="1" noResize="1" noEditPoints="1" noAdjustHandles="1" noChangeArrowheads="1" noChangeShapeType="1" noTextEdit="1"/>
                </p:cNvSpPr>
                <p:nvPr/>
              </p:nvSpPr>
              <p:spPr bwMode="auto">
                <a:xfrm>
                  <a:off x="3301603" y="4150821"/>
                  <a:ext cx="544356" cy="369309"/>
                </a:xfrm>
                <a:prstGeom prst="rect">
                  <a:avLst/>
                </a:prstGeom>
                <a:blipFill>
                  <a:blip r:embed="rId10"/>
                  <a:stretch>
                    <a:fillRect b="-333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cxnSp>
          <p:nvCxnSpPr>
            <p:cNvPr id="16" name="直接箭头连接符 15">
              <a:extLst>
                <a:ext uri="{FF2B5EF4-FFF2-40B4-BE49-F238E27FC236}">
                  <a16:creationId xmlns:a16="http://schemas.microsoft.com/office/drawing/2014/main" id="{3006C4B4-9F01-4DB1-B01F-C8CF666A5B9F}"/>
                </a:ext>
              </a:extLst>
            </p:cNvPr>
            <p:cNvCxnSpPr>
              <a:cxnSpLocks/>
              <a:stCxn id="10" idx="2"/>
              <a:endCxn id="5" idx="0"/>
            </p:cNvCxnSpPr>
            <p:nvPr/>
          </p:nvCxnSpPr>
          <p:spPr bwMode="auto">
            <a:xfrm flipH="1">
              <a:off x="1124629" y="3537790"/>
              <a:ext cx="3384028" cy="61303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7D4B8064-8AF4-45FB-8F81-853908B3CF3E}"/>
                </a:ext>
              </a:extLst>
            </p:cNvPr>
            <p:cNvCxnSpPr>
              <a:cxnSpLocks/>
              <a:stCxn id="10" idx="2"/>
              <a:endCxn id="13" idx="0"/>
            </p:cNvCxnSpPr>
            <p:nvPr/>
          </p:nvCxnSpPr>
          <p:spPr bwMode="auto">
            <a:xfrm flipH="1">
              <a:off x="1795200" y="3537790"/>
              <a:ext cx="2713456" cy="61303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6B96E7BD-87B1-43F8-B300-E37481A73C9A}"/>
                </a:ext>
              </a:extLst>
            </p:cNvPr>
            <p:cNvCxnSpPr>
              <a:cxnSpLocks/>
              <a:stCxn id="10" idx="2"/>
              <a:endCxn id="14" idx="0"/>
            </p:cNvCxnSpPr>
            <p:nvPr/>
          </p:nvCxnSpPr>
          <p:spPr bwMode="auto">
            <a:xfrm flipH="1">
              <a:off x="2348610" y="3537790"/>
              <a:ext cx="2160046" cy="61303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C7DB1F0E-16FA-4115-82D6-DDE3CC9CADFD}"/>
                </a:ext>
              </a:extLst>
            </p:cNvPr>
            <p:cNvCxnSpPr>
              <a:cxnSpLocks/>
              <a:stCxn id="10" idx="2"/>
              <a:endCxn id="15" idx="0"/>
            </p:cNvCxnSpPr>
            <p:nvPr/>
          </p:nvCxnSpPr>
          <p:spPr bwMode="auto">
            <a:xfrm flipH="1">
              <a:off x="3573781" y="3537790"/>
              <a:ext cx="934875" cy="61303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354EE1EE-7600-4FC3-8A3D-7AEC060800FA}"/>
                </a:ext>
              </a:extLst>
            </p:cNvPr>
            <p:cNvCxnSpPr>
              <a:cxnSpLocks/>
              <a:stCxn id="10" idx="2"/>
              <a:endCxn id="22" idx="0"/>
            </p:cNvCxnSpPr>
            <p:nvPr/>
          </p:nvCxnSpPr>
          <p:spPr bwMode="auto">
            <a:xfrm>
              <a:off x="4508656" y="3537790"/>
              <a:ext cx="3006448" cy="63729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文本框 25">
                  <a:extLst>
                    <a:ext uri="{FF2B5EF4-FFF2-40B4-BE49-F238E27FC236}">
                      <a16:creationId xmlns:a16="http://schemas.microsoft.com/office/drawing/2014/main" id="{E1031F61-729C-4283-9733-295F407F79CC}"/>
                    </a:ext>
                  </a:extLst>
                </p:cNvPr>
                <p:cNvSpPr txBox="1">
                  <a:spLocks noChangeArrowheads="1"/>
                </p:cNvSpPr>
                <p:nvPr/>
              </p:nvSpPr>
              <p:spPr bwMode="auto">
                <a:xfrm>
                  <a:off x="5748836" y="4175089"/>
                  <a:ext cx="3532536" cy="64629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14:m>
                    <m:oMath xmlns:m="http://schemas.openxmlformats.org/officeDocument/2006/math">
                      <m:r>
                        <a:rPr lang="en-US" altLang="zh-CN" sz="1800" b="0" i="1" dirty="0" smtClean="0">
                          <a:latin typeface="Cambria Math" panose="02040503050406030204" pitchFamily="18" charset="0"/>
                        </a:rPr>
                        <m:t>{</m:t>
                      </m:r>
                      <m:r>
                        <a:rPr lang="en-US" altLang="zh-CN" sz="1800" i="1" dirty="0" smtClean="0">
                          <a:latin typeface="Cambria Math" panose="02040503050406030204" pitchFamily="18" charset="0"/>
                        </a:rPr>
                        <m:t>𝐶</m:t>
                      </m:r>
                      <m:r>
                        <a:rPr lang="en-US" altLang="zh-CN" sz="1800" i="1" dirty="0" smtClean="0">
                          <a:latin typeface="Cambria Math" panose="02040503050406030204" pitchFamily="18" charset="0"/>
                        </a:rPr>
                        <m:t>.</m:t>
                      </m:r>
                      <m:r>
                        <a:rPr lang="en-US" altLang="zh-CN" sz="1800" i="1" dirty="0" smtClean="0">
                          <a:latin typeface="Cambria Math" panose="02040503050406030204" pitchFamily="18" charset="0"/>
                        </a:rPr>
                        <m:t>𝑡𝑦𝑝𝑒</m:t>
                      </m:r>
                      <m:r>
                        <a:rPr lang="en-US" altLang="zh-CN" sz="1800" i="1" dirty="0" smtClean="0">
                          <a:latin typeface="Cambria Math" panose="02040503050406030204" pitchFamily="18" charset="0"/>
                        </a:rPr>
                        <m:t>=</m:t>
                      </m:r>
                      <m:r>
                        <a:rPr lang="en-US" altLang="zh-CN" sz="1800" i="1" dirty="0">
                          <a:latin typeface="Cambria Math" panose="02040503050406030204" pitchFamily="18" charset="0"/>
                        </a:rPr>
                        <m:t>𝑎𝑟𝑟𝑎𝑦</m:t>
                      </m:r>
                      <m:r>
                        <a:rPr lang="en-US" altLang="zh-CN" sz="1800" b="0" i="1" dirty="0" smtClean="0">
                          <a:latin typeface="Cambria Math" panose="02040503050406030204" pitchFamily="18" charset="0"/>
                        </a:rPr>
                        <m:t>(2,</m:t>
                      </m:r>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𝐶</m:t>
                          </m:r>
                        </m:e>
                        <m:sub>
                          <m:r>
                            <a:rPr lang="en-US" altLang="zh-CN" sz="1800" i="1" dirty="0">
                              <a:latin typeface="Cambria Math" panose="02040503050406030204" pitchFamily="18" charset="0"/>
                            </a:rPr>
                            <m:t>1</m:t>
                          </m:r>
                        </m:sub>
                      </m:sSub>
                      <m:r>
                        <a:rPr lang="en-US" altLang="zh-CN" sz="1800" i="1" dirty="0">
                          <a:latin typeface="Cambria Math" panose="02040503050406030204" pitchFamily="18" charset="0"/>
                        </a:rPr>
                        <m:t>.</m:t>
                      </m:r>
                      <m:r>
                        <a:rPr lang="en-US" altLang="zh-CN" sz="1800" i="1" dirty="0">
                          <a:latin typeface="Cambria Math" panose="02040503050406030204" pitchFamily="18" charset="0"/>
                        </a:rPr>
                        <m:t>𝑡𝑦𝑝𝑒</m:t>
                      </m:r>
                      <m:r>
                        <a:rPr lang="en-US" altLang="zh-CN" sz="1800" b="0" i="1" dirty="0" smtClean="0">
                          <a:latin typeface="Cambria Math" panose="02040503050406030204" pitchFamily="18" charset="0"/>
                        </a:rPr>
                        <m:t>)</m:t>
                      </m:r>
                    </m:oMath>
                  </a14:m>
                  <a:r>
                    <a:rPr lang="en-US" altLang="zh-CN" sz="1800" dirty="0"/>
                    <a:t> </a:t>
                  </a:r>
                </a:p>
                <a:p>
                  <a:pPr>
                    <a:spcBef>
                      <a:spcPct val="0"/>
                    </a:spcBef>
                    <a:buClrTx/>
                    <a:buSzTx/>
                    <a:buFontTx/>
                    <a:buNone/>
                  </a:pPr>
                  <a14:m>
                    <m:oMath xmlns:m="http://schemas.openxmlformats.org/officeDocument/2006/math">
                      <m:r>
                        <a:rPr lang="en-US" altLang="zh-CN" sz="1800" i="1" dirty="0" smtClean="0">
                          <a:latin typeface="Cambria Math" panose="02040503050406030204" pitchFamily="18" charset="0"/>
                        </a:rPr>
                        <m:t>𝐶</m:t>
                      </m:r>
                      <m:r>
                        <a:rPr lang="en-US" altLang="zh-CN" sz="1800" i="1" dirty="0" smtClean="0">
                          <a:latin typeface="Cambria Math" panose="02040503050406030204" pitchFamily="18" charset="0"/>
                        </a:rPr>
                        <m:t>.</m:t>
                      </m:r>
                      <m:r>
                        <a:rPr lang="en-US" altLang="zh-CN" sz="1800" i="1" dirty="0" smtClean="0">
                          <a:latin typeface="Cambria Math" panose="02040503050406030204" pitchFamily="18" charset="0"/>
                        </a:rPr>
                        <m:t>𝑤𝑖𝑑𝑡h</m:t>
                      </m:r>
                      <m:r>
                        <a:rPr lang="en-US" altLang="zh-CN" sz="1800" i="1" dirty="0" smtClean="0">
                          <a:latin typeface="Cambria Math" panose="02040503050406030204" pitchFamily="18" charset="0"/>
                        </a:rPr>
                        <m:t>=2∗</m:t>
                      </m:r>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𝐶</m:t>
                          </m:r>
                        </m:e>
                        <m:sub>
                          <m:r>
                            <a:rPr lang="en-US" altLang="zh-CN" sz="1800" i="1" dirty="0">
                              <a:latin typeface="Cambria Math" panose="02040503050406030204" pitchFamily="18" charset="0"/>
                            </a:rPr>
                            <m:t>1</m:t>
                          </m:r>
                        </m:sub>
                      </m:sSub>
                      <m:r>
                        <a:rPr lang="en-US" altLang="zh-CN" sz="1800" i="1" dirty="0">
                          <a:latin typeface="Cambria Math" panose="02040503050406030204" pitchFamily="18" charset="0"/>
                        </a:rPr>
                        <m:t>.</m:t>
                      </m:r>
                      <m:r>
                        <a:rPr lang="en-US" altLang="zh-CN" sz="1800" i="1" dirty="0">
                          <a:latin typeface="Cambria Math" panose="02040503050406030204" pitchFamily="18" charset="0"/>
                        </a:rPr>
                        <m:t>𝑤𝑖𝑑𝑡h</m:t>
                      </m:r>
                    </m:oMath>
                  </a14:m>
                  <a:r>
                    <a:rPr lang="en-US" altLang="zh-CN" sz="1800" dirty="0"/>
                    <a:t>}</a:t>
                  </a:r>
                  <a:endParaRPr lang="zh-CN" altLang="en-US" sz="1800" dirty="0"/>
                </a:p>
              </p:txBody>
            </p:sp>
          </mc:Choice>
          <mc:Fallback xmlns="">
            <p:sp>
              <p:nvSpPr>
                <p:cNvPr id="22" name="文本框 25">
                  <a:extLst>
                    <a:ext uri="{FF2B5EF4-FFF2-40B4-BE49-F238E27FC236}">
                      <a16:creationId xmlns:a16="http://schemas.microsoft.com/office/drawing/2014/main" id="{E1031F61-729C-4283-9733-295F407F79CC}"/>
                    </a:ext>
                  </a:extLst>
                </p:cNvPr>
                <p:cNvSpPr txBox="1">
                  <a:spLocks noRot="1" noChangeAspect="1" noMove="1" noResize="1" noEditPoints="1" noAdjustHandles="1" noChangeArrowheads="1" noChangeShapeType="1" noTextEdit="1"/>
                </p:cNvSpPr>
                <p:nvPr/>
              </p:nvSpPr>
              <p:spPr bwMode="auto">
                <a:xfrm>
                  <a:off x="5748836" y="4175089"/>
                  <a:ext cx="3532536" cy="646292"/>
                </a:xfrm>
                <a:prstGeom prst="rect">
                  <a:avLst/>
                </a:prstGeom>
                <a:blipFill>
                  <a:blip r:embed="rId11"/>
                  <a:stretch>
                    <a:fillRect l="-517" b="-1415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文本框 25">
                  <a:extLst>
                    <a:ext uri="{FF2B5EF4-FFF2-40B4-BE49-F238E27FC236}">
                      <a16:creationId xmlns:a16="http://schemas.microsoft.com/office/drawing/2014/main" id="{C9CD27C4-D654-41D2-88EE-3ECEADF5AA5A}"/>
                    </a:ext>
                  </a:extLst>
                </p:cNvPr>
                <p:cNvSpPr txBox="1">
                  <a:spLocks noChangeArrowheads="1"/>
                </p:cNvSpPr>
                <p:nvPr/>
              </p:nvSpPr>
              <p:spPr bwMode="auto">
                <a:xfrm>
                  <a:off x="1000878" y="3123720"/>
                  <a:ext cx="1621099" cy="64629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14:m>
                    <m:oMathPara xmlns:m="http://schemas.openxmlformats.org/officeDocument/2006/math">
                      <m:oMathParaPr>
                        <m:jc m:val="centerGroup"/>
                      </m:oMathParaPr>
                      <m:oMath xmlns:m="http://schemas.openxmlformats.org/officeDocument/2006/math">
                        <m:r>
                          <a:rPr lang="en-US" altLang="zh-CN" sz="1800" b="0" i="1" dirty="0" smtClean="0">
                            <a:latin typeface="Cambria Math" panose="02040503050406030204" pitchFamily="18" charset="0"/>
                          </a:rPr>
                          <m:t>{</m:t>
                        </m:r>
                        <m:r>
                          <a:rPr lang="en-US" altLang="zh-CN" sz="1800" i="1" dirty="0" smtClean="0">
                            <a:latin typeface="Cambria Math" panose="02040503050406030204" pitchFamily="18" charset="0"/>
                          </a:rPr>
                          <m:t>𝑡</m:t>
                        </m:r>
                        <m:r>
                          <a:rPr lang="en-US" altLang="zh-CN" sz="1800" i="1" dirty="0" smtClean="0">
                            <a:latin typeface="Cambria Math" panose="02040503050406030204" pitchFamily="18" charset="0"/>
                          </a:rPr>
                          <m:t>=</m:t>
                        </m:r>
                        <m:r>
                          <a:rPr lang="en-US" altLang="zh-CN" sz="1800" b="0" i="1" dirty="0" smtClean="0">
                            <a:latin typeface="Cambria Math" panose="02040503050406030204" pitchFamily="18" charset="0"/>
                          </a:rPr>
                          <m:t>𝐵</m:t>
                        </m:r>
                        <m:r>
                          <a:rPr lang="en-US" altLang="zh-CN" sz="1800" b="0" i="1" dirty="0" smtClean="0">
                            <a:latin typeface="Cambria Math" panose="02040503050406030204" pitchFamily="18" charset="0"/>
                          </a:rPr>
                          <m:t>.</m:t>
                        </m:r>
                        <m:r>
                          <a:rPr lang="en-US" altLang="zh-CN" sz="1800" b="0" i="1" dirty="0" smtClean="0">
                            <a:latin typeface="Cambria Math" panose="02040503050406030204" pitchFamily="18" charset="0"/>
                          </a:rPr>
                          <m:t>𝑡𝑦𝑝𝑒</m:t>
                        </m:r>
                      </m:oMath>
                    </m:oMathPara>
                  </a14:m>
                  <a:endParaRPr lang="en-US" altLang="zh-CN" sz="1800" dirty="0"/>
                </a:p>
                <a:p>
                  <a:pPr>
                    <a:spcBef>
                      <a:spcPct val="0"/>
                    </a:spcBef>
                    <a:buClrTx/>
                    <a:buSzTx/>
                    <a:buFontTx/>
                    <a:buNone/>
                  </a:pPr>
                  <a14:m>
                    <m:oMath xmlns:m="http://schemas.openxmlformats.org/officeDocument/2006/math">
                      <m:r>
                        <a:rPr lang="en-US" altLang="zh-CN" sz="1800" i="1" dirty="0" smtClean="0">
                          <a:latin typeface="Cambria Math" panose="02040503050406030204" pitchFamily="18" charset="0"/>
                        </a:rPr>
                        <m:t>𝑤</m:t>
                      </m:r>
                      <m:r>
                        <a:rPr lang="en-US" altLang="zh-CN" sz="1800" i="1" dirty="0" smtClean="0">
                          <a:latin typeface="Cambria Math" panose="02040503050406030204" pitchFamily="18" charset="0"/>
                        </a:rPr>
                        <m:t>=</m:t>
                      </m:r>
                      <m:r>
                        <a:rPr lang="en-US" altLang="zh-CN" sz="1800" i="1" dirty="0" err="1" smtClean="0">
                          <a:latin typeface="Cambria Math" panose="02040503050406030204" pitchFamily="18" charset="0"/>
                        </a:rPr>
                        <m:t>𝐵</m:t>
                      </m:r>
                      <m:r>
                        <a:rPr lang="en-US" altLang="zh-CN" sz="1800" i="1" dirty="0" err="1" smtClean="0">
                          <a:latin typeface="Cambria Math" panose="02040503050406030204" pitchFamily="18" charset="0"/>
                        </a:rPr>
                        <m:t>.</m:t>
                      </m:r>
                      <m:r>
                        <a:rPr lang="en-US" altLang="zh-CN" sz="1800" i="1" dirty="0" err="1" smtClean="0">
                          <a:latin typeface="Cambria Math" panose="02040503050406030204" pitchFamily="18" charset="0"/>
                        </a:rPr>
                        <m:t>𝑤𝑖𝑡h</m:t>
                      </m:r>
                    </m:oMath>
                  </a14:m>
                  <a:r>
                    <a:rPr lang="en-US" altLang="zh-CN" sz="1800" dirty="0"/>
                    <a:t>}</a:t>
                  </a:r>
                  <a:r>
                    <a:rPr lang="zh-CN" altLang="en-US" sz="1800" dirty="0"/>
                    <a:t> </a:t>
                  </a:r>
                </a:p>
              </p:txBody>
            </p:sp>
          </mc:Choice>
          <mc:Fallback xmlns="">
            <p:sp>
              <p:nvSpPr>
                <p:cNvPr id="43" name="文本框 25">
                  <a:extLst>
                    <a:ext uri="{FF2B5EF4-FFF2-40B4-BE49-F238E27FC236}">
                      <a16:creationId xmlns:a16="http://schemas.microsoft.com/office/drawing/2014/main" id="{C9CD27C4-D654-41D2-88EE-3ECEADF5AA5A}"/>
                    </a:ext>
                  </a:extLst>
                </p:cNvPr>
                <p:cNvSpPr txBox="1">
                  <a:spLocks noRot="1" noChangeAspect="1" noMove="1" noResize="1" noEditPoints="1" noAdjustHandles="1" noChangeArrowheads="1" noChangeShapeType="1" noTextEdit="1"/>
                </p:cNvSpPr>
                <p:nvPr/>
              </p:nvSpPr>
              <p:spPr bwMode="auto">
                <a:xfrm>
                  <a:off x="1000878" y="3123720"/>
                  <a:ext cx="1621099" cy="646292"/>
                </a:xfrm>
                <a:prstGeom prst="rect">
                  <a:avLst/>
                </a:prstGeom>
                <a:blipFill>
                  <a:blip r:embed="rId12"/>
                  <a:stretch>
                    <a:fillRect b="-1415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cxnSp>
          <p:nvCxnSpPr>
            <p:cNvPr id="44" name="直接箭头连接符 43">
              <a:extLst>
                <a:ext uri="{FF2B5EF4-FFF2-40B4-BE49-F238E27FC236}">
                  <a16:creationId xmlns:a16="http://schemas.microsoft.com/office/drawing/2014/main" id="{F973B941-0D07-483D-863C-C1EF44CFB038}"/>
                </a:ext>
              </a:extLst>
            </p:cNvPr>
            <p:cNvCxnSpPr>
              <a:cxnSpLocks/>
              <a:stCxn id="8" idx="2"/>
              <a:endCxn id="43" idx="0"/>
            </p:cNvCxnSpPr>
            <p:nvPr/>
          </p:nvCxnSpPr>
          <p:spPr bwMode="auto">
            <a:xfrm flipH="1">
              <a:off x="1811428" y="2817754"/>
              <a:ext cx="996386" cy="30596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文本框 25">
                  <a:extLst>
                    <a:ext uri="{FF2B5EF4-FFF2-40B4-BE49-F238E27FC236}">
                      <a16:creationId xmlns:a16="http://schemas.microsoft.com/office/drawing/2014/main" id="{895F980B-EB3F-4F90-8A34-5F0339F49569}"/>
                    </a:ext>
                  </a:extLst>
                </p:cNvPr>
                <p:cNvSpPr txBox="1">
                  <a:spLocks noChangeArrowheads="1"/>
                </p:cNvSpPr>
                <p:nvPr/>
              </p:nvSpPr>
              <p:spPr bwMode="auto">
                <a:xfrm>
                  <a:off x="5742032" y="3265744"/>
                  <a:ext cx="3478631" cy="64629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9pPr>
                </a:lstStyle>
                <a:p>
                  <a:pPr>
                    <a:spcBef>
                      <a:spcPct val="0"/>
                    </a:spcBef>
                    <a:buClrTx/>
                    <a:buSzTx/>
                    <a:buNone/>
                  </a:pPr>
                  <a:r>
                    <a:rPr lang="en-US" altLang="zh-CN" sz="1800" dirty="0"/>
                    <a:t>{</a:t>
                  </a:r>
                  <a14:m>
                    <m:oMath xmlns:m="http://schemas.openxmlformats.org/officeDocument/2006/math">
                      <m:r>
                        <a:rPr lang="en-US" altLang="zh-CN" sz="1800" i="1" dirty="0" smtClean="0">
                          <a:latin typeface="Cambria Math" panose="02040503050406030204" pitchFamily="18" charset="0"/>
                        </a:rPr>
                        <m:t>𝑇</m:t>
                      </m:r>
                      <m:r>
                        <a:rPr lang="en-US" altLang="zh-CN" sz="1800" i="1" dirty="0" smtClean="0">
                          <a:latin typeface="Cambria Math" panose="02040503050406030204" pitchFamily="18" charset="0"/>
                        </a:rPr>
                        <m:t>.</m:t>
                      </m:r>
                      <m:r>
                        <a:rPr lang="en-US" altLang="zh-CN" sz="1800" i="1" dirty="0" smtClean="0">
                          <a:latin typeface="Cambria Math" panose="02040503050406030204" pitchFamily="18" charset="0"/>
                        </a:rPr>
                        <m:t>𝑡𝑦𝑝𝑒</m:t>
                      </m:r>
                      <m:r>
                        <a:rPr lang="en-US" altLang="zh-CN" sz="1800" i="1" dirty="0" smtClean="0">
                          <a:latin typeface="Cambria Math" panose="02040503050406030204" pitchFamily="18" charset="0"/>
                        </a:rPr>
                        <m:t>=</m:t>
                      </m:r>
                      <m:r>
                        <a:rPr lang="en-US" altLang="zh-CN" sz="1800" i="1" dirty="0">
                          <a:latin typeface="Cambria Math" panose="02040503050406030204" pitchFamily="18" charset="0"/>
                        </a:rPr>
                        <m:t>𝐶</m:t>
                      </m:r>
                      <m:r>
                        <a:rPr lang="en-US" altLang="zh-CN" sz="1800" i="1" dirty="0">
                          <a:latin typeface="Cambria Math" panose="02040503050406030204" pitchFamily="18" charset="0"/>
                        </a:rPr>
                        <m:t>.</m:t>
                      </m:r>
                      <m:r>
                        <a:rPr lang="en-US" altLang="zh-CN" sz="1800" i="1" dirty="0">
                          <a:latin typeface="Cambria Math" panose="02040503050406030204" pitchFamily="18" charset="0"/>
                        </a:rPr>
                        <m:t>𝑡𝑦𝑝𝑒</m:t>
                      </m:r>
                      <m:r>
                        <a:rPr lang="en-US" altLang="zh-CN" sz="1800" i="1" dirty="0">
                          <a:latin typeface="Cambria Math" panose="02040503050406030204" pitchFamily="18" charset="0"/>
                        </a:rPr>
                        <m:t>)</m:t>
                      </m:r>
                    </m:oMath>
                  </a14:m>
                  <a:endParaRPr lang="en-US" altLang="zh-CN" sz="1800" dirty="0"/>
                </a:p>
                <a:p>
                  <a:pPr>
                    <a:spcBef>
                      <a:spcPct val="0"/>
                    </a:spcBef>
                    <a:buClrTx/>
                    <a:buSzTx/>
                    <a:buFontTx/>
                    <a:buNone/>
                  </a:pPr>
                  <a14:m>
                    <m:oMath xmlns:m="http://schemas.openxmlformats.org/officeDocument/2006/math">
                      <m:r>
                        <a:rPr lang="en-US" altLang="zh-CN" sz="1800" i="1" dirty="0" smtClean="0">
                          <a:latin typeface="Cambria Math" panose="02040503050406030204" pitchFamily="18" charset="0"/>
                        </a:rPr>
                        <m:t>𝑇</m:t>
                      </m:r>
                      <m:r>
                        <a:rPr lang="en-US" altLang="zh-CN" sz="1800" i="1" dirty="0" smtClean="0">
                          <a:latin typeface="Cambria Math" panose="02040503050406030204" pitchFamily="18" charset="0"/>
                        </a:rPr>
                        <m:t>.</m:t>
                      </m:r>
                      <m:r>
                        <a:rPr lang="en-US" altLang="zh-CN" sz="1800" i="1" dirty="0" smtClean="0">
                          <a:latin typeface="Cambria Math" panose="02040503050406030204" pitchFamily="18" charset="0"/>
                        </a:rPr>
                        <m:t>𝑤𝑖𝑑𝑡h</m:t>
                      </m:r>
                      <m:r>
                        <a:rPr lang="en-US" altLang="zh-CN" sz="1800" i="1" dirty="0" smtClean="0">
                          <a:latin typeface="Cambria Math" panose="02040503050406030204" pitchFamily="18" charset="0"/>
                        </a:rPr>
                        <m:t>=</m:t>
                      </m:r>
                      <m:r>
                        <a:rPr lang="en-US" altLang="zh-CN" sz="1800" i="1" dirty="0">
                          <a:latin typeface="Cambria Math" panose="02040503050406030204" pitchFamily="18" charset="0"/>
                        </a:rPr>
                        <m:t>𝐶</m:t>
                      </m:r>
                      <m:r>
                        <a:rPr lang="en-US" altLang="zh-CN" sz="1800" i="1" dirty="0">
                          <a:latin typeface="Cambria Math" panose="02040503050406030204" pitchFamily="18" charset="0"/>
                        </a:rPr>
                        <m:t>.</m:t>
                      </m:r>
                      <m:r>
                        <a:rPr lang="en-US" altLang="zh-CN" sz="1800" i="1" dirty="0">
                          <a:latin typeface="Cambria Math" panose="02040503050406030204" pitchFamily="18" charset="0"/>
                        </a:rPr>
                        <m:t>𝑤𝑖𝑑𝑡h</m:t>
                      </m:r>
                    </m:oMath>
                  </a14:m>
                  <a:r>
                    <a:rPr lang="en-US" altLang="zh-CN" sz="1800" dirty="0"/>
                    <a:t>}</a:t>
                  </a:r>
                  <a:endParaRPr lang="zh-CN" altLang="en-US" sz="1800" dirty="0"/>
                </a:p>
              </p:txBody>
            </p:sp>
          </mc:Choice>
          <mc:Fallback xmlns="">
            <p:sp>
              <p:nvSpPr>
                <p:cNvPr id="49" name="文本框 25">
                  <a:extLst>
                    <a:ext uri="{FF2B5EF4-FFF2-40B4-BE49-F238E27FC236}">
                      <a16:creationId xmlns:a16="http://schemas.microsoft.com/office/drawing/2014/main" id="{895F980B-EB3F-4F90-8A34-5F0339F49569}"/>
                    </a:ext>
                  </a:extLst>
                </p:cNvPr>
                <p:cNvSpPr txBox="1">
                  <a:spLocks noRot="1" noChangeAspect="1" noMove="1" noResize="1" noEditPoints="1" noAdjustHandles="1" noChangeArrowheads="1" noChangeShapeType="1" noTextEdit="1"/>
                </p:cNvSpPr>
                <p:nvPr/>
              </p:nvSpPr>
              <p:spPr bwMode="auto">
                <a:xfrm>
                  <a:off x="5742032" y="3265744"/>
                  <a:ext cx="3478631" cy="646292"/>
                </a:xfrm>
                <a:prstGeom prst="rect">
                  <a:avLst/>
                </a:prstGeom>
                <a:blipFill>
                  <a:blip r:embed="rId13"/>
                  <a:stretch>
                    <a:fillRect l="-1401" t="-4717" b="-1415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cxnSp>
          <p:nvCxnSpPr>
            <p:cNvPr id="50" name="直接箭头连接符 49">
              <a:extLst>
                <a:ext uri="{FF2B5EF4-FFF2-40B4-BE49-F238E27FC236}">
                  <a16:creationId xmlns:a16="http://schemas.microsoft.com/office/drawing/2014/main" id="{777126FD-B139-4C4D-93F1-7348EBB06723}"/>
                </a:ext>
              </a:extLst>
            </p:cNvPr>
            <p:cNvCxnSpPr>
              <a:cxnSpLocks/>
              <a:stCxn id="8" idx="2"/>
              <a:endCxn id="49" idx="0"/>
            </p:cNvCxnSpPr>
            <p:nvPr/>
          </p:nvCxnSpPr>
          <p:spPr bwMode="auto">
            <a:xfrm>
              <a:off x="2807815" y="2817754"/>
              <a:ext cx="4673533" cy="44799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3" name="文本框 19">
                  <a:extLst>
                    <a:ext uri="{FF2B5EF4-FFF2-40B4-BE49-F238E27FC236}">
                      <a16:creationId xmlns:a16="http://schemas.microsoft.com/office/drawing/2014/main" id="{AF52E099-990D-427C-9110-04E6FD58BBEE}"/>
                    </a:ext>
                  </a:extLst>
                </p:cNvPr>
                <p:cNvSpPr txBox="1">
                  <a:spLocks noChangeArrowheads="1"/>
                </p:cNvSpPr>
                <p:nvPr/>
              </p:nvSpPr>
              <p:spPr bwMode="auto">
                <a:xfrm>
                  <a:off x="4091214" y="5103317"/>
                  <a:ext cx="402735" cy="36930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9pPr>
                </a:lstStyle>
                <a:p>
                  <a:pPr>
                    <a:spcBef>
                      <a:spcPct val="0"/>
                    </a:spcBef>
                    <a:buClrTx/>
                    <a:buSzTx/>
                    <a:buFont typeface="Wingdings" panose="05000000000000000000" pitchFamily="2" charset="2"/>
                    <a:buNone/>
                  </a:pPr>
                  <a14:m>
                    <m:oMathPara xmlns:m="http://schemas.openxmlformats.org/officeDocument/2006/math">
                      <m:oMathParaPr>
                        <m:jc m:val="centerGroup"/>
                      </m:oMathParaPr>
                      <m:oMath xmlns:m="http://schemas.openxmlformats.org/officeDocument/2006/math">
                        <m:sSub>
                          <m:sSubPr>
                            <m:ctrlPr>
                              <a:rPr lang="en-US" altLang="zh-CN" sz="1800" i="1" dirty="0" smtClean="0">
                                <a:latin typeface="Cambria Math" panose="02040503050406030204" pitchFamily="18" charset="0"/>
                              </a:rPr>
                            </m:ctrlPr>
                          </m:sSubPr>
                          <m:e>
                            <m:r>
                              <a:rPr lang="en-US" altLang="zh-CN" sz="1800" i="1" dirty="0" smtClean="0">
                                <a:latin typeface="Cambria Math" panose="02040503050406030204" pitchFamily="18" charset="0"/>
                              </a:rPr>
                              <m:t>𝐶</m:t>
                            </m:r>
                          </m:e>
                          <m:sub>
                            <m:r>
                              <a:rPr lang="en-US" altLang="zh-CN" sz="1800" i="1" dirty="0" smtClean="0">
                                <a:latin typeface="Cambria Math" panose="02040503050406030204" pitchFamily="18" charset="0"/>
                              </a:rPr>
                              <m:t>2</m:t>
                            </m:r>
                          </m:sub>
                        </m:sSub>
                      </m:oMath>
                    </m:oMathPara>
                  </a14:m>
                  <a:endParaRPr lang="zh-CN" altLang="en-US" sz="1800" dirty="0"/>
                </a:p>
              </p:txBody>
            </p:sp>
          </mc:Choice>
          <mc:Fallback xmlns="">
            <p:sp>
              <p:nvSpPr>
                <p:cNvPr id="63" name="文本框 19">
                  <a:extLst>
                    <a:ext uri="{FF2B5EF4-FFF2-40B4-BE49-F238E27FC236}">
                      <a16:creationId xmlns:a16="http://schemas.microsoft.com/office/drawing/2014/main" id="{AF52E099-990D-427C-9110-04E6FD58BBEE}"/>
                    </a:ext>
                  </a:extLst>
                </p:cNvPr>
                <p:cNvSpPr txBox="1">
                  <a:spLocks noRot="1" noChangeAspect="1" noMove="1" noResize="1" noEditPoints="1" noAdjustHandles="1" noChangeArrowheads="1" noChangeShapeType="1" noTextEdit="1"/>
                </p:cNvSpPr>
                <p:nvPr/>
              </p:nvSpPr>
              <p:spPr bwMode="auto">
                <a:xfrm>
                  <a:off x="4091214" y="5103317"/>
                  <a:ext cx="402735" cy="369309"/>
                </a:xfrm>
                <a:prstGeom prst="rect">
                  <a:avLst/>
                </a:prstGeom>
                <a:blipFill>
                  <a:blip r:embed="rId14"/>
                  <a:stretch>
                    <a:fillRect b="-333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4" name="文本框 19">
                  <a:extLst>
                    <a:ext uri="{FF2B5EF4-FFF2-40B4-BE49-F238E27FC236}">
                      <a16:creationId xmlns:a16="http://schemas.microsoft.com/office/drawing/2014/main" id="{BD5C7E93-0FAD-4FDC-9A62-AF719BC11854}"/>
                    </a:ext>
                  </a:extLst>
                </p:cNvPr>
                <p:cNvSpPr txBox="1">
                  <a:spLocks noChangeArrowheads="1"/>
                </p:cNvSpPr>
                <p:nvPr/>
              </p:nvSpPr>
              <p:spPr bwMode="auto">
                <a:xfrm>
                  <a:off x="3659220" y="5103319"/>
                  <a:ext cx="402735" cy="36930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9pPr>
                </a:lstStyle>
                <a:p>
                  <a:pPr>
                    <a:spcBef>
                      <a:spcPct val="0"/>
                    </a:spcBef>
                    <a:buClrTx/>
                    <a:buSzTx/>
                    <a:buFont typeface="Wingdings" panose="05000000000000000000" pitchFamily="2" charset="2"/>
                    <a:buNone/>
                  </a:pPr>
                  <a:r>
                    <a:rPr lang="en-US" altLang="zh-CN" sz="1800" dirty="0"/>
                    <a:t> </a:t>
                  </a:r>
                  <a14:m>
                    <m:oMath xmlns:m="http://schemas.openxmlformats.org/officeDocument/2006/math">
                      <m:r>
                        <a:rPr lang="en-US" altLang="zh-CN" sz="1800" i="1" dirty="0" smtClean="0">
                          <a:latin typeface="Cambria Math" panose="02040503050406030204" pitchFamily="18" charset="0"/>
                        </a:rPr>
                        <m:t>]</m:t>
                      </m:r>
                    </m:oMath>
                  </a14:m>
                  <a:endParaRPr lang="zh-CN" altLang="en-US" sz="1800" dirty="0"/>
                </a:p>
              </p:txBody>
            </p:sp>
          </mc:Choice>
          <mc:Fallback xmlns="">
            <p:sp>
              <p:nvSpPr>
                <p:cNvPr id="64" name="文本框 19">
                  <a:extLst>
                    <a:ext uri="{FF2B5EF4-FFF2-40B4-BE49-F238E27FC236}">
                      <a16:creationId xmlns:a16="http://schemas.microsoft.com/office/drawing/2014/main" id="{BD5C7E93-0FAD-4FDC-9A62-AF719BC11854}"/>
                    </a:ext>
                  </a:extLst>
                </p:cNvPr>
                <p:cNvSpPr txBox="1">
                  <a:spLocks noRot="1" noChangeAspect="1" noMove="1" noResize="1" noEditPoints="1" noAdjustHandles="1" noChangeArrowheads="1" noChangeShapeType="1" noTextEdit="1"/>
                </p:cNvSpPr>
                <p:nvPr/>
              </p:nvSpPr>
              <p:spPr bwMode="auto">
                <a:xfrm>
                  <a:off x="3659220" y="5103319"/>
                  <a:ext cx="402735" cy="369309"/>
                </a:xfrm>
                <a:prstGeom prst="rect">
                  <a:avLst/>
                </a:prstGeom>
                <a:blipFill>
                  <a:blip r:embed="rId15"/>
                  <a:stretch>
                    <a:fillRect b="-200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6" name="文本框 19">
                  <a:extLst>
                    <a:ext uri="{FF2B5EF4-FFF2-40B4-BE49-F238E27FC236}">
                      <a16:creationId xmlns:a16="http://schemas.microsoft.com/office/drawing/2014/main" id="{B7DC1793-CE4B-4B47-869C-9C9C9EB616A8}"/>
                    </a:ext>
                  </a:extLst>
                </p:cNvPr>
                <p:cNvSpPr txBox="1">
                  <a:spLocks noChangeArrowheads="1"/>
                </p:cNvSpPr>
                <p:nvPr/>
              </p:nvSpPr>
              <p:spPr bwMode="auto">
                <a:xfrm>
                  <a:off x="2984393" y="5103319"/>
                  <a:ext cx="645569" cy="36930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9pPr>
                </a:lstStyle>
                <a:p>
                  <a:pPr>
                    <a:spcBef>
                      <a:spcPct val="0"/>
                    </a:spcBef>
                    <a:buClrTx/>
                    <a:buSzTx/>
                    <a:buFont typeface="Wingdings" panose="05000000000000000000" pitchFamily="2" charset="2"/>
                    <a:buNone/>
                  </a:pPr>
                  <a14:m>
                    <m:oMathPara xmlns:m="http://schemas.openxmlformats.org/officeDocument/2006/math">
                      <m:oMathParaPr>
                        <m:jc m:val="centerGroup"/>
                      </m:oMathParaPr>
                      <m:oMath xmlns:m="http://schemas.openxmlformats.org/officeDocument/2006/math">
                        <m:r>
                          <a:rPr lang="en-US" altLang="zh-CN" sz="1800" i="1" dirty="0" smtClean="0">
                            <a:latin typeface="Cambria Math" panose="02040503050406030204" pitchFamily="18" charset="0"/>
                          </a:rPr>
                          <m:t>𝑛𝑢𝑚</m:t>
                        </m:r>
                      </m:oMath>
                    </m:oMathPara>
                  </a14:m>
                  <a:endParaRPr lang="zh-CN" altLang="en-US" sz="1800" dirty="0"/>
                </a:p>
              </p:txBody>
            </p:sp>
          </mc:Choice>
          <mc:Fallback xmlns="">
            <p:sp>
              <p:nvSpPr>
                <p:cNvPr id="66" name="文本框 19">
                  <a:extLst>
                    <a:ext uri="{FF2B5EF4-FFF2-40B4-BE49-F238E27FC236}">
                      <a16:creationId xmlns:a16="http://schemas.microsoft.com/office/drawing/2014/main" id="{B7DC1793-CE4B-4B47-869C-9C9C9EB616A8}"/>
                    </a:ext>
                  </a:extLst>
                </p:cNvPr>
                <p:cNvSpPr txBox="1">
                  <a:spLocks noRot="1" noChangeAspect="1" noMove="1" noResize="1" noEditPoints="1" noAdjustHandles="1" noChangeArrowheads="1" noChangeShapeType="1" noTextEdit="1"/>
                </p:cNvSpPr>
                <p:nvPr/>
              </p:nvSpPr>
              <p:spPr bwMode="auto">
                <a:xfrm>
                  <a:off x="2984393" y="5103319"/>
                  <a:ext cx="645569" cy="369309"/>
                </a:xfrm>
                <a:prstGeom prst="rect">
                  <a:avLst/>
                </a:prstGeom>
                <a:blipFill>
                  <a:blip r:embed="rId16"/>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8" name="文本框 19">
                  <a:extLst>
                    <a:ext uri="{FF2B5EF4-FFF2-40B4-BE49-F238E27FC236}">
                      <a16:creationId xmlns:a16="http://schemas.microsoft.com/office/drawing/2014/main" id="{EED6C9B5-41B6-4FDB-883E-882069F5A326}"/>
                    </a:ext>
                  </a:extLst>
                </p:cNvPr>
                <p:cNvSpPr txBox="1">
                  <a:spLocks noChangeArrowheads="1"/>
                </p:cNvSpPr>
                <p:nvPr/>
              </p:nvSpPr>
              <p:spPr bwMode="auto">
                <a:xfrm>
                  <a:off x="2363239" y="5103319"/>
                  <a:ext cx="402735" cy="36930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14:m>
                    <m:oMathPara xmlns:m="http://schemas.openxmlformats.org/officeDocument/2006/math">
                      <m:oMathParaPr>
                        <m:jc m:val="centerGroup"/>
                      </m:oMathParaPr>
                      <m:oMath xmlns:m="http://schemas.openxmlformats.org/officeDocument/2006/math">
                        <m:r>
                          <a:rPr lang="en-US" altLang="zh-CN" sz="1800" i="1" dirty="0" smtClean="0">
                            <a:latin typeface="Cambria Math" panose="02040503050406030204" pitchFamily="18" charset="0"/>
                          </a:rPr>
                          <m:t>[</m:t>
                        </m:r>
                      </m:oMath>
                    </m:oMathPara>
                  </a14:m>
                  <a:endParaRPr lang="zh-CN" altLang="en-US" sz="1800" dirty="0"/>
                </a:p>
              </p:txBody>
            </p:sp>
          </mc:Choice>
          <mc:Fallback xmlns="">
            <p:sp>
              <p:nvSpPr>
                <p:cNvPr id="68" name="文本框 19">
                  <a:extLst>
                    <a:ext uri="{FF2B5EF4-FFF2-40B4-BE49-F238E27FC236}">
                      <a16:creationId xmlns:a16="http://schemas.microsoft.com/office/drawing/2014/main" id="{EED6C9B5-41B6-4FDB-883E-882069F5A326}"/>
                    </a:ext>
                  </a:extLst>
                </p:cNvPr>
                <p:cNvSpPr txBox="1">
                  <a:spLocks noRot="1" noChangeAspect="1" noMove="1" noResize="1" noEditPoints="1" noAdjustHandles="1" noChangeArrowheads="1" noChangeShapeType="1" noTextEdit="1"/>
                </p:cNvSpPr>
                <p:nvPr/>
              </p:nvSpPr>
              <p:spPr bwMode="auto">
                <a:xfrm>
                  <a:off x="2363239" y="5103319"/>
                  <a:ext cx="402735" cy="369309"/>
                </a:xfrm>
                <a:prstGeom prst="rect">
                  <a:avLst/>
                </a:prstGeom>
                <a:blipFill>
                  <a:blip r:embed="rId17"/>
                  <a:stretch>
                    <a:fillRect b="-200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cxnSp>
          <p:nvCxnSpPr>
            <p:cNvPr id="72" name="直接箭头连接符 71">
              <a:extLst>
                <a:ext uri="{FF2B5EF4-FFF2-40B4-BE49-F238E27FC236}">
                  <a16:creationId xmlns:a16="http://schemas.microsoft.com/office/drawing/2014/main" id="{A61C1153-5F35-49D0-B316-30921E4252E7}"/>
                </a:ext>
              </a:extLst>
            </p:cNvPr>
            <p:cNvCxnSpPr>
              <a:cxnSpLocks/>
              <a:stCxn id="15" idx="2"/>
              <a:endCxn id="68" idx="0"/>
            </p:cNvCxnSpPr>
            <p:nvPr/>
          </p:nvCxnSpPr>
          <p:spPr bwMode="auto">
            <a:xfrm flipH="1">
              <a:off x="2564607" y="4520129"/>
              <a:ext cx="1009174" cy="58319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直接箭头连接符 74">
              <a:extLst>
                <a:ext uri="{FF2B5EF4-FFF2-40B4-BE49-F238E27FC236}">
                  <a16:creationId xmlns:a16="http://schemas.microsoft.com/office/drawing/2014/main" id="{DAFF860B-12C2-4788-A004-D2587534C683}"/>
                </a:ext>
              </a:extLst>
            </p:cNvPr>
            <p:cNvCxnSpPr>
              <a:cxnSpLocks/>
              <a:stCxn id="15" idx="2"/>
              <a:endCxn id="66" idx="0"/>
            </p:cNvCxnSpPr>
            <p:nvPr/>
          </p:nvCxnSpPr>
          <p:spPr bwMode="auto">
            <a:xfrm flipH="1">
              <a:off x="3307178" y="4520129"/>
              <a:ext cx="266603" cy="58319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直接箭头连接符 77">
              <a:extLst>
                <a:ext uri="{FF2B5EF4-FFF2-40B4-BE49-F238E27FC236}">
                  <a16:creationId xmlns:a16="http://schemas.microsoft.com/office/drawing/2014/main" id="{7FDFC154-7BDB-4F40-B581-5BB785DA7C4A}"/>
                </a:ext>
              </a:extLst>
            </p:cNvPr>
            <p:cNvCxnSpPr>
              <a:cxnSpLocks/>
              <a:stCxn id="15" idx="2"/>
              <a:endCxn id="64" idx="0"/>
            </p:cNvCxnSpPr>
            <p:nvPr/>
          </p:nvCxnSpPr>
          <p:spPr bwMode="auto">
            <a:xfrm>
              <a:off x="3573781" y="4520129"/>
              <a:ext cx="286807" cy="58319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直接箭头连接符 80">
              <a:extLst>
                <a:ext uri="{FF2B5EF4-FFF2-40B4-BE49-F238E27FC236}">
                  <a16:creationId xmlns:a16="http://schemas.microsoft.com/office/drawing/2014/main" id="{9FD0F77F-60C9-4D6B-BA22-CD83D1D03298}"/>
                </a:ext>
              </a:extLst>
            </p:cNvPr>
            <p:cNvCxnSpPr>
              <a:cxnSpLocks/>
              <a:stCxn id="15" idx="2"/>
              <a:endCxn id="63" idx="0"/>
            </p:cNvCxnSpPr>
            <p:nvPr/>
          </p:nvCxnSpPr>
          <p:spPr bwMode="auto">
            <a:xfrm>
              <a:off x="3573781" y="4520130"/>
              <a:ext cx="718801" cy="58318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6" name="文本框 25">
                  <a:extLst>
                    <a:ext uri="{FF2B5EF4-FFF2-40B4-BE49-F238E27FC236}">
                      <a16:creationId xmlns:a16="http://schemas.microsoft.com/office/drawing/2014/main" id="{37868F44-662A-4708-80D9-E805FF6DE566}"/>
                    </a:ext>
                  </a:extLst>
                </p:cNvPr>
                <p:cNvSpPr txBox="1">
                  <a:spLocks noChangeArrowheads="1"/>
                </p:cNvSpPr>
                <p:nvPr/>
              </p:nvSpPr>
              <p:spPr bwMode="auto">
                <a:xfrm>
                  <a:off x="5717930" y="4970342"/>
                  <a:ext cx="3311952" cy="64629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en-US" altLang="zh-CN" sz="1800" b="0" dirty="0"/>
                    <a:t>{</a:t>
                  </a:r>
                  <a14:m>
                    <m:oMath xmlns:m="http://schemas.openxmlformats.org/officeDocument/2006/math">
                      <m:sSub>
                        <m:sSubPr>
                          <m:ctrlPr>
                            <a:rPr lang="en-US" altLang="zh-CN" sz="1800" b="0" i="1" dirty="0" smtClean="0">
                              <a:latin typeface="Cambria Math" panose="02040503050406030204" pitchFamily="18" charset="0"/>
                            </a:rPr>
                          </m:ctrlPr>
                        </m:sSubPr>
                        <m:e>
                          <m:r>
                            <a:rPr lang="en-US" altLang="zh-CN" sz="1800" i="1" dirty="0" smtClean="0">
                              <a:latin typeface="Cambria Math" panose="02040503050406030204" pitchFamily="18" charset="0"/>
                            </a:rPr>
                            <m:t>𝐶</m:t>
                          </m:r>
                        </m:e>
                        <m:sub>
                          <m:r>
                            <a:rPr lang="en-US" altLang="zh-CN" sz="1800" b="0" i="1" dirty="0" smtClean="0">
                              <a:latin typeface="Cambria Math" panose="02040503050406030204" pitchFamily="18" charset="0"/>
                            </a:rPr>
                            <m:t>1</m:t>
                          </m:r>
                        </m:sub>
                      </m:sSub>
                      <m:r>
                        <a:rPr lang="en-US" altLang="zh-CN" sz="1800" i="1" dirty="0" smtClean="0">
                          <a:latin typeface="Cambria Math" panose="02040503050406030204" pitchFamily="18" charset="0"/>
                        </a:rPr>
                        <m:t>.</m:t>
                      </m:r>
                      <m:r>
                        <a:rPr lang="en-US" altLang="zh-CN" sz="1800" i="1" dirty="0" smtClean="0">
                          <a:latin typeface="Cambria Math" panose="02040503050406030204" pitchFamily="18" charset="0"/>
                        </a:rPr>
                        <m:t>𝑡𝑦𝑝𝑒</m:t>
                      </m:r>
                      <m:r>
                        <a:rPr lang="en-US" altLang="zh-CN" sz="1800" i="1" dirty="0" smtClean="0">
                          <a:latin typeface="Cambria Math" panose="02040503050406030204" pitchFamily="18" charset="0"/>
                        </a:rPr>
                        <m:t>=</m:t>
                      </m:r>
                      <m:r>
                        <a:rPr lang="en-US" altLang="zh-CN" sz="1800" b="0" i="1" dirty="0" smtClean="0">
                          <a:latin typeface="Cambria Math" panose="02040503050406030204" pitchFamily="18" charset="0"/>
                        </a:rPr>
                        <m:t>𝑎𝑟𝑟𝑎𝑦</m:t>
                      </m:r>
                      <m:r>
                        <a:rPr lang="en-US" altLang="zh-CN" sz="1800" b="0" i="1" dirty="0" smtClean="0">
                          <a:latin typeface="Cambria Math" panose="02040503050406030204" pitchFamily="18" charset="0"/>
                        </a:rPr>
                        <m:t>(3,</m:t>
                      </m:r>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𝐶</m:t>
                          </m:r>
                        </m:e>
                        <m:sub>
                          <m:r>
                            <a:rPr lang="en-US" altLang="zh-CN" sz="1800" i="1" dirty="0">
                              <a:latin typeface="Cambria Math" panose="02040503050406030204" pitchFamily="18" charset="0"/>
                            </a:rPr>
                            <m:t>2</m:t>
                          </m:r>
                        </m:sub>
                      </m:sSub>
                      <m:r>
                        <a:rPr lang="en-US" altLang="zh-CN" sz="1800" i="1" dirty="0">
                          <a:latin typeface="Cambria Math" panose="02040503050406030204" pitchFamily="18" charset="0"/>
                        </a:rPr>
                        <m:t>.</m:t>
                      </m:r>
                      <m:r>
                        <a:rPr lang="en-US" altLang="zh-CN" sz="1800" i="1" dirty="0">
                          <a:latin typeface="Cambria Math" panose="02040503050406030204" pitchFamily="18" charset="0"/>
                        </a:rPr>
                        <m:t>𝑡𝑦𝑝𝑒</m:t>
                      </m:r>
                      <m:r>
                        <a:rPr lang="en-US" altLang="zh-CN" sz="1800" b="0" i="1" dirty="0" smtClean="0">
                          <a:latin typeface="Cambria Math" panose="02040503050406030204" pitchFamily="18" charset="0"/>
                        </a:rPr>
                        <m:t>)</m:t>
                      </m:r>
                    </m:oMath>
                  </a14:m>
                  <a:r>
                    <a:rPr lang="en-US" altLang="zh-CN" sz="1800" dirty="0"/>
                    <a:t> </a:t>
                  </a:r>
                </a:p>
                <a:p>
                  <a:pPr>
                    <a:spcBef>
                      <a:spcPct val="0"/>
                    </a:spcBef>
                    <a:buClrTx/>
                    <a:buSzTx/>
                    <a:buFontTx/>
                    <a:buNone/>
                  </a:pPr>
                  <a14:m>
                    <m:oMath xmlns:m="http://schemas.openxmlformats.org/officeDocument/2006/math">
                      <m:sSub>
                        <m:sSubPr>
                          <m:ctrlPr>
                            <a:rPr lang="en-US" altLang="zh-CN" sz="1800" b="0" i="1" dirty="0" smtClean="0">
                              <a:latin typeface="Cambria Math" panose="02040503050406030204" pitchFamily="18" charset="0"/>
                            </a:rPr>
                          </m:ctrlPr>
                        </m:sSubPr>
                        <m:e>
                          <m:r>
                            <a:rPr lang="en-US" altLang="zh-CN" sz="1800" i="1" dirty="0" smtClean="0">
                              <a:latin typeface="Cambria Math" panose="02040503050406030204" pitchFamily="18" charset="0"/>
                            </a:rPr>
                            <m:t>𝐶</m:t>
                          </m:r>
                        </m:e>
                        <m:sub>
                          <m:r>
                            <a:rPr lang="en-US" altLang="zh-CN" sz="1800" b="0" i="1" dirty="0" smtClean="0">
                              <a:latin typeface="Cambria Math" panose="02040503050406030204" pitchFamily="18" charset="0"/>
                            </a:rPr>
                            <m:t>1</m:t>
                          </m:r>
                        </m:sub>
                      </m:sSub>
                      <m:r>
                        <a:rPr lang="en-US" altLang="zh-CN" sz="1800" i="1" dirty="0" smtClean="0">
                          <a:latin typeface="Cambria Math" panose="02040503050406030204" pitchFamily="18" charset="0"/>
                        </a:rPr>
                        <m:t>.</m:t>
                      </m:r>
                      <m:r>
                        <a:rPr lang="en-US" altLang="zh-CN" sz="1800" i="1" dirty="0" smtClean="0">
                          <a:latin typeface="Cambria Math" panose="02040503050406030204" pitchFamily="18" charset="0"/>
                        </a:rPr>
                        <m:t>𝑤𝑖𝑑𝑡h</m:t>
                      </m:r>
                      <m:r>
                        <a:rPr lang="en-US" altLang="zh-CN" sz="1800" i="1" dirty="0" smtClean="0">
                          <a:latin typeface="Cambria Math" panose="02040503050406030204" pitchFamily="18" charset="0"/>
                        </a:rPr>
                        <m:t>=3∗</m:t>
                      </m:r>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𝐶</m:t>
                          </m:r>
                        </m:e>
                        <m:sub>
                          <m:r>
                            <a:rPr lang="en-US" altLang="zh-CN" sz="1800" i="1" dirty="0">
                              <a:latin typeface="Cambria Math" panose="02040503050406030204" pitchFamily="18" charset="0"/>
                            </a:rPr>
                            <m:t>2</m:t>
                          </m:r>
                        </m:sub>
                      </m:sSub>
                      <m:r>
                        <a:rPr lang="en-US" altLang="zh-CN" sz="1800" i="1" dirty="0">
                          <a:latin typeface="Cambria Math" panose="02040503050406030204" pitchFamily="18" charset="0"/>
                        </a:rPr>
                        <m:t>.</m:t>
                      </m:r>
                      <m:r>
                        <a:rPr lang="en-US" altLang="zh-CN" sz="1800" i="1" dirty="0">
                          <a:latin typeface="Cambria Math" panose="02040503050406030204" pitchFamily="18" charset="0"/>
                        </a:rPr>
                        <m:t>𝑤𝑖𝑑𝑡h</m:t>
                      </m:r>
                    </m:oMath>
                  </a14:m>
                  <a:r>
                    <a:rPr lang="en-US" altLang="zh-CN" sz="1800" dirty="0"/>
                    <a:t>}</a:t>
                  </a:r>
                  <a:endParaRPr lang="zh-CN" altLang="en-US" sz="1800" dirty="0"/>
                </a:p>
              </p:txBody>
            </p:sp>
          </mc:Choice>
          <mc:Fallback xmlns="">
            <p:sp>
              <p:nvSpPr>
                <p:cNvPr id="86" name="文本框 25">
                  <a:extLst>
                    <a:ext uri="{FF2B5EF4-FFF2-40B4-BE49-F238E27FC236}">
                      <a16:creationId xmlns:a16="http://schemas.microsoft.com/office/drawing/2014/main" id="{37868F44-662A-4708-80D9-E805FF6DE566}"/>
                    </a:ext>
                  </a:extLst>
                </p:cNvPr>
                <p:cNvSpPr txBox="1">
                  <a:spLocks noRot="1" noChangeAspect="1" noMove="1" noResize="1" noEditPoints="1" noAdjustHandles="1" noChangeArrowheads="1" noChangeShapeType="1" noTextEdit="1"/>
                </p:cNvSpPr>
                <p:nvPr/>
              </p:nvSpPr>
              <p:spPr bwMode="auto">
                <a:xfrm>
                  <a:off x="5717930" y="4970342"/>
                  <a:ext cx="3311952" cy="646292"/>
                </a:xfrm>
                <a:prstGeom prst="rect">
                  <a:avLst/>
                </a:prstGeom>
                <a:blipFill>
                  <a:blip r:embed="rId18"/>
                  <a:stretch>
                    <a:fillRect l="-1471" t="-4717" b="-1415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cxnSp>
          <p:nvCxnSpPr>
            <p:cNvPr id="87" name="直接箭头连接符 86">
              <a:extLst>
                <a:ext uri="{FF2B5EF4-FFF2-40B4-BE49-F238E27FC236}">
                  <a16:creationId xmlns:a16="http://schemas.microsoft.com/office/drawing/2014/main" id="{97757881-5AF3-4311-927D-452020B85CCE}"/>
                </a:ext>
              </a:extLst>
            </p:cNvPr>
            <p:cNvCxnSpPr>
              <a:cxnSpLocks/>
              <a:stCxn id="15" idx="2"/>
              <a:endCxn id="86" idx="0"/>
            </p:cNvCxnSpPr>
            <p:nvPr/>
          </p:nvCxnSpPr>
          <p:spPr bwMode="auto">
            <a:xfrm>
              <a:off x="3573782" y="4520131"/>
              <a:ext cx="3800125" cy="45021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0" name="文本框 23">
              <a:extLst>
                <a:ext uri="{FF2B5EF4-FFF2-40B4-BE49-F238E27FC236}">
                  <a16:creationId xmlns:a16="http://schemas.microsoft.com/office/drawing/2014/main" id="{77986895-B578-481F-B5C6-5CA254B333FC}"/>
                </a:ext>
              </a:extLst>
            </p:cNvPr>
            <p:cNvSpPr txBox="1">
              <a:spLocks noChangeArrowheads="1"/>
            </p:cNvSpPr>
            <p:nvPr/>
          </p:nvSpPr>
          <p:spPr bwMode="auto">
            <a:xfrm>
              <a:off x="4853865" y="5760641"/>
              <a:ext cx="360074" cy="369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en-US" altLang="zh-CN" sz="1800" dirty="0">
                  <a:sym typeface="Symbol" panose="05050102010706020507" pitchFamily="18" charset="2"/>
                </a:rPr>
                <a:t></a:t>
              </a:r>
              <a:endParaRPr lang="zh-CN" altLang="en-US" sz="1800" dirty="0"/>
            </a:p>
          </p:txBody>
        </p:sp>
        <p:cxnSp>
          <p:nvCxnSpPr>
            <p:cNvPr id="91" name="直接箭头连接符 90">
              <a:extLst>
                <a:ext uri="{FF2B5EF4-FFF2-40B4-BE49-F238E27FC236}">
                  <a16:creationId xmlns:a16="http://schemas.microsoft.com/office/drawing/2014/main" id="{90DBFDEB-62D0-40F1-9C7D-4CFFADDB61F9}"/>
                </a:ext>
              </a:extLst>
            </p:cNvPr>
            <p:cNvCxnSpPr>
              <a:cxnSpLocks/>
              <a:stCxn id="63" idx="2"/>
              <a:endCxn id="90" idx="0"/>
            </p:cNvCxnSpPr>
            <p:nvPr/>
          </p:nvCxnSpPr>
          <p:spPr bwMode="auto">
            <a:xfrm>
              <a:off x="4292582" y="5472626"/>
              <a:ext cx="741321" cy="28801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5" name="文本框 25">
                  <a:extLst>
                    <a:ext uri="{FF2B5EF4-FFF2-40B4-BE49-F238E27FC236}">
                      <a16:creationId xmlns:a16="http://schemas.microsoft.com/office/drawing/2014/main" id="{678ECE19-685A-409F-A682-8EB39002D8B2}"/>
                    </a:ext>
                  </a:extLst>
                </p:cNvPr>
                <p:cNvSpPr txBox="1">
                  <a:spLocks noChangeArrowheads="1"/>
                </p:cNvSpPr>
                <p:nvPr/>
              </p:nvSpPr>
              <p:spPr bwMode="auto">
                <a:xfrm>
                  <a:off x="5998472" y="5688638"/>
                  <a:ext cx="1682916" cy="64629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en-US" altLang="zh-CN" sz="1800" b="0" dirty="0"/>
                    <a:t>{</a:t>
                  </a:r>
                  <a14:m>
                    <m:oMath xmlns:m="http://schemas.openxmlformats.org/officeDocument/2006/math">
                      <m:sSub>
                        <m:sSubPr>
                          <m:ctrlPr>
                            <a:rPr lang="en-US" altLang="zh-CN" sz="1800" b="0" i="1" dirty="0" smtClean="0">
                              <a:latin typeface="Cambria Math" panose="02040503050406030204" pitchFamily="18" charset="0"/>
                            </a:rPr>
                          </m:ctrlPr>
                        </m:sSubPr>
                        <m:e>
                          <m:r>
                            <a:rPr lang="en-US" altLang="zh-CN" sz="1800" i="1" dirty="0" smtClean="0">
                              <a:latin typeface="Cambria Math" panose="02040503050406030204" pitchFamily="18" charset="0"/>
                            </a:rPr>
                            <m:t>𝐶</m:t>
                          </m:r>
                        </m:e>
                        <m:sub>
                          <m:r>
                            <a:rPr lang="en-US" altLang="zh-CN" sz="1800" b="0" i="1" dirty="0" smtClean="0">
                              <a:latin typeface="Cambria Math" panose="02040503050406030204" pitchFamily="18" charset="0"/>
                            </a:rPr>
                            <m:t>2</m:t>
                          </m:r>
                        </m:sub>
                      </m:sSub>
                      <m:r>
                        <a:rPr lang="en-US" altLang="zh-CN" sz="1800" i="1" dirty="0" smtClean="0">
                          <a:latin typeface="Cambria Math" panose="02040503050406030204" pitchFamily="18" charset="0"/>
                        </a:rPr>
                        <m:t>.</m:t>
                      </m:r>
                      <m:r>
                        <a:rPr lang="en-US" altLang="zh-CN" sz="1800" i="1" dirty="0" smtClean="0">
                          <a:latin typeface="Cambria Math" panose="02040503050406030204" pitchFamily="18" charset="0"/>
                        </a:rPr>
                        <m:t>𝑡𝑦𝑝𝑒</m:t>
                      </m:r>
                      <m:r>
                        <a:rPr lang="en-US" altLang="zh-CN" sz="1800" i="1" dirty="0" smtClean="0">
                          <a:latin typeface="Cambria Math" panose="02040503050406030204" pitchFamily="18" charset="0"/>
                        </a:rPr>
                        <m:t>=</m:t>
                      </m:r>
                      <m:r>
                        <a:rPr lang="en-US" altLang="zh-CN" sz="1800" b="0" i="1" dirty="0" smtClean="0">
                          <a:latin typeface="Cambria Math" panose="02040503050406030204" pitchFamily="18" charset="0"/>
                        </a:rPr>
                        <m:t>𝑡</m:t>
                      </m:r>
                    </m:oMath>
                  </a14:m>
                  <a:r>
                    <a:rPr lang="zh-CN" altLang="en-US" sz="1800" dirty="0"/>
                    <a:t> </a:t>
                  </a:r>
                  <a:endParaRPr lang="en-US" altLang="zh-CN" sz="1800" dirty="0"/>
                </a:p>
                <a:p>
                  <a:pPr>
                    <a:spcBef>
                      <a:spcPct val="0"/>
                    </a:spcBef>
                    <a:buClrTx/>
                    <a:buSzTx/>
                    <a:buNone/>
                  </a:pPr>
                  <a14:m>
                    <m:oMath xmlns:m="http://schemas.openxmlformats.org/officeDocument/2006/math">
                      <m:sSub>
                        <m:sSubPr>
                          <m:ctrlPr>
                            <a:rPr lang="en-US" altLang="zh-CN" sz="1800" b="0" i="1" dirty="0" smtClean="0">
                              <a:latin typeface="Cambria Math" panose="02040503050406030204" pitchFamily="18" charset="0"/>
                            </a:rPr>
                          </m:ctrlPr>
                        </m:sSubPr>
                        <m:e>
                          <m:r>
                            <a:rPr lang="en-US" altLang="zh-CN" sz="1800" i="1" dirty="0" smtClean="0">
                              <a:latin typeface="Cambria Math" panose="02040503050406030204" pitchFamily="18" charset="0"/>
                            </a:rPr>
                            <m:t>𝐶</m:t>
                          </m:r>
                        </m:e>
                        <m:sub>
                          <m:r>
                            <a:rPr lang="en-US" altLang="zh-CN" sz="1800" b="0" i="1" dirty="0" smtClean="0">
                              <a:latin typeface="Cambria Math" panose="02040503050406030204" pitchFamily="18" charset="0"/>
                            </a:rPr>
                            <m:t>2</m:t>
                          </m:r>
                        </m:sub>
                      </m:sSub>
                      <m:r>
                        <a:rPr lang="en-US" altLang="zh-CN" sz="1800" i="1" dirty="0" smtClean="0">
                          <a:latin typeface="Cambria Math" panose="02040503050406030204" pitchFamily="18" charset="0"/>
                        </a:rPr>
                        <m:t>.</m:t>
                      </m:r>
                      <m:r>
                        <a:rPr lang="en-US" altLang="zh-CN" sz="1800" i="1" dirty="0" smtClean="0">
                          <a:latin typeface="Cambria Math" panose="02040503050406030204" pitchFamily="18" charset="0"/>
                        </a:rPr>
                        <m:t>𝑤𝑖𝑑𝑡h</m:t>
                      </m:r>
                      <m:r>
                        <a:rPr lang="en-US" altLang="zh-CN" sz="1800" i="1" dirty="0" smtClean="0">
                          <a:latin typeface="Cambria Math" panose="02040503050406030204" pitchFamily="18" charset="0"/>
                        </a:rPr>
                        <m:t>=</m:t>
                      </m:r>
                      <m:r>
                        <a:rPr lang="en-US" altLang="zh-CN" sz="1800" b="0" i="1" dirty="0" smtClean="0">
                          <a:latin typeface="Cambria Math" panose="02040503050406030204" pitchFamily="18" charset="0"/>
                        </a:rPr>
                        <m:t>𝑤</m:t>
                      </m:r>
                    </m:oMath>
                  </a14:m>
                  <a:r>
                    <a:rPr lang="en-US" altLang="zh-CN" sz="1800" dirty="0"/>
                    <a:t>}</a:t>
                  </a:r>
                  <a:endParaRPr lang="zh-CN" altLang="en-US" sz="1800" dirty="0"/>
                </a:p>
              </p:txBody>
            </p:sp>
          </mc:Choice>
          <mc:Fallback xmlns="">
            <p:sp>
              <p:nvSpPr>
                <p:cNvPr id="95" name="文本框 25">
                  <a:extLst>
                    <a:ext uri="{FF2B5EF4-FFF2-40B4-BE49-F238E27FC236}">
                      <a16:creationId xmlns:a16="http://schemas.microsoft.com/office/drawing/2014/main" id="{678ECE19-685A-409F-A682-8EB39002D8B2}"/>
                    </a:ext>
                  </a:extLst>
                </p:cNvPr>
                <p:cNvSpPr txBox="1">
                  <a:spLocks noRot="1" noChangeAspect="1" noMove="1" noResize="1" noEditPoints="1" noAdjustHandles="1" noChangeArrowheads="1" noChangeShapeType="1" noTextEdit="1"/>
                </p:cNvSpPr>
                <p:nvPr/>
              </p:nvSpPr>
              <p:spPr bwMode="auto">
                <a:xfrm>
                  <a:off x="5998472" y="5688638"/>
                  <a:ext cx="1682916" cy="646292"/>
                </a:xfrm>
                <a:prstGeom prst="rect">
                  <a:avLst/>
                </a:prstGeom>
                <a:blipFill>
                  <a:blip r:embed="rId19"/>
                  <a:stretch>
                    <a:fillRect l="-2888" t="-5660" r="-2527" b="-1415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cxnSp>
          <p:nvCxnSpPr>
            <p:cNvPr id="96" name="直接箭头连接符 95">
              <a:extLst>
                <a:ext uri="{FF2B5EF4-FFF2-40B4-BE49-F238E27FC236}">
                  <a16:creationId xmlns:a16="http://schemas.microsoft.com/office/drawing/2014/main" id="{455324F4-F12C-4484-92E3-530BF3674521}"/>
                </a:ext>
              </a:extLst>
            </p:cNvPr>
            <p:cNvCxnSpPr>
              <a:cxnSpLocks/>
              <a:stCxn id="63" idx="2"/>
              <a:endCxn id="95" idx="0"/>
            </p:cNvCxnSpPr>
            <p:nvPr/>
          </p:nvCxnSpPr>
          <p:spPr bwMode="auto">
            <a:xfrm>
              <a:off x="4292582" y="5472627"/>
              <a:ext cx="2547348" cy="21601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7" name="文本框 23">
                  <a:extLst>
                    <a:ext uri="{FF2B5EF4-FFF2-40B4-BE49-F238E27FC236}">
                      <a16:creationId xmlns:a16="http://schemas.microsoft.com/office/drawing/2014/main" id="{05628B9F-3276-4395-915F-34E88271F489}"/>
                    </a:ext>
                  </a:extLst>
                </p:cNvPr>
                <p:cNvSpPr txBox="1">
                  <a:spLocks noChangeArrowheads="1"/>
                </p:cNvSpPr>
                <p:nvPr/>
              </p:nvSpPr>
              <p:spPr bwMode="auto">
                <a:xfrm>
                  <a:off x="3125890" y="5823385"/>
                  <a:ext cx="360074" cy="36927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14:m>
                    <m:oMathPara xmlns:m="http://schemas.openxmlformats.org/officeDocument/2006/math">
                      <m:oMathParaPr>
                        <m:jc m:val="centerGroup"/>
                      </m:oMathParaPr>
                      <m:oMath xmlns:m="http://schemas.openxmlformats.org/officeDocument/2006/math">
                        <m:r>
                          <a:rPr lang="en-US" altLang="zh-CN" sz="1800" i="1" dirty="0" smtClean="0">
                            <a:latin typeface="Cambria Math" panose="02040503050406030204" pitchFamily="18" charset="0"/>
                          </a:rPr>
                          <m:t>3</m:t>
                        </m:r>
                      </m:oMath>
                    </m:oMathPara>
                  </a14:m>
                  <a:endParaRPr lang="zh-CN" altLang="en-US" sz="1800" dirty="0"/>
                </a:p>
              </p:txBody>
            </p:sp>
          </mc:Choice>
          <mc:Fallback xmlns="">
            <p:sp>
              <p:nvSpPr>
                <p:cNvPr id="107" name="文本框 23">
                  <a:extLst>
                    <a:ext uri="{FF2B5EF4-FFF2-40B4-BE49-F238E27FC236}">
                      <a16:creationId xmlns:a16="http://schemas.microsoft.com/office/drawing/2014/main" id="{05628B9F-3276-4395-915F-34E88271F489}"/>
                    </a:ext>
                  </a:extLst>
                </p:cNvPr>
                <p:cNvSpPr txBox="1">
                  <a:spLocks noRot="1" noChangeAspect="1" noMove="1" noResize="1" noEditPoints="1" noAdjustHandles="1" noChangeArrowheads="1" noChangeShapeType="1" noTextEdit="1"/>
                </p:cNvSpPr>
                <p:nvPr/>
              </p:nvSpPr>
              <p:spPr bwMode="auto">
                <a:xfrm>
                  <a:off x="3125890" y="5823385"/>
                  <a:ext cx="360074" cy="369279"/>
                </a:xfrm>
                <a:prstGeom prst="rect">
                  <a:avLst/>
                </a:prstGeom>
                <a:blipFill>
                  <a:blip r:embed="rId20"/>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cxnSp>
          <p:nvCxnSpPr>
            <p:cNvPr id="108" name="直接箭头连接符 107">
              <a:extLst>
                <a:ext uri="{FF2B5EF4-FFF2-40B4-BE49-F238E27FC236}">
                  <a16:creationId xmlns:a16="http://schemas.microsoft.com/office/drawing/2014/main" id="{542EBAB3-C045-493A-BDC9-A0784619E5F8}"/>
                </a:ext>
              </a:extLst>
            </p:cNvPr>
            <p:cNvCxnSpPr>
              <a:cxnSpLocks/>
              <a:stCxn id="66" idx="2"/>
              <a:endCxn id="107" idx="0"/>
            </p:cNvCxnSpPr>
            <p:nvPr/>
          </p:nvCxnSpPr>
          <p:spPr bwMode="auto">
            <a:xfrm flipH="1">
              <a:off x="3305927" y="5472628"/>
              <a:ext cx="1250" cy="35075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1" name="文本框 23">
                  <a:extLst>
                    <a:ext uri="{FF2B5EF4-FFF2-40B4-BE49-F238E27FC236}">
                      <a16:creationId xmlns:a16="http://schemas.microsoft.com/office/drawing/2014/main" id="{B242A324-91A4-4DD7-AB97-4F12F993E239}"/>
                    </a:ext>
                  </a:extLst>
                </p:cNvPr>
                <p:cNvSpPr txBox="1">
                  <a:spLocks noChangeArrowheads="1"/>
                </p:cNvSpPr>
                <p:nvPr/>
              </p:nvSpPr>
              <p:spPr bwMode="auto">
                <a:xfrm>
                  <a:off x="1613913" y="5175352"/>
                  <a:ext cx="360074" cy="36927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14:m>
                    <m:oMathPara xmlns:m="http://schemas.openxmlformats.org/officeDocument/2006/math">
                      <m:oMathParaPr>
                        <m:jc m:val="centerGroup"/>
                      </m:oMathParaPr>
                      <m:oMath xmlns:m="http://schemas.openxmlformats.org/officeDocument/2006/math">
                        <m:r>
                          <a:rPr lang="en-US" altLang="zh-CN" sz="1800" i="1" dirty="0" smtClean="0">
                            <a:latin typeface="Cambria Math" panose="02040503050406030204" pitchFamily="18" charset="0"/>
                          </a:rPr>
                          <m:t>2</m:t>
                        </m:r>
                      </m:oMath>
                    </m:oMathPara>
                  </a14:m>
                  <a:endParaRPr lang="zh-CN" altLang="en-US" sz="1800" dirty="0"/>
                </a:p>
              </p:txBody>
            </p:sp>
          </mc:Choice>
          <mc:Fallback xmlns="">
            <p:sp>
              <p:nvSpPr>
                <p:cNvPr id="111" name="文本框 23">
                  <a:extLst>
                    <a:ext uri="{FF2B5EF4-FFF2-40B4-BE49-F238E27FC236}">
                      <a16:creationId xmlns:a16="http://schemas.microsoft.com/office/drawing/2014/main" id="{B242A324-91A4-4DD7-AB97-4F12F993E239}"/>
                    </a:ext>
                  </a:extLst>
                </p:cNvPr>
                <p:cNvSpPr txBox="1">
                  <a:spLocks noRot="1" noChangeAspect="1" noMove="1" noResize="1" noEditPoints="1" noAdjustHandles="1" noChangeArrowheads="1" noChangeShapeType="1" noTextEdit="1"/>
                </p:cNvSpPr>
                <p:nvPr/>
              </p:nvSpPr>
              <p:spPr bwMode="auto">
                <a:xfrm>
                  <a:off x="1613913" y="5175352"/>
                  <a:ext cx="360074" cy="369279"/>
                </a:xfrm>
                <a:prstGeom prst="rect">
                  <a:avLst/>
                </a:prstGeom>
                <a:blipFill>
                  <a:blip r:embed="rId21"/>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cxnSp>
          <p:nvCxnSpPr>
            <p:cNvPr id="112" name="直接箭头连接符 111">
              <a:extLst>
                <a:ext uri="{FF2B5EF4-FFF2-40B4-BE49-F238E27FC236}">
                  <a16:creationId xmlns:a16="http://schemas.microsoft.com/office/drawing/2014/main" id="{3A8E92A0-BDEB-479E-8ACC-7F317D908882}"/>
                </a:ext>
              </a:extLst>
            </p:cNvPr>
            <p:cNvCxnSpPr>
              <a:cxnSpLocks/>
              <a:stCxn id="13" idx="2"/>
              <a:endCxn id="111" idx="0"/>
            </p:cNvCxnSpPr>
            <p:nvPr/>
          </p:nvCxnSpPr>
          <p:spPr bwMode="auto">
            <a:xfrm flipH="1">
              <a:off x="1793951" y="4520129"/>
              <a:ext cx="1250" cy="65522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7" name="文本框 19">
                  <a:extLst>
                    <a:ext uri="{FF2B5EF4-FFF2-40B4-BE49-F238E27FC236}">
                      <a16:creationId xmlns:a16="http://schemas.microsoft.com/office/drawing/2014/main" id="{D08C366C-9D72-466E-AD44-01F53B6F5AEA}"/>
                    </a:ext>
                  </a:extLst>
                </p:cNvPr>
                <p:cNvSpPr txBox="1">
                  <a:spLocks noChangeArrowheads="1"/>
                </p:cNvSpPr>
                <p:nvPr/>
              </p:nvSpPr>
              <p:spPr bwMode="auto">
                <a:xfrm>
                  <a:off x="305057" y="4125235"/>
                  <a:ext cx="645569" cy="36930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9pPr>
                </a:lstStyle>
                <a:p>
                  <a:pPr>
                    <a:spcBef>
                      <a:spcPct val="0"/>
                    </a:spcBef>
                    <a:buClrTx/>
                    <a:buSzTx/>
                    <a:buFont typeface="Wingdings" panose="05000000000000000000" pitchFamily="2" charset="2"/>
                    <a:buNone/>
                  </a:pPr>
                  <a14:m>
                    <m:oMathPara xmlns:m="http://schemas.openxmlformats.org/officeDocument/2006/math">
                      <m:oMathParaPr>
                        <m:jc m:val="centerGroup"/>
                      </m:oMathParaPr>
                      <m:oMath xmlns:m="http://schemas.openxmlformats.org/officeDocument/2006/math">
                        <m:r>
                          <a:rPr lang="en-US" altLang="zh-CN" sz="1800" i="1" dirty="0" smtClean="0">
                            <a:latin typeface="Cambria Math" panose="02040503050406030204" pitchFamily="18" charset="0"/>
                          </a:rPr>
                          <m:t>𝑖𝑛𝑡</m:t>
                        </m:r>
                      </m:oMath>
                    </m:oMathPara>
                  </a14:m>
                  <a:endParaRPr lang="zh-CN" altLang="en-US" sz="1800" dirty="0"/>
                </a:p>
              </p:txBody>
            </p:sp>
          </mc:Choice>
          <mc:Fallback xmlns="">
            <p:sp>
              <p:nvSpPr>
                <p:cNvPr id="47" name="文本框 19">
                  <a:extLst>
                    <a:ext uri="{FF2B5EF4-FFF2-40B4-BE49-F238E27FC236}">
                      <a16:creationId xmlns:a16="http://schemas.microsoft.com/office/drawing/2014/main" id="{D08C366C-9D72-466E-AD44-01F53B6F5AEA}"/>
                    </a:ext>
                  </a:extLst>
                </p:cNvPr>
                <p:cNvSpPr txBox="1">
                  <a:spLocks noRot="1" noChangeAspect="1" noMove="1" noResize="1" noEditPoints="1" noAdjustHandles="1" noChangeArrowheads="1" noChangeShapeType="1" noTextEdit="1"/>
                </p:cNvSpPr>
                <p:nvPr/>
              </p:nvSpPr>
              <p:spPr bwMode="auto">
                <a:xfrm>
                  <a:off x="305057" y="4125235"/>
                  <a:ext cx="645569" cy="369309"/>
                </a:xfrm>
                <a:prstGeom prst="rect">
                  <a:avLst/>
                </a:prstGeom>
                <a:blipFill>
                  <a:blip r:embed="rId22"/>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cxnSp>
          <p:nvCxnSpPr>
            <p:cNvPr id="48" name="直接箭头连接符 47">
              <a:extLst>
                <a:ext uri="{FF2B5EF4-FFF2-40B4-BE49-F238E27FC236}">
                  <a16:creationId xmlns:a16="http://schemas.microsoft.com/office/drawing/2014/main" id="{F3010DA4-0D86-4266-B9C4-C2D3BF30B32D}"/>
                </a:ext>
              </a:extLst>
            </p:cNvPr>
            <p:cNvCxnSpPr>
              <a:cxnSpLocks/>
              <a:stCxn id="11" idx="2"/>
              <a:endCxn id="47" idx="0"/>
            </p:cNvCxnSpPr>
            <p:nvPr/>
          </p:nvCxnSpPr>
          <p:spPr bwMode="auto">
            <a:xfrm flipH="1">
              <a:off x="627841" y="3527669"/>
              <a:ext cx="178596" cy="59756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pic>
        <p:nvPicPr>
          <p:cNvPr id="32" name="图片 1">
            <a:extLst>
              <a:ext uri="{FF2B5EF4-FFF2-40B4-BE49-F238E27FC236}">
                <a16:creationId xmlns:a16="http://schemas.microsoft.com/office/drawing/2014/main" id="{98C21977-8A8E-4C9D-A70A-BFF795F98D1D}"/>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46249" y="5081047"/>
            <a:ext cx="6125951" cy="652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 name="图片 2">
            <a:extLst>
              <a:ext uri="{FF2B5EF4-FFF2-40B4-BE49-F238E27FC236}">
                <a16:creationId xmlns:a16="http://schemas.microsoft.com/office/drawing/2014/main" id="{C1A4AFEE-F00A-4E56-AC23-763ED7B13976}"/>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01642" y="5833840"/>
            <a:ext cx="6345986" cy="1029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 name="文本框 33">
            <a:extLst>
              <a:ext uri="{FF2B5EF4-FFF2-40B4-BE49-F238E27FC236}">
                <a16:creationId xmlns:a16="http://schemas.microsoft.com/office/drawing/2014/main" id="{A9237E33-5E19-4C23-9855-EDE5E83E01EA}"/>
              </a:ext>
            </a:extLst>
          </p:cNvPr>
          <p:cNvSpPr txBox="1"/>
          <p:nvPr/>
        </p:nvSpPr>
        <p:spPr>
          <a:xfrm>
            <a:off x="-36512" y="4623519"/>
            <a:ext cx="3528392" cy="461665"/>
          </a:xfrm>
          <a:prstGeom prst="rect">
            <a:avLst/>
          </a:prstGeom>
          <a:noFill/>
        </p:spPr>
        <p:txBody>
          <a:bodyPr wrap="square" rtlCol="0">
            <a:spAutoFit/>
          </a:bodyPr>
          <a:lstStyle/>
          <a:p>
            <a:r>
              <a:rPr lang="en-US" altLang="zh-CN" dirty="0"/>
              <a:t>The translation scheme:</a:t>
            </a:r>
            <a:endParaRPr lang="zh-CN" altLang="en-US" dirty="0"/>
          </a:p>
        </p:txBody>
      </p:sp>
      <p:cxnSp>
        <p:nvCxnSpPr>
          <p:cNvPr id="25" name="直接箭头连接符 24">
            <a:extLst>
              <a:ext uri="{FF2B5EF4-FFF2-40B4-BE49-F238E27FC236}">
                <a16:creationId xmlns:a16="http://schemas.microsoft.com/office/drawing/2014/main" id="{CADF09D6-9044-4B3F-8225-37038A794C03}"/>
              </a:ext>
            </a:extLst>
          </p:cNvPr>
          <p:cNvCxnSpPr>
            <a:cxnSpLocks/>
          </p:cNvCxnSpPr>
          <p:nvPr/>
        </p:nvCxnSpPr>
        <p:spPr>
          <a:xfrm>
            <a:off x="2411681" y="2211835"/>
            <a:ext cx="4570781" cy="2259449"/>
          </a:xfrm>
          <a:prstGeom prst="straightConnector1">
            <a:avLst/>
          </a:prstGeom>
          <a:ln>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303171"/>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a:extLst>
              <a:ext uri="{FF2B5EF4-FFF2-40B4-BE49-F238E27FC236}">
                <a16:creationId xmlns:a16="http://schemas.microsoft.com/office/drawing/2014/main" id="{076A0BF1-234A-4893-AD5E-A266866F5C85}"/>
              </a:ext>
            </a:extLst>
          </p:cNvPr>
          <p:cNvSpPr>
            <a:spLocks noGrp="1" noChangeArrowheads="1"/>
          </p:cNvSpPr>
          <p:nvPr>
            <p:ph type="title"/>
          </p:nvPr>
        </p:nvSpPr>
        <p:spPr>
          <a:xfrm>
            <a:off x="250825" y="214313"/>
            <a:ext cx="8693150" cy="693737"/>
          </a:xfrm>
        </p:spPr>
        <p:txBody>
          <a:bodyPr/>
          <a:lstStyle/>
          <a:p>
            <a:r>
              <a:rPr lang="en-US" altLang="zh-CN" dirty="0"/>
              <a:t>6.3.4 Storage Layout for Local Names</a:t>
            </a:r>
            <a:r>
              <a:rPr lang="en-US" altLang="zh-CN" sz="2000" dirty="0"/>
              <a:t>(Example 6.9)</a:t>
            </a:r>
            <a:endParaRPr lang="zh-CN" altLang="en-US" sz="2000" dirty="0"/>
          </a:p>
        </p:txBody>
      </p:sp>
      <p:pic>
        <p:nvPicPr>
          <p:cNvPr id="35843" name="内容占位符 3">
            <a:extLst>
              <a:ext uri="{FF2B5EF4-FFF2-40B4-BE49-F238E27FC236}">
                <a16:creationId xmlns:a16="http://schemas.microsoft.com/office/drawing/2014/main" id="{89A67E94-EE0D-479F-8A8C-D7CADAAF676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77860" y="1817216"/>
            <a:ext cx="8340725" cy="3556000"/>
          </a:xfrm>
        </p:spPr>
      </p:pic>
      <p:pic>
        <p:nvPicPr>
          <p:cNvPr id="4" name="图片 3">
            <a:extLst>
              <a:ext uri="{FF2B5EF4-FFF2-40B4-BE49-F238E27FC236}">
                <a16:creationId xmlns:a16="http://schemas.microsoft.com/office/drawing/2014/main" id="{849549F9-FAD3-413C-8826-95CF47289257}"/>
              </a:ext>
            </a:extLst>
          </p:cNvPr>
          <p:cNvPicPr>
            <a:picLocks noChangeAspect="1"/>
          </p:cNvPicPr>
          <p:nvPr/>
        </p:nvPicPr>
        <p:blipFill>
          <a:blip r:embed="rId3"/>
          <a:stretch>
            <a:fillRect/>
          </a:stretch>
        </p:blipFill>
        <p:spPr>
          <a:xfrm>
            <a:off x="1721348" y="6021288"/>
            <a:ext cx="6091012" cy="310133"/>
          </a:xfrm>
          <a:prstGeom prst="rect">
            <a:avLst/>
          </a:prstGeom>
        </p:spPr>
      </p:pic>
      <p:cxnSp>
        <p:nvCxnSpPr>
          <p:cNvPr id="6" name="直接连接符 5">
            <a:extLst>
              <a:ext uri="{FF2B5EF4-FFF2-40B4-BE49-F238E27FC236}">
                <a16:creationId xmlns:a16="http://schemas.microsoft.com/office/drawing/2014/main" id="{ED385000-88BE-44BC-A36A-39EFE18354A4}"/>
              </a:ext>
            </a:extLst>
          </p:cNvPr>
          <p:cNvCxnSpPr>
            <a:cxnSpLocks/>
          </p:cNvCxnSpPr>
          <p:nvPr/>
        </p:nvCxnSpPr>
        <p:spPr>
          <a:xfrm flipH="1" flipV="1">
            <a:off x="6670548" y="2897336"/>
            <a:ext cx="288032" cy="72008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88B9F522-37FF-41AF-87BF-2B982C68E7AA}"/>
              </a:ext>
            </a:extLst>
          </p:cNvPr>
          <p:cNvCxnSpPr>
            <a:cxnSpLocks/>
          </p:cNvCxnSpPr>
          <p:nvPr/>
        </p:nvCxnSpPr>
        <p:spPr>
          <a:xfrm flipH="1" flipV="1">
            <a:off x="8254724" y="2897336"/>
            <a:ext cx="288032" cy="648072"/>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315A665F-D8EC-42CD-AF43-14BB232319DD}"/>
              </a:ext>
            </a:extLst>
          </p:cNvPr>
          <p:cNvCxnSpPr>
            <a:cxnSpLocks/>
          </p:cNvCxnSpPr>
          <p:nvPr/>
        </p:nvCxnSpPr>
        <p:spPr>
          <a:xfrm flipH="1" flipV="1">
            <a:off x="8530553" y="3689424"/>
            <a:ext cx="361927" cy="78272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EC4F3C27-E392-4FC5-93BA-69CEAA1CF325}"/>
              </a:ext>
            </a:extLst>
          </p:cNvPr>
          <p:cNvCxnSpPr>
            <a:cxnSpLocks/>
          </p:cNvCxnSpPr>
          <p:nvPr/>
        </p:nvCxnSpPr>
        <p:spPr>
          <a:xfrm flipH="1" flipV="1">
            <a:off x="7822676" y="3689424"/>
            <a:ext cx="288032" cy="73916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059A776F-F369-42EB-8F1B-AAB6EE678687}"/>
              </a:ext>
            </a:extLst>
          </p:cNvPr>
          <p:cNvCxnSpPr>
            <a:cxnSpLocks/>
          </p:cNvCxnSpPr>
          <p:nvPr/>
        </p:nvCxnSpPr>
        <p:spPr>
          <a:xfrm flipH="1" flipV="1">
            <a:off x="6670548" y="2841229"/>
            <a:ext cx="1512169" cy="1908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DDAEAE7E-EFA8-4A8E-A978-470A7355386D}"/>
              </a:ext>
            </a:extLst>
          </p:cNvPr>
          <p:cNvCxnSpPr>
            <a:cxnSpLocks/>
          </p:cNvCxnSpPr>
          <p:nvPr/>
        </p:nvCxnSpPr>
        <p:spPr>
          <a:xfrm flipH="1" flipV="1">
            <a:off x="6958580" y="3606030"/>
            <a:ext cx="1547120" cy="1138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3A0D718E-93A6-41F8-B284-5A9668881DD5}"/>
              </a:ext>
            </a:extLst>
          </p:cNvPr>
          <p:cNvCxnSpPr>
            <a:cxnSpLocks/>
          </p:cNvCxnSpPr>
          <p:nvPr/>
        </p:nvCxnSpPr>
        <p:spPr>
          <a:xfrm flipH="1" flipV="1">
            <a:off x="7822676" y="3678038"/>
            <a:ext cx="773560" cy="1138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7F9C5B4D-7CCC-48AB-8CD7-D457C0DD8DD7}"/>
              </a:ext>
            </a:extLst>
          </p:cNvPr>
          <p:cNvCxnSpPr>
            <a:cxnSpLocks/>
          </p:cNvCxnSpPr>
          <p:nvPr/>
        </p:nvCxnSpPr>
        <p:spPr>
          <a:xfrm flipH="1" flipV="1">
            <a:off x="8118920" y="4417203"/>
            <a:ext cx="773560" cy="1138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E3ACBBF0-B808-45BD-9D42-2B3768C5418C}"/>
              </a:ext>
            </a:extLst>
          </p:cNvPr>
          <p:cNvSpPr txBox="1"/>
          <p:nvPr/>
        </p:nvSpPr>
        <p:spPr>
          <a:xfrm>
            <a:off x="154332" y="1632550"/>
            <a:ext cx="2339752" cy="369332"/>
          </a:xfrm>
          <a:prstGeom prst="rect">
            <a:avLst/>
          </a:prstGeom>
          <a:noFill/>
        </p:spPr>
        <p:txBody>
          <a:bodyPr wrap="square" rtlCol="0">
            <a:spAutoFit/>
          </a:bodyPr>
          <a:lstStyle/>
          <a:p>
            <a:r>
              <a:rPr lang="zh-CN" altLang="en-US" dirty="0">
                <a:solidFill>
                  <a:srgbClr val="FF0000"/>
                </a:solidFill>
              </a:rPr>
              <a:t>注释语法树</a:t>
            </a: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a:extLst>
              <a:ext uri="{FF2B5EF4-FFF2-40B4-BE49-F238E27FC236}">
                <a16:creationId xmlns:a16="http://schemas.microsoft.com/office/drawing/2014/main" id="{9312A890-DB7C-4E27-A3E8-C74B97D5D5DA}"/>
              </a:ext>
            </a:extLst>
          </p:cNvPr>
          <p:cNvSpPr>
            <a:spLocks noGrp="1" noChangeArrowheads="1"/>
          </p:cNvSpPr>
          <p:nvPr>
            <p:ph type="title"/>
          </p:nvPr>
        </p:nvSpPr>
        <p:spPr>
          <a:xfrm>
            <a:off x="395288" y="214313"/>
            <a:ext cx="8548687" cy="982439"/>
          </a:xfrm>
        </p:spPr>
        <p:txBody>
          <a:bodyPr/>
          <a:lstStyle/>
          <a:p>
            <a:r>
              <a:rPr lang="en-US" altLang="zh-CN" dirty="0"/>
              <a:t>The Complete Translation Schemes</a:t>
            </a:r>
            <a:endParaRPr lang="zh-CN" altLang="en-US" dirty="0"/>
          </a:p>
        </p:txBody>
      </p:sp>
      <p:pic>
        <p:nvPicPr>
          <p:cNvPr id="34819" name="内容占位符 3">
            <a:extLst>
              <a:ext uri="{FF2B5EF4-FFF2-40B4-BE49-F238E27FC236}">
                <a16:creationId xmlns:a16="http://schemas.microsoft.com/office/drawing/2014/main" id="{6AD60F15-BEA0-450C-A314-4292F2E3EB2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84175" y="1537568"/>
            <a:ext cx="8415338" cy="3403600"/>
          </a:xfrm>
        </p:spPr>
      </p:pic>
      <p:sp>
        <p:nvSpPr>
          <p:cNvPr id="34820" name="文本框 1">
            <a:extLst>
              <a:ext uri="{FF2B5EF4-FFF2-40B4-BE49-F238E27FC236}">
                <a16:creationId xmlns:a16="http://schemas.microsoft.com/office/drawing/2014/main" id="{0F2FCBD5-1911-485C-BA01-4EEEF3A35C35}"/>
              </a:ext>
            </a:extLst>
          </p:cNvPr>
          <p:cNvSpPr txBox="1">
            <a:spLocks noChangeArrowheads="1"/>
          </p:cNvSpPr>
          <p:nvPr/>
        </p:nvSpPr>
        <p:spPr bwMode="auto">
          <a:xfrm>
            <a:off x="468313" y="5847357"/>
            <a:ext cx="69119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en-US" altLang="zh-CN" sz="2400" dirty="0"/>
              <a:t>For the explanation, refer to the next page.</a:t>
            </a:r>
            <a:endParaRPr lang="zh-CN" altLang="en-US" sz="2400" dirty="0"/>
          </a:p>
        </p:txBody>
      </p:sp>
      <p:pic>
        <p:nvPicPr>
          <p:cNvPr id="3" name="图片 2">
            <a:extLst>
              <a:ext uri="{FF2B5EF4-FFF2-40B4-BE49-F238E27FC236}">
                <a16:creationId xmlns:a16="http://schemas.microsoft.com/office/drawing/2014/main" id="{6F3A6C69-AC67-4F6E-95DC-F262BAE90DB3}"/>
              </a:ext>
            </a:extLst>
          </p:cNvPr>
          <p:cNvPicPr>
            <a:picLocks noChangeAspect="1"/>
          </p:cNvPicPr>
          <p:nvPr/>
        </p:nvPicPr>
        <p:blipFill>
          <a:blip r:embed="rId3"/>
          <a:stretch>
            <a:fillRect/>
          </a:stretch>
        </p:blipFill>
        <p:spPr>
          <a:xfrm>
            <a:off x="877086" y="5186908"/>
            <a:ext cx="7007282" cy="402332"/>
          </a:xfrm>
          <a:prstGeom prst="rect">
            <a:avLst/>
          </a:prstGeom>
        </p:spPr>
      </p:pic>
      <p:cxnSp>
        <p:nvCxnSpPr>
          <p:cNvPr id="4" name="直接连接符 3">
            <a:extLst>
              <a:ext uri="{FF2B5EF4-FFF2-40B4-BE49-F238E27FC236}">
                <a16:creationId xmlns:a16="http://schemas.microsoft.com/office/drawing/2014/main" id="{CF000532-37C5-4637-A8EE-EFEE99946814}"/>
              </a:ext>
            </a:extLst>
          </p:cNvPr>
          <p:cNvCxnSpPr/>
          <p:nvPr/>
        </p:nvCxnSpPr>
        <p:spPr>
          <a:xfrm>
            <a:off x="468313" y="2996952"/>
            <a:ext cx="7560071" cy="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8520FDA6-D986-4127-91C3-26564D07B060}"/>
              </a:ext>
            </a:extLst>
          </p:cNvPr>
          <p:cNvCxnSpPr/>
          <p:nvPr/>
        </p:nvCxnSpPr>
        <p:spPr>
          <a:xfrm>
            <a:off x="468313" y="3573016"/>
            <a:ext cx="7560071" cy="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DC302AA4-FDDC-47A4-85EF-F9AEB518F54D}"/>
              </a:ext>
            </a:extLst>
          </p:cNvPr>
          <p:cNvSpPr txBox="1"/>
          <p:nvPr/>
        </p:nvSpPr>
        <p:spPr>
          <a:xfrm>
            <a:off x="107503" y="2916202"/>
            <a:ext cx="360809" cy="646331"/>
          </a:xfrm>
          <a:prstGeom prst="rect">
            <a:avLst/>
          </a:prstGeom>
          <a:noFill/>
        </p:spPr>
        <p:txBody>
          <a:bodyPr wrap="square" rtlCol="0">
            <a:spAutoFit/>
          </a:bodyPr>
          <a:lstStyle/>
          <a:p>
            <a:r>
              <a:rPr lang="zh-CN" altLang="en-US" dirty="0">
                <a:solidFill>
                  <a:srgbClr val="0070C0"/>
                </a:solidFill>
              </a:rPr>
              <a:t>补充</a:t>
            </a: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a:extLst>
              <a:ext uri="{FF2B5EF4-FFF2-40B4-BE49-F238E27FC236}">
                <a16:creationId xmlns:a16="http://schemas.microsoft.com/office/drawing/2014/main" id="{1EFCCFA2-A822-400E-90EE-6E2DFFD5C444}"/>
              </a:ext>
            </a:extLst>
          </p:cNvPr>
          <p:cNvSpPr>
            <a:spLocks noGrp="1" noChangeArrowheads="1"/>
          </p:cNvSpPr>
          <p:nvPr>
            <p:ph type="title"/>
          </p:nvPr>
        </p:nvSpPr>
        <p:spPr>
          <a:xfrm>
            <a:off x="239713" y="214313"/>
            <a:ext cx="8704262" cy="693737"/>
          </a:xfrm>
        </p:spPr>
        <p:txBody>
          <a:bodyPr/>
          <a:lstStyle/>
          <a:p>
            <a:r>
              <a:rPr lang="en-US" altLang="zh-CN"/>
              <a:t>6.3.5 Sequences of Declarations </a:t>
            </a:r>
            <a:endParaRPr lang="zh-CN" altLang="en-US"/>
          </a:p>
        </p:txBody>
      </p:sp>
      <p:sp>
        <p:nvSpPr>
          <p:cNvPr id="36867" name="内容占位符 2">
            <a:extLst>
              <a:ext uri="{FF2B5EF4-FFF2-40B4-BE49-F238E27FC236}">
                <a16:creationId xmlns:a16="http://schemas.microsoft.com/office/drawing/2014/main" id="{346C8659-614E-43BA-9672-118BBE5E2B91}"/>
              </a:ext>
            </a:extLst>
          </p:cNvPr>
          <p:cNvSpPr>
            <a:spLocks noGrp="1" noChangeArrowheads="1"/>
          </p:cNvSpPr>
          <p:nvPr>
            <p:ph idx="1"/>
          </p:nvPr>
        </p:nvSpPr>
        <p:spPr>
          <a:xfrm>
            <a:off x="250825" y="1052513"/>
            <a:ext cx="8704263" cy="5080000"/>
          </a:xfrm>
        </p:spPr>
        <p:txBody>
          <a:bodyPr/>
          <a:lstStyle/>
          <a:p>
            <a:r>
              <a:rPr lang="zh-CN" altLang="en-US" dirty="0">
                <a:solidFill>
                  <a:srgbClr val="0070C0"/>
                </a:solidFill>
              </a:rPr>
              <a:t>变量在作用域内的相对地址偏移量按声明的顺序累加</a:t>
            </a:r>
            <a:endParaRPr lang="en-US" altLang="zh-CN" dirty="0">
              <a:solidFill>
                <a:srgbClr val="0070C0"/>
              </a:solidFill>
            </a:endParaRPr>
          </a:p>
          <a:p>
            <a:r>
              <a:rPr lang="en-US" altLang="zh-CN" dirty="0"/>
              <a:t>Symbol table</a:t>
            </a:r>
          </a:p>
          <a:p>
            <a:pPr lvl="1"/>
            <a:r>
              <a:rPr lang="en-US" altLang="zh-CN" dirty="0"/>
              <a:t>Refer to slides </a:t>
            </a:r>
            <a:r>
              <a:rPr lang="en-US" altLang="zh-CN" i="1" dirty="0"/>
              <a:t>Symbol Table</a:t>
            </a:r>
          </a:p>
          <a:p>
            <a:pPr lvl="1"/>
            <a:r>
              <a:rPr lang="en-US" altLang="zh-CN" i="1" dirty="0"/>
              <a:t>top</a:t>
            </a:r>
            <a:r>
              <a:rPr lang="en-US" altLang="zh-CN" dirty="0"/>
              <a:t> denotes the current symbol table.</a:t>
            </a:r>
            <a:endParaRPr lang="zh-CN" altLang="en-US" dirty="0"/>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图片 3">
            <a:extLst>
              <a:ext uri="{FF2B5EF4-FFF2-40B4-BE49-F238E27FC236}">
                <a16:creationId xmlns:a16="http://schemas.microsoft.com/office/drawing/2014/main" id="{40371963-527A-4EFA-A9FF-97B8533F08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955874"/>
            <a:ext cx="5397500" cy="1897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7891" name="组合 75">
            <a:extLst>
              <a:ext uri="{FF2B5EF4-FFF2-40B4-BE49-F238E27FC236}">
                <a16:creationId xmlns:a16="http://schemas.microsoft.com/office/drawing/2014/main" id="{1F3EDAFB-8B00-47BE-A067-871A4A5ADD55}"/>
              </a:ext>
            </a:extLst>
          </p:cNvPr>
          <p:cNvGrpSpPr>
            <a:grpSpLocks/>
          </p:cNvGrpSpPr>
          <p:nvPr/>
        </p:nvGrpSpPr>
        <p:grpSpPr bwMode="auto">
          <a:xfrm>
            <a:off x="34925" y="2924944"/>
            <a:ext cx="9074150" cy="3881438"/>
            <a:chOff x="35496" y="2448475"/>
            <a:chExt cx="9073008" cy="3881201"/>
          </a:xfrm>
        </p:grpSpPr>
        <p:sp>
          <p:nvSpPr>
            <p:cNvPr id="37892" name="文本框 19">
              <a:extLst>
                <a:ext uri="{FF2B5EF4-FFF2-40B4-BE49-F238E27FC236}">
                  <a16:creationId xmlns:a16="http://schemas.microsoft.com/office/drawing/2014/main" id="{7F0089DE-A016-4292-89A9-E5535BDE1A1B}"/>
                </a:ext>
              </a:extLst>
            </p:cNvPr>
            <p:cNvSpPr txBox="1">
              <a:spLocks noChangeArrowheads="1"/>
            </p:cNvSpPr>
            <p:nvPr/>
          </p:nvSpPr>
          <p:spPr bwMode="auto">
            <a:xfrm>
              <a:off x="35496" y="4150821"/>
              <a:ext cx="402735" cy="369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en-US" altLang="zh-CN" sz="1800" dirty="0"/>
                <a:t>T</a:t>
              </a:r>
              <a:endParaRPr lang="zh-CN" altLang="en-US" sz="1800" dirty="0"/>
            </a:p>
          </p:txBody>
        </p:sp>
        <p:cxnSp>
          <p:nvCxnSpPr>
            <p:cNvPr id="9" name="直接箭头连接符 8">
              <a:extLst>
                <a:ext uri="{FF2B5EF4-FFF2-40B4-BE49-F238E27FC236}">
                  <a16:creationId xmlns:a16="http://schemas.microsoft.com/office/drawing/2014/main" id="{180F9B9F-779B-49D2-966E-D0367A9B27E7}"/>
                </a:ext>
              </a:extLst>
            </p:cNvPr>
            <p:cNvCxnSpPr>
              <a:cxnSpLocks/>
              <a:stCxn id="37918" idx="2"/>
              <a:endCxn id="37894" idx="0"/>
            </p:cNvCxnSpPr>
            <p:nvPr/>
          </p:nvCxnSpPr>
          <p:spPr bwMode="auto">
            <a:xfrm>
              <a:off x="8918028" y="5526450"/>
              <a:ext cx="11112" cy="43336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7894" name="文本框 23">
              <a:extLst>
                <a:ext uri="{FF2B5EF4-FFF2-40B4-BE49-F238E27FC236}">
                  <a16:creationId xmlns:a16="http://schemas.microsoft.com/office/drawing/2014/main" id="{6A8A0C11-CAB5-431B-A4AE-26DA0A8C7F89}"/>
                </a:ext>
              </a:extLst>
            </p:cNvPr>
            <p:cNvSpPr txBox="1">
              <a:spLocks noChangeArrowheads="1"/>
            </p:cNvSpPr>
            <p:nvPr/>
          </p:nvSpPr>
          <p:spPr bwMode="auto">
            <a:xfrm>
              <a:off x="8748430" y="5960397"/>
              <a:ext cx="360074" cy="369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en-US" altLang="zh-CN" sz="1800">
                  <a:sym typeface="Symbol" panose="05050102010706020507" pitchFamily="18" charset="2"/>
                </a:rPr>
                <a:t></a:t>
              </a:r>
              <a:endParaRPr lang="zh-CN" altLang="en-US" sz="1800"/>
            </a:p>
          </p:txBody>
        </p:sp>
        <p:sp>
          <p:nvSpPr>
            <p:cNvPr id="37895" name="文本框 25">
              <a:extLst>
                <a:ext uri="{FF2B5EF4-FFF2-40B4-BE49-F238E27FC236}">
                  <a16:creationId xmlns:a16="http://schemas.microsoft.com/office/drawing/2014/main" id="{F2EDD6D4-34A1-4408-914B-AA283CA0893E}"/>
                </a:ext>
              </a:extLst>
            </p:cNvPr>
            <p:cNvSpPr txBox="1">
              <a:spLocks noChangeArrowheads="1"/>
            </p:cNvSpPr>
            <p:nvPr/>
          </p:nvSpPr>
          <p:spPr bwMode="auto">
            <a:xfrm>
              <a:off x="2627777" y="2448475"/>
              <a:ext cx="360074" cy="369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en-US" altLang="zh-CN" sz="1800"/>
                <a:t>P</a:t>
              </a:r>
              <a:endParaRPr lang="zh-CN" altLang="en-US" sz="1800"/>
            </a:p>
          </p:txBody>
        </p:sp>
        <p:cxnSp>
          <p:nvCxnSpPr>
            <p:cNvPr id="14" name="直接箭头连接符 13">
              <a:extLst>
                <a:ext uri="{FF2B5EF4-FFF2-40B4-BE49-F238E27FC236}">
                  <a16:creationId xmlns:a16="http://schemas.microsoft.com/office/drawing/2014/main" id="{91B39F3E-3F65-41CE-A85D-12380D583457}"/>
                </a:ext>
              </a:extLst>
            </p:cNvPr>
            <p:cNvCxnSpPr>
              <a:cxnSpLocks/>
              <a:stCxn id="37895" idx="2"/>
              <a:endCxn id="37898" idx="0"/>
            </p:cNvCxnSpPr>
            <p:nvPr/>
          </p:nvCxnSpPr>
          <p:spPr bwMode="auto">
            <a:xfrm flipH="1">
              <a:off x="1457717" y="2818340"/>
              <a:ext cx="1350793" cy="33970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7897" name="文本框 25">
              <a:extLst>
                <a:ext uri="{FF2B5EF4-FFF2-40B4-BE49-F238E27FC236}">
                  <a16:creationId xmlns:a16="http://schemas.microsoft.com/office/drawing/2014/main" id="{849AEDDE-123E-45A5-B63B-7060CE0E1FEB}"/>
                </a:ext>
              </a:extLst>
            </p:cNvPr>
            <p:cNvSpPr txBox="1">
              <a:spLocks noChangeArrowheads="1"/>
            </p:cNvSpPr>
            <p:nvPr/>
          </p:nvSpPr>
          <p:spPr bwMode="auto">
            <a:xfrm>
              <a:off x="2688513" y="3184346"/>
              <a:ext cx="360074" cy="369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en-US" altLang="zh-CN" sz="1800"/>
                <a:t>D</a:t>
              </a:r>
              <a:endParaRPr lang="zh-CN" altLang="en-US" sz="1800"/>
            </a:p>
          </p:txBody>
        </p:sp>
        <p:sp>
          <p:nvSpPr>
            <p:cNvPr id="37898" name="文本框 25">
              <a:extLst>
                <a:ext uri="{FF2B5EF4-FFF2-40B4-BE49-F238E27FC236}">
                  <a16:creationId xmlns:a16="http://schemas.microsoft.com/office/drawing/2014/main" id="{2CBF68CD-FEA6-4D6F-98CA-79CA5C932C0A}"/>
                </a:ext>
              </a:extLst>
            </p:cNvPr>
            <p:cNvSpPr txBox="1">
              <a:spLocks noChangeArrowheads="1"/>
            </p:cNvSpPr>
            <p:nvPr/>
          </p:nvSpPr>
          <p:spPr bwMode="auto">
            <a:xfrm>
              <a:off x="574874" y="3158337"/>
              <a:ext cx="176491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en-US" altLang="zh-CN" sz="1800" dirty="0"/>
                <a:t>{ offset = 0; }</a:t>
              </a:r>
              <a:endParaRPr lang="zh-CN" altLang="en-US" sz="1800" dirty="0"/>
            </a:p>
          </p:txBody>
        </p:sp>
        <p:cxnSp>
          <p:nvCxnSpPr>
            <p:cNvPr id="20" name="直接箭头连接符 19">
              <a:extLst>
                <a:ext uri="{FF2B5EF4-FFF2-40B4-BE49-F238E27FC236}">
                  <a16:creationId xmlns:a16="http://schemas.microsoft.com/office/drawing/2014/main" id="{849C96E0-A144-482B-97FE-0A5A77F1BF08}"/>
                </a:ext>
              </a:extLst>
            </p:cNvPr>
            <p:cNvCxnSpPr>
              <a:cxnSpLocks/>
              <a:endCxn id="37897" idx="0"/>
            </p:cNvCxnSpPr>
            <p:nvPr/>
          </p:nvCxnSpPr>
          <p:spPr bwMode="auto">
            <a:xfrm>
              <a:off x="2808510" y="2818340"/>
              <a:ext cx="60317" cy="36669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7900" name="文本框 19">
              <a:extLst>
                <a:ext uri="{FF2B5EF4-FFF2-40B4-BE49-F238E27FC236}">
                  <a16:creationId xmlns:a16="http://schemas.microsoft.com/office/drawing/2014/main" id="{22BC8CA4-C5E7-4EBC-80A7-93E7A68BC378}"/>
                </a:ext>
              </a:extLst>
            </p:cNvPr>
            <p:cNvSpPr txBox="1">
              <a:spLocks noChangeArrowheads="1"/>
            </p:cNvSpPr>
            <p:nvPr/>
          </p:nvSpPr>
          <p:spPr bwMode="auto">
            <a:xfrm>
              <a:off x="699478" y="4150821"/>
              <a:ext cx="40273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9pPr>
            </a:lstStyle>
            <a:p>
              <a:pPr>
                <a:spcBef>
                  <a:spcPct val="0"/>
                </a:spcBef>
                <a:buClrTx/>
                <a:buSzTx/>
                <a:buFont typeface="Wingdings" panose="05000000000000000000" pitchFamily="2" charset="2"/>
                <a:buNone/>
              </a:pPr>
              <a:r>
                <a:rPr lang="en-US" altLang="zh-CN" sz="1800"/>
                <a:t>id</a:t>
              </a:r>
              <a:endParaRPr lang="zh-CN" altLang="en-US" sz="1800"/>
            </a:p>
          </p:txBody>
        </p:sp>
        <p:sp>
          <p:nvSpPr>
            <p:cNvPr id="37901" name="文本框 19">
              <a:extLst>
                <a:ext uri="{FF2B5EF4-FFF2-40B4-BE49-F238E27FC236}">
                  <a16:creationId xmlns:a16="http://schemas.microsoft.com/office/drawing/2014/main" id="{7392BE25-0837-4B93-A268-12A65E0B8696}"/>
                </a:ext>
              </a:extLst>
            </p:cNvPr>
            <p:cNvSpPr txBox="1">
              <a:spLocks noChangeArrowheads="1"/>
            </p:cNvSpPr>
            <p:nvPr/>
          </p:nvSpPr>
          <p:spPr bwMode="auto">
            <a:xfrm>
              <a:off x="1214568" y="4150821"/>
              <a:ext cx="40273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9pPr>
            </a:lstStyle>
            <a:p>
              <a:pPr>
                <a:spcBef>
                  <a:spcPct val="0"/>
                </a:spcBef>
                <a:buClrTx/>
                <a:buSzTx/>
                <a:buFont typeface="Wingdings" panose="05000000000000000000" pitchFamily="2" charset="2"/>
                <a:buNone/>
              </a:pPr>
              <a:r>
                <a:rPr lang="en-US" altLang="zh-CN" sz="1800"/>
                <a:t>; </a:t>
              </a:r>
              <a:endParaRPr lang="zh-CN" altLang="en-US" sz="1800"/>
            </a:p>
          </p:txBody>
        </p:sp>
        <p:sp>
          <p:nvSpPr>
            <p:cNvPr id="37902" name="文本框 19">
              <a:extLst>
                <a:ext uri="{FF2B5EF4-FFF2-40B4-BE49-F238E27FC236}">
                  <a16:creationId xmlns:a16="http://schemas.microsoft.com/office/drawing/2014/main" id="{CCDE8483-A90A-4C30-B72B-AE7ED98BEA09}"/>
                </a:ext>
              </a:extLst>
            </p:cNvPr>
            <p:cNvSpPr txBox="1">
              <a:spLocks noChangeArrowheads="1"/>
            </p:cNvSpPr>
            <p:nvPr/>
          </p:nvSpPr>
          <p:spPr bwMode="auto">
            <a:xfrm>
              <a:off x="1729658" y="4150821"/>
              <a:ext cx="391026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9pPr>
            </a:lstStyle>
            <a:p>
              <a:pPr>
                <a:spcBef>
                  <a:spcPct val="0"/>
                </a:spcBef>
                <a:buClrTx/>
                <a:buSzTx/>
                <a:buFont typeface="Wingdings" panose="05000000000000000000" pitchFamily="2" charset="2"/>
                <a:buNone/>
              </a:pPr>
              <a:r>
                <a:rPr lang="en-US" altLang="zh-CN" sz="1800" dirty="0"/>
                <a:t>{ </a:t>
              </a:r>
              <a:r>
                <a:rPr lang="en-US" altLang="zh-CN" sz="1800" dirty="0" err="1"/>
                <a:t>top.put</a:t>
              </a:r>
              <a:r>
                <a:rPr lang="en-US" altLang="zh-CN" sz="1800" dirty="0"/>
                <a:t>(</a:t>
              </a:r>
              <a:r>
                <a:rPr lang="en-US" altLang="zh-CN" sz="1800" dirty="0" err="1"/>
                <a:t>id.lexeme</a:t>
              </a:r>
              <a:r>
                <a:rPr lang="en-US" altLang="zh-CN" sz="1800" dirty="0"/>
                <a:t>; </a:t>
              </a:r>
              <a:r>
                <a:rPr lang="en-US" altLang="zh-CN" sz="1800" dirty="0" err="1"/>
                <a:t>T.type</a:t>
              </a:r>
              <a:r>
                <a:rPr lang="en-US" altLang="zh-CN" sz="1800" dirty="0"/>
                <a:t>; offset);</a:t>
              </a:r>
            </a:p>
            <a:p>
              <a:pPr>
                <a:spcBef>
                  <a:spcPct val="0"/>
                </a:spcBef>
                <a:buClrTx/>
                <a:buSzTx/>
                <a:buFont typeface="Wingdings" panose="05000000000000000000" pitchFamily="2" charset="2"/>
                <a:buNone/>
              </a:pPr>
              <a:r>
                <a:rPr lang="en-US" altLang="zh-CN" sz="1800" dirty="0"/>
                <a:t>offset = offset + </a:t>
              </a:r>
              <a:r>
                <a:rPr lang="en-US" altLang="zh-CN" sz="1800" dirty="0" err="1"/>
                <a:t>T.width</a:t>
              </a:r>
              <a:r>
                <a:rPr lang="en-US" altLang="zh-CN" sz="1800" dirty="0"/>
                <a:t>; } </a:t>
              </a:r>
              <a:endParaRPr lang="zh-CN" altLang="en-US" sz="1800" dirty="0"/>
            </a:p>
          </p:txBody>
        </p:sp>
        <p:cxnSp>
          <p:nvCxnSpPr>
            <p:cNvPr id="27" name="直接箭头连接符 26">
              <a:extLst>
                <a:ext uri="{FF2B5EF4-FFF2-40B4-BE49-F238E27FC236}">
                  <a16:creationId xmlns:a16="http://schemas.microsoft.com/office/drawing/2014/main" id="{EB52405F-1E2B-4122-A639-D8750589C65A}"/>
                </a:ext>
              </a:extLst>
            </p:cNvPr>
            <p:cNvCxnSpPr>
              <a:cxnSpLocks/>
              <a:stCxn id="37897" idx="2"/>
              <a:endCxn id="37892" idx="0"/>
            </p:cNvCxnSpPr>
            <p:nvPr/>
          </p:nvCxnSpPr>
          <p:spPr bwMode="auto">
            <a:xfrm flipH="1">
              <a:off x="237084" y="3553308"/>
              <a:ext cx="2631744" cy="59686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AD04E27C-CB14-4553-8200-C68F7A6FF550}"/>
                </a:ext>
              </a:extLst>
            </p:cNvPr>
            <p:cNvCxnSpPr>
              <a:cxnSpLocks/>
              <a:stCxn id="37897" idx="2"/>
              <a:endCxn id="37900" idx="0"/>
            </p:cNvCxnSpPr>
            <p:nvPr/>
          </p:nvCxnSpPr>
          <p:spPr bwMode="auto">
            <a:xfrm flipH="1">
              <a:off x="900575" y="3553308"/>
              <a:ext cx="1968252" cy="59686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C1EB093F-FA2D-476A-AE6F-9767A1D3C41B}"/>
                </a:ext>
              </a:extLst>
            </p:cNvPr>
            <p:cNvCxnSpPr>
              <a:cxnSpLocks/>
              <a:stCxn id="37897" idx="2"/>
              <a:endCxn id="37901" idx="0"/>
            </p:cNvCxnSpPr>
            <p:nvPr/>
          </p:nvCxnSpPr>
          <p:spPr bwMode="auto">
            <a:xfrm flipH="1">
              <a:off x="1416447" y="3553308"/>
              <a:ext cx="1452380" cy="59686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4C5F90AF-3674-4DEF-BF56-A0220CD14933}"/>
                </a:ext>
              </a:extLst>
            </p:cNvPr>
            <p:cNvCxnSpPr>
              <a:cxnSpLocks/>
              <a:stCxn id="37897" idx="2"/>
              <a:endCxn id="37902" idx="0"/>
            </p:cNvCxnSpPr>
            <p:nvPr/>
          </p:nvCxnSpPr>
          <p:spPr bwMode="auto">
            <a:xfrm>
              <a:off x="2868827" y="3553308"/>
              <a:ext cx="815872" cy="59686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a:extLst>
                <a:ext uri="{FF2B5EF4-FFF2-40B4-BE49-F238E27FC236}">
                  <a16:creationId xmlns:a16="http://schemas.microsoft.com/office/drawing/2014/main" id="{77B62807-FFDF-4D0C-A092-B97E54FADE67}"/>
                </a:ext>
              </a:extLst>
            </p:cNvPr>
            <p:cNvCxnSpPr>
              <a:cxnSpLocks/>
              <a:stCxn id="37897" idx="2"/>
              <a:endCxn id="37909" idx="0"/>
            </p:cNvCxnSpPr>
            <p:nvPr/>
          </p:nvCxnSpPr>
          <p:spPr bwMode="auto">
            <a:xfrm>
              <a:off x="2868827" y="3553308"/>
              <a:ext cx="3060315" cy="62226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7908" name="文本框 19">
              <a:extLst>
                <a:ext uri="{FF2B5EF4-FFF2-40B4-BE49-F238E27FC236}">
                  <a16:creationId xmlns:a16="http://schemas.microsoft.com/office/drawing/2014/main" id="{2714A9C8-A0D4-4284-9126-048D1B2F3301}"/>
                </a:ext>
              </a:extLst>
            </p:cNvPr>
            <p:cNvSpPr txBox="1">
              <a:spLocks noChangeArrowheads="1"/>
            </p:cNvSpPr>
            <p:nvPr/>
          </p:nvSpPr>
          <p:spPr bwMode="auto">
            <a:xfrm>
              <a:off x="3095819" y="5064828"/>
              <a:ext cx="402735" cy="369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en-US" altLang="zh-CN" sz="1800"/>
                <a:t>T</a:t>
              </a:r>
              <a:endParaRPr lang="zh-CN" altLang="en-US" sz="1800"/>
            </a:p>
          </p:txBody>
        </p:sp>
        <p:sp>
          <p:nvSpPr>
            <p:cNvPr id="37909" name="文本框 25">
              <a:extLst>
                <a:ext uri="{FF2B5EF4-FFF2-40B4-BE49-F238E27FC236}">
                  <a16:creationId xmlns:a16="http://schemas.microsoft.com/office/drawing/2014/main" id="{D3272D98-CF72-4663-8953-0864CBFD6E50}"/>
                </a:ext>
              </a:extLst>
            </p:cNvPr>
            <p:cNvSpPr txBox="1">
              <a:spLocks noChangeArrowheads="1"/>
            </p:cNvSpPr>
            <p:nvPr/>
          </p:nvSpPr>
          <p:spPr bwMode="auto">
            <a:xfrm>
              <a:off x="5748836" y="4175089"/>
              <a:ext cx="360074" cy="369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en-US" altLang="zh-CN" sz="1800"/>
                <a:t>D</a:t>
              </a:r>
              <a:endParaRPr lang="zh-CN" altLang="en-US" sz="1800"/>
            </a:p>
          </p:txBody>
        </p:sp>
        <p:sp>
          <p:nvSpPr>
            <p:cNvPr id="37910" name="文本框 19">
              <a:extLst>
                <a:ext uri="{FF2B5EF4-FFF2-40B4-BE49-F238E27FC236}">
                  <a16:creationId xmlns:a16="http://schemas.microsoft.com/office/drawing/2014/main" id="{F5BDBF5C-DC59-433F-A0FF-8E082F4EE905}"/>
                </a:ext>
              </a:extLst>
            </p:cNvPr>
            <p:cNvSpPr txBox="1">
              <a:spLocks noChangeArrowheads="1"/>
            </p:cNvSpPr>
            <p:nvPr/>
          </p:nvSpPr>
          <p:spPr bwMode="auto">
            <a:xfrm>
              <a:off x="3759801" y="5064828"/>
              <a:ext cx="40273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9pPr>
            </a:lstStyle>
            <a:p>
              <a:pPr>
                <a:spcBef>
                  <a:spcPct val="0"/>
                </a:spcBef>
                <a:buClrTx/>
                <a:buSzTx/>
                <a:buFont typeface="Wingdings" panose="05000000000000000000" pitchFamily="2" charset="2"/>
                <a:buNone/>
              </a:pPr>
              <a:r>
                <a:rPr lang="en-US" altLang="zh-CN" sz="1800"/>
                <a:t>id</a:t>
              </a:r>
              <a:endParaRPr lang="zh-CN" altLang="en-US" sz="1800"/>
            </a:p>
          </p:txBody>
        </p:sp>
        <p:sp>
          <p:nvSpPr>
            <p:cNvPr id="37911" name="文本框 19">
              <a:extLst>
                <a:ext uri="{FF2B5EF4-FFF2-40B4-BE49-F238E27FC236}">
                  <a16:creationId xmlns:a16="http://schemas.microsoft.com/office/drawing/2014/main" id="{E76DD4E2-BD9B-4379-8829-DE55EE8C3281}"/>
                </a:ext>
              </a:extLst>
            </p:cNvPr>
            <p:cNvSpPr txBox="1">
              <a:spLocks noChangeArrowheads="1"/>
            </p:cNvSpPr>
            <p:nvPr/>
          </p:nvSpPr>
          <p:spPr bwMode="auto">
            <a:xfrm>
              <a:off x="4274891" y="5064828"/>
              <a:ext cx="40273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9pPr>
            </a:lstStyle>
            <a:p>
              <a:pPr>
                <a:spcBef>
                  <a:spcPct val="0"/>
                </a:spcBef>
                <a:buClrTx/>
                <a:buSzTx/>
                <a:buFont typeface="Wingdings" panose="05000000000000000000" pitchFamily="2" charset="2"/>
                <a:buNone/>
              </a:pPr>
              <a:r>
                <a:rPr lang="en-US" altLang="zh-CN" sz="1800"/>
                <a:t>; </a:t>
              </a:r>
              <a:endParaRPr lang="zh-CN" altLang="en-US" sz="1800"/>
            </a:p>
          </p:txBody>
        </p:sp>
        <p:sp>
          <p:nvSpPr>
            <p:cNvPr id="37912" name="文本框 19">
              <a:extLst>
                <a:ext uri="{FF2B5EF4-FFF2-40B4-BE49-F238E27FC236}">
                  <a16:creationId xmlns:a16="http://schemas.microsoft.com/office/drawing/2014/main" id="{AC0E9DFF-8716-4D58-9F48-67E128AA84E7}"/>
                </a:ext>
              </a:extLst>
            </p:cNvPr>
            <p:cNvSpPr txBox="1">
              <a:spLocks noChangeArrowheads="1"/>
            </p:cNvSpPr>
            <p:nvPr/>
          </p:nvSpPr>
          <p:spPr bwMode="auto">
            <a:xfrm>
              <a:off x="4789981" y="5064828"/>
              <a:ext cx="391026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9pPr>
            </a:lstStyle>
            <a:p>
              <a:pPr>
                <a:spcBef>
                  <a:spcPct val="0"/>
                </a:spcBef>
                <a:buClrTx/>
                <a:buSzTx/>
                <a:buFont typeface="Wingdings" panose="05000000000000000000" pitchFamily="2" charset="2"/>
                <a:buNone/>
              </a:pPr>
              <a:r>
                <a:rPr lang="en-US" altLang="zh-CN" sz="1800" dirty="0"/>
                <a:t>{ </a:t>
              </a:r>
              <a:r>
                <a:rPr lang="en-US" altLang="zh-CN" sz="1800" dirty="0" err="1"/>
                <a:t>top.put</a:t>
              </a:r>
              <a:r>
                <a:rPr lang="en-US" altLang="zh-CN" sz="1800" dirty="0"/>
                <a:t>(</a:t>
              </a:r>
              <a:r>
                <a:rPr lang="en-US" altLang="zh-CN" sz="1800" dirty="0" err="1"/>
                <a:t>id.lexeme</a:t>
              </a:r>
              <a:r>
                <a:rPr lang="en-US" altLang="zh-CN" sz="1800" dirty="0"/>
                <a:t>; </a:t>
              </a:r>
              <a:r>
                <a:rPr lang="en-US" altLang="zh-CN" sz="1800" dirty="0" err="1"/>
                <a:t>T.type</a:t>
              </a:r>
              <a:r>
                <a:rPr lang="en-US" altLang="zh-CN" sz="1800" dirty="0"/>
                <a:t>; offset);</a:t>
              </a:r>
            </a:p>
            <a:p>
              <a:pPr>
                <a:spcBef>
                  <a:spcPct val="0"/>
                </a:spcBef>
                <a:buClrTx/>
                <a:buSzTx/>
                <a:buFont typeface="Wingdings" panose="05000000000000000000" pitchFamily="2" charset="2"/>
                <a:buNone/>
              </a:pPr>
              <a:r>
                <a:rPr lang="en-US" altLang="zh-CN" sz="1800" dirty="0"/>
                <a:t>offset = offset + </a:t>
              </a:r>
              <a:r>
                <a:rPr lang="en-US" altLang="zh-CN" sz="1800" dirty="0" err="1"/>
                <a:t>T.width</a:t>
              </a:r>
              <a:r>
                <a:rPr lang="en-US" altLang="zh-CN" sz="1800" dirty="0"/>
                <a:t>; } </a:t>
              </a:r>
              <a:endParaRPr lang="zh-CN" altLang="en-US" sz="1800" dirty="0"/>
            </a:p>
          </p:txBody>
        </p:sp>
        <p:cxnSp>
          <p:nvCxnSpPr>
            <p:cNvPr id="56" name="直接箭头连接符 55">
              <a:extLst>
                <a:ext uri="{FF2B5EF4-FFF2-40B4-BE49-F238E27FC236}">
                  <a16:creationId xmlns:a16="http://schemas.microsoft.com/office/drawing/2014/main" id="{269630A6-027B-443E-B936-C612857D58E9}"/>
                </a:ext>
              </a:extLst>
            </p:cNvPr>
            <p:cNvCxnSpPr>
              <a:cxnSpLocks/>
              <a:stCxn id="37909" idx="2"/>
              <a:endCxn id="37908" idx="0"/>
            </p:cNvCxnSpPr>
            <p:nvPr/>
          </p:nvCxnSpPr>
          <p:spPr bwMode="auto">
            <a:xfrm flipH="1">
              <a:off x="3297398" y="4543847"/>
              <a:ext cx="2631744" cy="52066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a:extLst>
                <a:ext uri="{FF2B5EF4-FFF2-40B4-BE49-F238E27FC236}">
                  <a16:creationId xmlns:a16="http://schemas.microsoft.com/office/drawing/2014/main" id="{4C0A148A-3440-452B-B0CF-FBE4E4064A4D}"/>
                </a:ext>
              </a:extLst>
            </p:cNvPr>
            <p:cNvCxnSpPr>
              <a:cxnSpLocks/>
              <a:stCxn id="37909" idx="2"/>
              <a:endCxn id="37910" idx="0"/>
            </p:cNvCxnSpPr>
            <p:nvPr/>
          </p:nvCxnSpPr>
          <p:spPr bwMode="auto">
            <a:xfrm flipH="1">
              <a:off x="3960890" y="4543847"/>
              <a:ext cx="1968252" cy="52066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a:extLst>
                <a:ext uri="{FF2B5EF4-FFF2-40B4-BE49-F238E27FC236}">
                  <a16:creationId xmlns:a16="http://schemas.microsoft.com/office/drawing/2014/main" id="{EB8A4A38-1CFC-4149-BAA7-F91B34B2B620}"/>
                </a:ext>
              </a:extLst>
            </p:cNvPr>
            <p:cNvCxnSpPr>
              <a:cxnSpLocks/>
              <a:stCxn id="37909" idx="2"/>
              <a:endCxn id="37911" idx="0"/>
            </p:cNvCxnSpPr>
            <p:nvPr/>
          </p:nvCxnSpPr>
          <p:spPr bwMode="auto">
            <a:xfrm flipH="1">
              <a:off x="4476762" y="4543847"/>
              <a:ext cx="1452380" cy="52066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a:extLst>
                <a:ext uri="{FF2B5EF4-FFF2-40B4-BE49-F238E27FC236}">
                  <a16:creationId xmlns:a16="http://schemas.microsoft.com/office/drawing/2014/main" id="{1FC11C86-D574-4A95-9C7F-4CFB9531AEF2}"/>
                </a:ext>
              </a:extLst>
            </p:cNvPr>
            <p:cNvCxnSpPr>
              <a:cxnSpLocks/>
              <a:stCxn id="37909" idx="2"/>
              <a:endCxn id="37912" idx="0"/>
            </p:cNvCxnSpPr>
            <p:nvPr/>
          </p:nvCxnSpPr>
          <p:spPr bwMode="auto">
            <a:xfrm>
              <a:off x="5929142" y="4543847"/>
              <a:ext cx="815872" cy="52066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接箭头连接符 59">
              <a:extLst>
                <a:ext uri="{FF2B5EF4-FFF2-40B4-BE49-F238E27FC236}">
                  <a16:creationId xmlns:a16="http://schemas.microsoft.com/office/drawing/2014/main" id="{5B18D2E8-4555-47DE-ADE6-721743E5A99D}"/>
                </a:ext>
              </a:extLst>
            </p:cNvPr>
            <p:cNvCxnSpPr>
              <a:cxnSpLocks/>
              <a:stCxn id="37909" idx="2"/>
              <a:endCxn id="37918" idx="0"/>
            </p:cNvCxnSpPr>
            <p:nvPr/>
          </p:nvCxnSpPr>
          <p:spPr bwMode="auto">
            <a:xfrm>
              <a:off x="5929142" y="4543847"/>
              <a:ext cx="2988886" cy="61273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7918" name="文本框 25">
              <a:extLst>
                <a:ext uri="{FF2B5EF4-FFF2-40B4-BE49-F238E27FC236}">
                  <a16:creationId xmlns:a16="http://schemas.microsoft.com/office/drawing/2014/main" id="{5CB35B76-BFA9-4DB2-9B0B-D8DCA4F12A9C}"/>
                </a:ext>
              </a:extLst>
            </p:cNvPr>
            <p:cNvSpPr txBox="1">
              <a:spLocks noChangeArrowheads="1"/>
            </p:cNvSpPr>
            <p:nvPr/>
          </p:nvSpPr>
          <p:spPr bwMode="auto">
            <a:xfrm>
              <a:off x="8738481" y="5157192"/>
              <a:ext cx="360074" cy="369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en-US" altLang="zh-CN" sz="1800"/>
                <a:t>D</a:t>
              </a:r>
              <a:endParaRPr lang="zh-CN" altLang="en-US" sz="1800"/>
            </a:p>
          </p:txBody>
        </p:sp>
      </p:grpSp>
      <p:sp>
        <p:nvSpPr>
          <p:cNvPr id="2" name="标题 1">
            <a:extLst>
              <a:ext uri="{FF2B5EF4-FFF2-40B4-BE49-F238E27FC236}">
                <a16:creationId xmlns:a16="http://schemas.microsoft.com/office/drawing/2014/main" id="{D7A0FA9D-A261-409F-9005-236DB44B26C7}"/>
              </a:ext>
            </a:extLst>
          </p:cNvPr>
          <p:cNvSpPr>
            <a:spLocks noGrp="1"/>
          </p:cNvSpPr>
          <p:nvPr>
            <p:ph type="title"/>
          </p:nvPr>
        </p:nvSpPr>
        <p:spPr/>
        <p:txBody>
          <a:bodyPr/>
          <a:lstStyle/>
          <a:p>
            <a:r>
              <a:rPr lang="en-US" altLang="zh-CN" dirty="0"/>
              <a:t>Offset</a:t>
            </a:r>
            <a:r>
              <a:rPr lang="zh-CN" altLang="en-US" sz="2000" dirty="0">
                <a:solidFill>
                  <a:srgbClr val="0070C0"/>
                </a:solidFill>
              </a:rPr>
              <a:t>（计算每个局部变量在本函数内的偏移地址）</a:t>
            </a: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a:extLst>
              <a:ext uri="{FF2B5EF4-FFF2-40B4-BE49-F238E27FC236}">
                <a16:creationId xmlns:a16="http://schemas.microsoft.com/office/drawing/2014/main" id="{67C93B63-04E9-4610-BE54-4450DCD0EF5C}"/>
              </a:ext>
            </a:extLst>
          </p:cNvPr>
          <p:cNvSpPr>
            <a:spLocks noGrp="1" noChangeArrowheads="1"/>
          </p:cNvSpPr>
          <p:nvPr>
            <p:ph type="title"/>
          </p:nvPr>
        </p:nvSpPr>
        <p:spPr>
          <a:xfrm>
            <a:off x="250825" y="214313"/>
            <a:ext cx="8693150" cy="911225"/>
          </a:xfrm>
        </p:spPr>
        <p:txBody>
          <a:bodyPr/>
          <a:lstStyle/>
          <a:p>
            <a:r>
              <a:rPr lang="en-US" altLang="zh-CN"/>
              <a:t>6.3.6 Fields in Records and Classes </a:t>
            </a:r>
            <a:endParaRPr lang="zh-CN" altLang="en-US"/>
          </a:p>
        </p:txBody>
      </p:sp>
      <p:sp>
        <p:nvSpPr>
          <p:cNvPr id="38915" name="内容占位符 2">
            <a:extLst>
              <a:ext uri="{FF2B5EF4-FFF2-40B4-BE49-F238E27FC236}">
                <a16:creationId xmlns:a16="http://schemas.microsoft.com/office/drawing/2014/main" id="{BFF8EBDD-2B83-4F59-B0D2-8FAEBD1F67B8}"/>
              </a:ext>
            </a:extLst>
          </p:cNvPr>
          <p:cNvSpPr>
            <a:spLocks noGrp="1" noChangeArrowheads="1"/>
          </p:cNvSpPr>
          <p:nvPr>
            <p:ph idx="1"/>
          </p:nvPr>
        </p:nvSpPr>
        <p:spPr>
          <a:xfrm>
            <a:off x="261938" y="1268413"/>
            <a:ext cx="8693150" cy="3313112"/>
          </a:xfrm>
        </p:spPr>
        <p:txBody>
          <a:bodyPr/>
          <a:lstStyle/>
          <a:p>
            <a:r>
              <a:rPr lang="en-US" altLang="zh-CN" dirty="0"/>
              <a:t>Record</a:t>
            </a:r>
            <a:r>
              <a:rPr lang="zh-CN" altLang="en-US" dirty="0"/>
              <a:t>或</a:t>
            </a:r>
            <a:r>
              <a:rPr lang="en-US" altLang="zh-CN" dirty="0"/>
              <a:t>Class</a:t>
            </a:r>
            <a:r>
              <a:rPr lang="zh-CN" altLang="en-US" dirty="0"/>
              <a:t>本身也形成一个作用域。</a:t>
            </a:r>
            <a:endParaRPr lang="fr-FR" altLang="zh-CN" dirty="0"/>
          </a:p>
          <a:p>
            <a:r>
              <a:rPr lang="fr-FR" altLang="zh-CN" dirty="0"/>
              <a:t>T </a:t>
            </a:r>
            <a:r>
              <a:rPr lang="en-US" altLang="zh-CN" dirty="0"/>
              <a:t>-&gt;</a:t>
            </a:r>
            <a:r>
              <a:rPr lang="fr-FR" altLang="zh-CN" dirty="0"/>
              <a:t> record ‘{‘ D ‘}’</a:t>
            </a:r>
          </a:p>
          <a:p>
            <a:pPr lvl="1"/>
            <a:r>
              <a:rPr lang="en-US" altLang="zh-CN" dirty="0"/>
              <a:t>o</a:t>
            </a:r>
            <a:r>
              <a:rPr lang="fr-FR" altLang="zh-CN" dirty="0"/>
              <a:t>ffset of the fields </a:t>
            </a:r>
          </a:p>
          <a:p>
            <a:pPr lvl="2"/>
            <a:r>
              <a:rPr lang="en-US" altLang="zh-CN" dirty="0"/>
              <a:t>The offset or relative address for a field name is relative to the data area for that record. </a:t>
            </a:r>
            <a:br>
              <a:rPr lang="en-US" altLang="zh-CN" dirty="0"/>
            </a:br>
            <a:endParaRPr lang="fr-FR" altLang="zh-CN" dirty="0"/>
          </a:p>
          <a:p>
            <a:endParaRPr lang="zh-CN" altLang="en-US" dirty="0"/>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a:extLst>
              <a:ext uri="{FF2B5EF4-FFF2-40B4-BE49-F238E27FC236}">
                <a16:creationId xmlns:a16="http://schemas.microsoft.com/office/drawing/2014/main" id="{06883F9D-3909-454C-9579-2D1B204AFB8B}"/>
              </a:ext>
            </a:extLst>
          </p:cNvPr>
          <p:cNvSpPr>
            <a:spLocks noGrp="1" noChangeArrowheads="1"/>
          </p:cNvSpPr>
          <p:nvPr>
            <p:ph type="title"/>
          </p:nvPr>
        </p:nvSpPr>
        <p:spPr>
          <a:xfrm>
            <a:off x="250825" y="214313"/>
            <a:ext cx="8693150" cy="911225"/>
          </a:xfrm>
        </p:spPr>
        <p:txBody>
          <a:bodyPr/>
          <a:lstStyle/>
          <a:p>
            <a:r>
              <a:rPr lang="en-US" altLang="zh-CN" dirty="0"/>
              <a:t>Fields in Records and Classes(</a:t>
            </a:r>
            <a:r>
              <a:rPr lang="zh-CN" altLang="en-US" dirty="0"/>
              <a:t>自习</a:t>
            </a:r>
            <a:r>
              <a:rPr lang="en-US" altLang="zh-CN" dirty="0"/>
              <a:t>) </a:t>
            </a:r>
            <a:endParaRPr lang="zh-CN" altLang="en-US" dirty="0"/>
          </a:p>
        </p:txBody>
      </p:sp>
      <mc:AlternateContent xmlns:mc="http://schemas.openxmlformats.org/markup-compatibility/2006" xmlns:a14="http://schemas.microsoft.com/office/drawing/2010/main">
        <mc:Choice Requires="a14">
          <p:sp>
            <p:nvSpPr>
              <p:cNvPr id="39939" name="内容占位符 2">
                <a:extLst>
                  <a:ext uri="{FF2B5EF4-FFF2-40B4-BE49-F238E27FC236}">
                    <a16:creationId xmlns:a16="http://schemas.microsoft.com/office/drawing/2014/main" id="{85A8F30F-3F2B-4000-B192-6F1ACD6AFF6A}"/>
                  </a:ext>
                </a:extLst>
              </p:cNvPr>
              <p:cNvSpPr>
                <a:spLocks noGrp="1" noChangeArrowheads="1"/>
              </p:cNvSpPr>
              <p:nvPr>
                <p:ph idx="1"/>
              </p:nvPr>
            </p:nvSpPr>
            <p:spPr>
              <a:xfrm>
                <a:off x="250825" y="3060700"/>
                <a:ext cx="8704263" cy="3071813"/>
              </a:xfrm>
            </p:spPr>
            <p:txBody>
              <a:bodyPr/>
              <a:lstStyle/>
              <a:p>
                <a:r>
                  <a:rPr lang="en-US" altLang="zh-CN" dirty="0">
                    <a:solidFill>
                      <a:srgbClr val="0070C0"/>
                    </a:solidFill>
                  </a:rPr>
                  <a:t>pseudocode</a:t>
                </a:r>
                <a:r>
                  <a:rPr lang="en-US" altLang="zh-CN" dirty="0"/>
                  <a:t> for a specific implementation using stack (</a:t>
                </a:r>
                <a:r>
                  <a:rPr lang="en-US" altLang="zh-CN" dirty="0">
                    <a:solidFill>
                      <a:srgbClr val="FF0000"/>
                    </a:solidFill>
                  </a:rPr>
                  <a:t>not mandatory</a:t>
                </a:r>
                <a:r>
                  <a:rPr lang="en-US" altLang="zh-CN" dirty="0"/>
                  <a:t>).</a:t>
                </a:r>
              </a:p>
              <a:p>
                <a:r>
                  <a:rPr lang="en-US" altLang="zh-CN" dirty="0"/>
                  <a:t>class </a:t>
                </a:r>
                <a14:m>
                  <m:oMath xmlns:m="http://schemas.openxmlformats.org/officeDocument/2006/math">
                    <m:r>
                      <a:rPr lang="en-US" altLang="zh-CN" i="1" dirty="0" smtClean="0">
                        <a:latin typeface="Cambria Math" panose="02040503050406030204" pitchFamily="18" charset="0"/>
                      </a:rPr>
                      <m:t>𝐸𝑛𝑣</m:t>
                    </m:r>
                  </m:oMath>
                </a14:m>
                <a:r>
                  <a:rPr lang="en-US" altLang="zh-CN" dirty="0"/>
                  <a:t> implement symbol tables.</a:t>
                </a:r>
              </a:p>
              <a:p>
                <a14:m>
                  <m:oMath xmlns:m="http://schemas.openxmlformats.org/officeDocument/2006/math">
                    <m:r>
                      <a:rPr lang="en-US" altLang="zh-CN" i="1" dirty="0" smtClean="0">
                        <a:latin typeface="Cambria Math" panose="02040503050406030204" pitchFamily="18" charset="0"/>
                      </a:rPr>
                      <m:t>𝐸𝑛𝑣</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𝑝𝑢𝑠h</m:t>
                    </m:r>
                    <m:r>
                      <a:rPr lang="en-US" altLang="zh-CN" i="1" dirty="0">
                        <a:latin typeface="Cambria Math" panose="02040503050406030204" pitchFamily="18" charset="0"/>
                      </a:rPr>
                      <m:t>(</m:t>
                    </m:r>
                    <m:r>
                      <a:rPr lang="en-US" altLang="zh-CN" i="1" dirty="0">
                        <a:latin typeface="Cambria Math" panose="02040503050406030204" pitchFamily="18" charset="0"/>
                      </a:rPr>
                      <m:t>𝑡𝑜𝑝</m:t>
                    </m:r>
                    <m:r>
                      <a:rPr lang="en-US" altLang="zh-CN" i="1" dirty="0">
                        <a:latin typeface="Cambria Math" panose="02040503050406030204" pitchFamily="18" charset="0"/>
                      </a:rPr>
                      <m:t>) </m:t>
                    </m:r>
                  </m:oMath>
                </a14:m>
                <a:r>
                  <a:rPr lang="en-US" altLang="zh-CN" dirty="0"/>
                  <a:t>pushes the current symbol table denoted by </a:t>
                </a:r>
                <a14:m>
                  <m:oMath xmlns:m="http://schemas.openxmlformats.org/officeDocument/2006/math">
                    <m:r>
                      <a:rPr lang="en-US" altLang="zh-CN" i="1" dirty="0" smtClean="0">
                        <a:latin typeface="Cambria Math" panose="02040503050406030204" pitchFamily="18" charset="0"/>
                      </a:rPr>
                      <m:t>𝑡𝑜𝑝</m:t>
                    </m:r>
                  </m:oMath>
                </a14:m>
                <a:r>
                  <a:rPr lang="en-US" altLang="zh-CN" dirty="0"/>
                  <a:t> onto a stack.</a:t>
                </a:r>
              </a:p>
              <a:p>
                <a:r>
                  <a:rPr lang="en-US" altLang="zh-CN" dirty="0"/>
                  <a:t>Variable </a:t>
                </a:r>
                <a14:m>
                  <m:oMath xmlns:m="http://schemas.openxmlformats.org/officeDocument/2006/math">
                    <m:r>
                      <a:rPr lang="en-US" altLang="zh-CN" i="1" dirty="0" smtClean="0">
                        <a:latin typeface="Cambria Math" panose="02040503050406030204" pitchFamily="18" charset="0"/>
                      </a:rPr>
                      <m:t>𝑡𝑜𝑝</m:t>
                    </m:r>
                  </m:oMath>
                </a14:m>
                <a:r>
                  <a:rPr lang="en-US" altLang="zh-CN" dirty="0"/>
                  <a:t> is then set to a new symbol table.</a:t>
                </a:r>
              </a:p>
              <a:p>
                <a14:m>
                  <m:oMath xmlns:m="http://schemas.openxmlformats.org/officeDocument/2006/math">
                    <m:r>
                      <a:rPr lang="en-US" altLang="zh-CN" i="1" dirty="0" smtClean="0">
                        <a:latin typeface="Cambria Math" panose="02040503050406030204" pitchFamily="18" charset="0"/>
                      </a:rPr>
                      <m:t>𝑜𝑓𝑓𝑠𝑒𝑡</m:t>
                    </m:r>
                  </m:oMath>
                </a14:m>
                <a:r>
                  <a:rPr lang="en-US" altLang="zh-CN" dirty="0"/>
                  <a:t> is pushed onto a stack called </a:t>
                </a:r>
                <a14:m>
                  <m:oMath xmlns:m="http://schemas.openxmlformats.org/officeDocument/2006/math">
                    <m:r>
                      <a:rPr lang="en-US" altLang="zh-CN" i="1" dirty="0" smtClean="0">
                        <a:latin typeface="Cambria Math" panose="02040503050406030204" pitchFamily="18" charset="0"/>
                      </a:rPr>
                      <m:t>𝑆𝑡𝑎𝑐𝑘</m:t>
                    </m:r>
                  </m:oMath>
                </a14:m>
                <a:r>
                  <a:rPr lang="en-US" altLang="zh-CN" dirty="0"/>
                  <a:t>.</a:t>
                </a:r>
                <a:br>
                  <a:rPr lang="en-US" altLang="zh-CN" dirty="0"/>
                </a:br>
                <a:br>
                  <a:rPr lang="en-US" altLang="zh-CN" dirty="0"/>
                </a:br>
                <a:br>
                  <a:rPr lang="en-US" altLang="zh-CN" dirty="0"/>
                </a:br>
                <a:endParaRPr lang="zh-CN" altLang="en-US" dirty="0"/>
              </a:p>
            </p:txBody>
          </p:sp>
        </mc:Choice>
        <mc:Fallback xmlns="">
          <p:sp>
            <p:nvSpPr>
              <p:cNvPr id="39939" name="内容占位符 2">
                <a:extLst>
                  <a:ext uri="{FF2B5EF4-FFF2-40B4-BE49-F238E27FC236}">
                    <a16:creationId xmlns:a16="http://schemas.microsoft.com/office/drawing/2014/main" id="{85A8F30F-3F2B-4000-B192-6F1ACD6AFF6A}"/>
                  </a:ext>
                </a:extLst>
              </p:cNvPr>
              <p:cNvSpPr>
                <a:spLocks noGrp="1" noRot="1" noChangeAspect="1" noMove="1" noResize="1" noEditPoints="1" noAdjustHandles="1" noChangeArrowheads="1" noChangeShapeType="1" noTextEdit="1"/>
              </p:cNvSpPr>
              <p:nvPr>
                <p:ph idx="1"/>
              </p:nvPr>
            </p:nvSpPr>
            <p:spPr>
              <a:xfrm>
                <a:off x="250825" y="3060700"/>
                <a:ext cx="8704263" cy="3071813"/>
              </a:xfrm>
              <a:blipFill>
                <a:blip r:embed="rId2"/>
                <a:stretch>
                  <a:fillRect l="-280" t="-1984" b="-16667"/>
                </a:stretch>
              </a:blipFill>
            </p:spPr>
            <p:txBody>
              <a:bodyPr/>
              <a:lstStyle/>
              <a:p>
                <a:r>
                  <a:rPr lang="zh-CN" altLang="en-US">
                    <a:noFill/>
                  </a:rPr>
                  <a:t> </a:t>
                </a:r>
              </a:p>
            </p:txBody>
          </p:sp>
        </mc:Fallback>
      </mc:AlternateContent>
      <p:pic>
        <p:nvPicPr>
          <p:cNvPr id="39940" name="图片 3">
            <a:extLst>
              <a:ext uri="{FF2B5EF4-FFF2-40B4-BE49-F238E27FC236}">
                <a16:creationId xmlns:a16="http://schemas.microsoft.com/office/drawing/2014/main" id="{38D4E6EB-8EE4-4841-AE33-3964E832D4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1290638"/>
            <a:ext cx="6956425" cy="160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EEED1738-E979-43F6-9014-4FC448D97787}"/>
                  </a:ext>
                </a:extLst>
              </p:cNvPr>
              <p:cNvSpPr txBox="1"/>
              <p:nvPr/>
            </p:nvSpPr>
            <p:spPr>
              <a:xfrm>
                <a:off x="4572000" y="1916832"/>
                <a:ext cx="2846152" cy="369332"/>
              </a:xfrm>
              <a:prstGeom prst="rect">
                <a:avLst/>
              </a:prstGeom>
              <a:noFill/>
            </p:spPr>
            <p:txBody>
              <a:bodyPr wrap="square" rtlCol="0">
                <a:spAutoFit/>
              </a:bodyPr>
              <a:lstStyle/>
              <a:p>
                <a14:m>
                  <m:oMath xmlns:m="http://schemas.openxmlformats.org/officeDocument/2006/math">
                    <m:r>
                      <a:rPr lang="en-US" altLang="zh-CN" sz="1800" i="1" dirty="0" smtClean="0">
                        <a:solidFill>
                          <a:srgbClr val="FF0000"/>
                        </a:solidFill>
                        <a:latin typeface="Cambria Math" panose="02040503050406030204" pitchFamily="18" charset="0"/>
                      </a:rPr>
                      <m:t>𝑡𝑜𝑝</m:t>
                    </m:r>
                  </m:oMath>
                </a14:m>
                <a:r>
                  <a:rPr lang="zh-CN" altLang="en-US" sz="1800" dirty="0">
                    <a:solidFill>
                      <a:srgbClr val="FF0000"/>
                    </a:solidFill>
                  </a:rPr>
                  <a:t>代表的类型表达式</a:t>
                </a:r>
              </a:p>
            </p:txBody>
          </p:sp>
        </mc:Choice>
        <mc:Fallback xmlns="">
          <p:sp>
            <p:nvSpPr>
              <p:cNvPr id="2" name="文本框 1">
                <a:extLst>
                  <a:ext uri="{FF2B5EF4-FFF2-40B4-BE49-F238E27FC236}">
                    <a16:creationId xmlns:a16="http://schemas.microsoft.com/office/drawing/2014/main" id="{EEED1738-E979-43F6-9014-4FC448D97787}"/>
                  </a:ext>
                </a:extLst>
              </p:cNvPr>
              <p:cNvSpPr txBox="1">
                <a:spLocks noRot="1" noChangeAspect="1" noMove="1" noResize="1" noEditPoints="1" noAdjustHandles="1" noChangeArrowheads="1" noChangeShapeType="1" noTextEdit="1"/>
              </p:cNvSpPr>
              <p:nvPr/>
            </p:nvSpPr>
            <p:spPr>
              <a:xfrm>
                <a:off x="4572000" y="1916832"/>
                <a:ext cx="2846152" cy="369332"/>
              </a:xfrm>
              <a:prstGeom prst="rect">
                <a:avLst/>
              </a:prstGeom>
              <a:blipFill>
                <a:blip r:embed="rId4"/>
                <a:stretch>
                  <a:fillRect l="-214" t="-11475" b="-21311"/>
                </a:stretch>
              </a:blipFill>
            </p:spPr>
            <p:txBody>
              <a:bodyPr/>
              <a:lstStyle/>
              <a:p>
                <a:r>
                  <a:rPr lang="zh-CN" altLang="en-US">
                    <a:noFill/>
                  </a:rPr>
                  <a:t> </a:t>
                </a:r>
              </a:p>
            </p:txBody>
          </p:sp>
        </mc:Fallback>
      </mc:AlternateContent>
      <p:cxnSp>
        <p:nvCxnSpPr>
          <p:cNvPr id="4" name="直接连接符 3">
            <a:extLst>
              <a:ext uri="{FF2B5EF4-FFF2-40B4-BE49-F238E27FC236}">
                <a16:creationId xmlns:a16="http://schemas.microsoft.com/office/drawing/2014/main" id="{655777AC-5683-45AF-9C0A-8B729C6FF8CB}"/>
              </a:ext>
            </a:extLst>
          </p:cNvPr>
          <p:cNvCxnSpPr/>
          <p:nvPr/>
        </p:nvCxnSpPr>
        <p:spPr>
          <a:xfrm>
            <a:off x="4499992" y="2492896"/>
            <a:ext cx="36004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CEE78224-A3DB-40DD-9221-7A010303E61C}"/>
              </a:ext>
            </a:extLst>
          </p:cNvPr>
          <p:cNvSpPr txBox="1"/>
          <p:nvPr/>
        </p:nvSpPr>
        <p:spPr>
          <a:xfrm>
            <a:off x="7207250" y="1988840"/>
            <a:ext cx="1829246" cy="646331"/>
          </a:xfrm>
          <a:prstGeom prst="rect">
            <a:avLst/>
          </a:prstGeom>
          <a:noFill/>
        </p:spPr>
        <p:txBody>
          <a:bodyPr wrap="square" rtlCol="0">
            <a:spAutoFit/>
          </a:bodyPr>
          <a:lstStyle/>
          <a:p>
            <a:r>
              <a:rPr lang="en-US" altLang="zh-CN" sz="1800" dirty="0">
                <a:solidFill>
                  <a:srgbClr val="FF0000"/>
                </a:solidFill>
              </a:rPr>
              <a:t>record</a:t>
            </a:r>
            <a:r>
              <a:rPr lang="zh-CN" altLang="en-US" sz="1800" dirty="0">
                <a:solidFill>
                  <a:srgbClr val="FF0000"/>
                </a:solidFill>
              </a:rPr>
              <a:t>内累积的</a:t>
            </a:r>
            <a:r>
              <a:rPr lang="en-US" altLang="zh-CN" sz="1800" dirty="0">
                <a:solidFill>
                  <a:srgbClr val="FF0000"/>
                </a:solidFill>
              </a:rPr>
              <a:t>offset</a:t>
            </a:r>
            <a:endParaRPr lang="zh-CN" altLang="en-US" sz="1800" dirty="0">
              <a:solidFill>
                <a:srgbClr val="FF0000"/>
              </a:solidFill>
            </a:endParaRPr>
          </a:p>
        </p:txBody>
      </p:sp>
      <p:cxnSp>
        <p:nvCxnSpPr>
          <p:cNvPr id="9" name="直接连接符 8">
            <a:extLst>
              <a:ext uri="{FF2B5EF4-FFF2-40B4-BE49-F238E27FC236}">
                <a16:creationId xmlns:a16="http://schemas.microsoft.com/office/drawing/2014/main" id="{6A1AF6FC-88DC-4827-AA8D-290ADE5F7D92}"/>
              </a:ext>
            </a:extLst>
          </p:cNvPr>
          <p:cNvCxnSpPr>
            <a:cxnSpLocks/>
          </p:cNvCxnSpPr>
          <p:nvPr/>
        </p:nvCxnSpPr>
        <p:spPr>
          <a:xfrm>
            <a:off x="6444208" y="2492896"/>
            <a:ext cx="576064"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9976F02A-6CB1-498C-86AA-7F74BCCE847D}"/>
              </a:ext>
            </a:extLst>
          </p:cNvPr>
          <p:cNvCxnSpPr/>
          <p:nvPr/>
        </p:nvCxnSpPr>
        <p:spPr>
          <a:xfrm>
            <a:off x="2771800" y="2852936"/>
            <a:ext cx="4032448"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415BA43B-65E9-4A0C-B504-34E267A80A01}"/>
              </a:ext>
            </a:extLst>
          </p:cNvPr>
          <p:cNvSpPr txBox="1"/>
          <p:nvPr/>
        </p:nvSpPr>
        <p:spPr>
          <a:xfrm>
            <a:off x="6996348" y="2636912"/>
            <a:ext cx="1896827" cy="646331"/>
          </a:xfrm>
          <a:prstGeom prst="rect">
            <a:avLst/>
          </a:prstGeom>
          <a:noFill/>
        </p:spPr>
        <p:txBody>
          <a:bodyPr wrap="square" rtlCol="0">
            <a:spAutoFit/>
          </a:bodyPr>
          <a:lstStyle/>
          <a:p>
            <a:r>
              <a:rPr lang="zh-CN" altLang="en-US" sz="1800" dirty="0">
                <a:solidFill>
                  <a:srgbClr val="FF0000"/>
                </a:solidFill>
              </a:rPr>
              <a:t>恢复在上一级中的</a:t>
            </a:r>
            <a:r>
              <a:rPr lang="en-US" altLang="zh-CN" sz="1800" dirty="0">
                <a:solidFill>
                  <a:srgbClr val="FF0000"/>
                </a:solidFill>
              </a:rPr>
              <a:t>offset</a:t>
            </a:r>
            <a:endParaRPr lang="zh-CN" altLang="en-US" sz="1800" dirty="0">
              <a:solidFill>
                <a:srgbClr val="FF0000"/>
              </a:solidFill>
            </a:endParaRP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语句（</a:t>
            </a:r>
            <a:r>
              <a:rPr lang="en-US" altLang="zh-CN" dirty="0"/>
              <a:t>statement</a:t>
            </a:r>
            <a:r>
              <a:rPr lang="zh-CN" altLang="en-US" dirty="0"/>
              <a:t>）</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参考第</a:t>
                </a:r>
                <a:r>
                  <a:rPr lang="en-US" altLang="zh-CN" dirty="0"/>
                  <a:t>6</a:t>
                </a:r>
                <a:r>
                  <a:rPr lang="zh-CN" altLang="en-US" dirty="0"/>
                  <a:t>章</a:t>
                </a:r>
                <a:r>
                  <a:rPr lang="en-US" altLang="zh-CN" dirty="0" err="1"/>
                  <a:t>ppt</a:t>
                </a:r>
                <a:endParaRPr lang="en-US" altLang="zh-CN" dirty="0"/>
              </a:p>
              <a:p>
                <a:pPr lvl="1"/>
                <a:r>
                  <a:rPr lang="zh-CN" altLang="en-US" dirty="0"/>
                  <a:t>三地址语句和四元式</a:t>
                </a:r>
                <a:endParaRPr lang="en-US" altLang="zh-CN" dirty="0"/>
              </a:p>
              <a:p>
                <a:pPr lvl="2"/>
                <a:r>
                  <a:rPr lang="en-US" altLang="zh-CN" dirty="0"/>
                  <a:t>6.2</a:t>
                </a:r>
                <a:r>
                  <a:rPr lang="zh-CN" altLang="en-US" dirty="0"/>
                  <a:t>节</a:t>
                </a:r>
              </a:p>
              <a:p>
                <a:r>
                  <a:rPr lang="zh-CN" altLang="en-US" dirty="0"/>
                  <a:t>函数调用</a:t>
                </a:r>
                <a:endParaRPr lang="en-US" altLang="zh-CN" dirty="0"/>
              </a:p>
              <a:p>
                <a:pPr>
                  <a:defRPr/>
                </a:pPr>
                <a:r>
                  <a:rPr lang="en-US" altLang="zh-CN" dirty="0"/>
                  <a:t>Procedure calls </a:t>
                </a:r>
              </a:p>
              <a:p>
                <a:pPr lvl="1">
                  <a:defRPr/>
                </a:pPr>
                <a14:m>
                  <m:oMath xmlns:m="http://schemas.openxmlformats.org/officeDocument/2006/math">
                    <m:r>
                      <a:rPr lang="en-US" altLang="zh-CN" i="1" dirty="0">
                        <a:latin typeface="Cambria Math" panose="02040503050406030204" pitchFamily="18" charset="0"/>
                      </a:rPr>
                      <m:t>𝑝</m:t>
                    </m:r>
                    <m:d>
                      <m:dPr>
                        <m:ctrlPr>
                          <a:rPr lang="en-US" altLang="zh-CN" i="1" dirty="0">
                            <a:latin typeface="Cambria Math" panose="02040503050406030204" pitchFamily="18" charset="0"/>
                          </a:rPr>
                        </m:ctrlPr>
                      </m:dPr>
                      <m:e>
                        <m:r>
                          <a:rPr lang="en-US" altLang="zh-CN" i="1" dirty="0">
                            <a:latin typeface="Cambria Math" panose="02040503050406030204" pitchFamily="18" charset="0"/>
                          </a:rPr>
                          <m:t>𝑥</m:t>
                        </m:r>
                        <m:r>
                          <a:rPr lang="en-US" altLang="zh-CN" i="1" baseline="-25000" dirty="0">
                            <a:latin typeface="Cambria Math" panose="02040503050406030204" pitchFamily="18" charset="0"/>
                          </a:rPr>
                          <m:t>1</m:t>
                        </m:r>
                        <m:r>
                          <a:rPr lang="en-US" altLang="zh-CN" i="1" dirty="0">
                            <a:latin typeface="Cambria Math" panose="02040503050406030204" pitchFamily="18" charset="0"/>
                          </a:rPr>
                          <m:t>; </m:t>
                        </m:r>
                        <m:r>
                          <a:rPr lang="en-US" altLang="zh-CN" i="1" dirty="0">
                            <a:latin typeface="Cambria Math" panose="02040503050406030204" pitchFamily="18" charset="0"/>
                          </a:rPr>
                          <m:t>𝑥</m:t>
                        </m:r>
                        <m:r>
                          <a:rPr lang="en-US" altLang="zh-CN" i="1" baseline="-25000" dirty="0">
                            <a:latin typeface="Cambria Math" panose="02040503050406030204" pitchFamily="18" charset="0"/>
                          </a:rPr>
                          <m:t>2</m:t>
                        </m:r>
                        <m:r>
                          <a:rPr lang="en-US" altLang="zh-CN" i="1" dirty="0">
                            <a:latin typeface="Cambria Math" panose="02040503050406030204" pitchFamily="18" charset="0"/>
                          </a:rPr>
                          <m:t>; … ; </m:t>
                        </m:r>
                        <m:r>
                          <a:rPr lang="en-US" altLang="zh-CN" i="1" dirty="0" err="1">
                            <a:latin typeface="Cambria Math" panose="02040503050406030204" pitchFamily="18" charset="0"/>
                          </a:rPr>
                          <m:t>𝑥</m:t>
                        </m:r>
                        <m:r>
                          <a:rPr lang="en-US" altLang="zh-CN" i="1" baseline="-25000" dirty="0" err="1">
                            <a:latin typeface="Cambria Math" panose="02040503050406030204" pitchFamily="18" charset="0"/>
                          </a:rPr>
                          <m:t>𝑛</m:t>
                        </m:r>
                      </m:e>
                    </m:d>
                    <m:r>
                      <a:rPr lang="en-US" altLang="zh-CN" i="1" baseline="-25000" dirty="0">
                        <a:latin typeface="Cambria Math" panose="02040503050406030204" pitchFamily="18" charset="0"/>
                      </a:rPr>
                      <m:t>  </m:t>
                    </m:r>
                  </m:oMath>
                </a14:m>
                <a:r>
                  <a:rPr lang="zh-CN" altLang="en-US" dirty="0">
                    <a:solidFill>
                      <a:srgbClr val="0070C0"/>
                    </a:solidFill>
                  </a:rPr>
                  <a:t>（高级语言中的函数调用）</a:t>
                </a:r>
                <a:endParaRPr lang="en-US" altLang="zh-CN" dirty="0">
                  <a:solidFill>
                    <a:srgbClr val="0070C0"/>
                  </a:solidFill>
                </a:endParaRPr>
              </a:p>
              <a:p>
                <a:pPr lvl="2">
                  <a:defRPr/>
                </a:pPr>
                <a14:m>
                  <m:oMath xmlns:m="http://schemas.openxmlformats.org/officeDocument/2006/math">
                    <m:r>
                      <a:rPr lang="pt-BR" altLang="zh-CN" i="1" dirty="0">
                        <a:latin typeface="Cambria Math" panose="02040503050406030204" pitchFamily="18" charset="0"/>
                      </a:rPr>
                      <m:t>𝑝𝑎𝑟𝑎𝑚</m:t>
                    </m:r>
                    <m:r>
                      <a:rPr lang="pt-BR" altLang="zh-CN" i="1" dirty="0">
                        <a:latin typeface="Cambria Math" panose="02040503050406030204" pitchFamily="18" charset="0"/>
                      </a:rPr>
                      <m:t> </m:t>
                    </m:r>
                    <m:sSub>
                      <m:sSubPr>
                        <m:ctrlPr>
                          <a:rPr lang="en-US" altLang="zh-CN" i="1" dirty="0">
                            <a:latin typeface="Cambria Math" panose="02040503050406030204" pitchFamily="18" charset="0"/>
                          </a:rPr>
                        </m:ctrlPr>
                      </m:sSubPr>
                      <m:e>
                        <m:r>
                          <a:rPr lang="pt-BR" altLang="zh-CN" i="1" dirty="0">
                            <a:latin typeface="Cambria Math" panose="02040503050406030204" pitchFamily="18" charset="0"/>
                          </a:rPr>
                          <m:t>𝑥</m:t>
                        </m:r>
                      </m:e>
                      <m:sub>
                        <m:r>
                          <a:rPr lang="en-US" altLang="zh-CN" i="1" dirty="0">
                            <a:latin typeface="Cambria Math" panose="02040503050406030204" pitchFamily="18" charset="0"/>
                          </a:rPr>
                          <m:t>1</m:t>
                        </m:r>
                      </m:sub>
                    </m:sSub>
                  </m:oMath>
                </a14:m>
                <a:br>
                  <a:rPr lang="pt-BR" altLang="zh-CN" dirty="0"/>
                </a:br>
                <a14:m>
                  <m:oMath xmlns:m="http://schemas.openxmlformats.org/officeDocument/2006/math">
                    <m:r>
                      <a:rPr lang="pt-BR" altLang="zh-CN" i="1" dirty="0">
                        <a:latin typeface="Cambria Math" panose="02040503050406030204" pitchFamily="18" charset="0"/>
                      </a:rPr>
                      <m:t>𝑝𝑎𝑟𝑎𝑚</m:t>
                    </m:r>
                    <m:r>
                      <a:rPr lang="pt-BR" altLang="zh-CN" i="1" dirty="0">
                        <a:latin typeface="Cambria Math" panose="02040503050406030204" pitchFamily="18" charset="0"/>
                      </a:rPr>
                      <m:t> </m:t>
                    </m:r>
                    <m:sSub>
                      <m:sSubPr>
                        <m:ctrlPr>
                          <a:rPr lang="en-US" altLang="zh-CN" i="1" dirty="0">
                            <a:latin typeface="Cambria Math" panose="02040503050406030204" pitchFamily="18" charset="0"/>
                          </a:rPr>
                        </m:ctrlPr>
                      </m:sSubPr>
                      <m:e>
                        <m:r>
                          <a:rPr lang="pt-BR" altLang="zh-CN" i="1" dirty="0">
                            <a:latin typeface="Cambria Math" panose="02040503050406030204" pitchFamily="18" charset="0"/>
                          </a:rPr>
                          <m:t>𝑥</m:t>
                        </m:r>
                      </m:e>
                      <m:sub>
                        <m:r>
                          <a:rPr lang="en-US" altLang="zh-CN" i="1" dirty="0">
                            <a:latin typeface="Cambria Math" panose="02040503050406030204" pitchFamily="18" charset="0"/>
                          </a:rPr>
                          <m:t>2</m:t>
                        </m:r>
                      </m:sub>
                    </m:sSub>
                  </m:oMath>
                </a14:m>
                <a:r>
                  <a:rPr lang="pt-BR" altLang="zh-CN" dirty="0"/>
                  <a:t> </a:t>
                </a:r>
                <a:br>
                  <a:rPr lang="pt-BR" altLang="zh-CN" dirty="0"/>
                </a:br>
                <a:r>
                  <a:rPr lang="pt-BR" altLang="zh-CN" dirty="0"/>
                  <a:t>...</a:t>
                </a:r>
              </a:p>
              <a:p>
                <a:pPr marL="457200" lvl="1" indent="0">
                  <a:buNone/>
                  <a:defRPr/>
                </a:pPr>
                <a:r>
                  <a:rPr lang="pt-BR" altLang="zh-CN" sz="2000" dirty="0"/>
                  <a:t>  	   </a:t>
                </a:r>
                <a14:m>
                  <m:oMath xmlns:m="http://schemas.openxmlformats.org/officeDocument/2006/math">
                    <m:r>
                      <a:rPr lang="pt-BR" altLang="zh-CN" sz="2000" i="1" dirty="0">
                        <a:latin typeface="Cambria Math" panose="02040503050406030204" pitchFamily="18" charset="0"/>
                      </a:rPr>
                      <m:t>𝑝𝑎𝑟𝑎𝑚</m:t>
                    </m:r>
                    <m:r>
                      <a:rPr lang="pt-BR" altLang="zh-CN" sz="2000" i="1" dirty="0">
                        <a:latin typeface="Cambria Math" panose="02040503050406030204" pitchFamily="18" charset="0"/>
                      </a:rPr>
                      <m:t> </m:t>
                    </m:r>
                    <m:sSub>
                      <m:sSubPr>
                        <m:ctrlPr>
                          <a:rPr lang="en-US" altLang="zh-CN" sz="2000" i="1" dirty="0">
                            <a:latin typeface="Cambria Math" panose="02040503050406030204" pitchFamily="18" charset="0"/>
                          </a:rPr>
                        </m:ctrlPr>
                      </m:sSubPr>
                      <m:e>
                        <m:r>
                          <a:rPr lang="pt-BR" altLang="zh-CN" sz="2000" i="1" dirty="0">
                            <a:latin typeface="Cambria Math" panose="02040503050406030204" pitchFamily="18" charset="0"/>
                          </a:rPr>
                          <m:t>𝑥</m:t>
                        </m:r>
                      </m:e>
                      <m:sub>
                        <m:r>
                          <a:rPr lang="pt-BR" altLang="zh-CN" sz="2000" i="1" dirty="0">
                            <a:latin typeface="Cambria Math" panose="02040503050406030204" pitchFamily="18" charset="0"/>
                          </a:rPr>
                          <m:t>𝑛</m:t>
                        </m:r>
                      </m:sub>
                    </m:sSub>
                  </m:oMath>
                </a14:m>
                <a:br>
                  <a:rPr lang="pt-BR" altLang="zh-CN" sz="2000" dirty="0"/>
                </a:br>
                <a:r>
                  <a:rPr lang="pt-BR" altLang="zh-CN" sz="2000" dirty="0"/>
                  <a:t>  	   </a:t>
                </a:r>
                <a14:m>
                  <m:oMath xmlns:m="http://schemas.openxmlformats.org/officeDocument/2006/math">
                    <m:r>
                      <a:rPr lang="pt-BR" altLang="zh-CN" sz="2000" i="1" dirty="0">
                        <a:latin typeface="Cambria Math" panose="02040503050406030204" pitchFamily="18" charset="0"/>
                      </a:rPr>
                      <m:t>𝑐𝑎𝑙𝑙</m:t>
                    </m:r>
                    <m:r>
                      <a:rPr lang="pt-BR" altLang="zh-CN" sz="2000" i="1" dirty="0">
                        <a:latin typeface="Cambria Math" panose="02040503050406030204" pitchFamily="18" charset="0"/>
                      </a:rPr>
                      <m:t> </m:t>
                    </m:r>
                    <m:r>
                      <a:rPr lang="pt-BR" altLang="zh-CN" sz="2000" i="1" dirty="0">
                        <a:latin typeface="Cambria Math" panose="02040503050406030204" pitchFamily="18" charset="0"/>
                      </a:rPr>
                      <m:t>𝑝</m:t>
                    </m:r>
                    <m:r>
                      <a:rPr lang="pt-BR" altLang="zh-CN" sz="2000" i="1" dirty="0">
                        <a:latin typeface="Cambria Math" panose="02040503050406030204" pitchFamily="18" charset="0"/>
                      </a:rPr>
                      <m:t>, </m:t>
                    </m:r>
                    <m:r>
                      <a:rPr lang="pt-BR" altLang="zh-CN" sz="2000" i="1" dirty="0">
                        <a:latin typeface="Cambria Math" panose="02040503050406030204" pitchFamily="18" charset="0"/>
                      </a:rPr>
                      <m:t>𝑛</m:t>
                    </m:r>
                  </m:oMath>
                </a14:m>
                <a:r>
                  <a:rPr lang="pt-BR" altLang="zh-CN" sz="2000" dirty="0"/>
                  <a:t> </a:t>
                </a:r>
              </a:p>
              <a:p>
                <a:pPr lvl="1">
                  <a:defRPr/>
                </a:pPr>
                <a14:m>
                  <m:oMath xmlns:m="http://schemas.openxmlformats.org/officeDocument/2006/math">
                    <m:r>
                      <a:rPr lang="en-US" altLang="zh-CN" i="1" dirty="0">
                        <a:latin typeface="Cambria Math" panose="02040503050406030204" pitchFamily="18" charset="0"/>
                      </a:rPr>
                      <m:t>𝑦</m:t>
                    </m:r>
                    <m:r>
                      <a:rPr lang="en-US" altLang="zh-CN" i="1" dirty="0">
                        <a:latin typeface="Cambria Math" panose="02040503050406030204" pitchFamily="18" charset="0"/>
                      </a:rPr>
                      <m:t> = </m:t>
                    </m:r>
                    <m:r>
                      <a:rPr lang="en-US" altLang="zh-CN" i="1" dirty="0">
                        <a:latin typeface="Cambria Math" panose="02040503050406030204" pitchFamily="18" charset="0"/>
                      </a:rPr>
                      <m:t>𝑐𝑎𝑙𝑙</m:t>
                    </m:r>
                    <m:r>
                      <a:rPr lang="en-US" altLang="zh-CN" i="1" dirty="0">
                        <a:latin typeface="Cambria Math" panose="02040503050406030204" pitchFamily="18" charset="0"/>
                      </a:rPr>
                      <m:t> </m:t>
                    </m:r>
                    <m:r>
                      <a:rPr lang="en-US" altLang="zh-CN" i="1" dirty="0">
                        <a:latin typeface="Cambria Math" panose="02040503050406030204" pitchFamily="18" charset="0"/>
                      </a:rPr>
                      <m:t>𝑝</m:t>
                    </m:r>
                    <m:r>
                      <a:rPr lang="en-US" altLang="zh-CN" i="1" dirty="0">
                        <a:latin typeface="Cambria Math" panose="02040503050406030204" pitchFamily="18" charset="0"/>
                      </a:rPr>
                      <m:t>, </m:t>
                    </m:r>
                    <m:r>
                      <a:rPr lang="en-US" altLang="zh-CN" i="1" dirty="0">
                        <a:latin typeface="Cambria Math" panose="02040503050406030204" pitchFamily="18" charset="0"/>
                      </a:rPr>
                      <m:t>𝑛</m:t>
                    </m:r>
                  </m:oMath>
                </a14:m>
                <a:r>
                  <a:rPr lang="en-US" altLang="zh-CN" dirty="0"/>
                  <a:t> </a:t>
                </a:r>
                <a:r>
                  <a:rPr lang="zh-CN" altLang="en-US" dirty="0">
                    <a:solidFill>
                      <a:srgbClr val="0070C0"/>
                    </a:solidFill>
                  </a:rPr>
                  <a:t>（函数调用的结果赋值给变量）</a:t>
                </a:r>
                <a:endParaRPr lang="en-US" altLang="zh-CN" dirty="0">
                  <a:solidFill>
                    <a:srgbClr val="0070C0"/>
                  </a:solidFill>
                </a:endParaRPr>
              </a:p>
              <a:p>
                <a:pPr>
                  <a:defRPr/>
                </a:pPr>
                <a:r>
                  <a:rPr lang="en-US" altLang="zh-CN" dirty="0"/>
                  <a:t>return </a:t>
                </a:r>
              </a:p>
              <a:p>
                <a:pPr lvl="1">
                  <a:defRPr/>
                </a:pPr>
                <a14:m>
                  <m:oMath xmlns:m="http://schemas.openxmlformats.org/officeDocument/2006/math">
                    <m:r>
                      <a:rPr lang="en-US" altLang="zh-CN" i="1" dirty="0">
                        <a:latin typeface="Cambria Math" panose="02040503050406030204" pitchFamily="18" charset="0"/>
                      </a:rPr>
                      <m:t>𝑟𝑒𝑡𝑢𝑟𝑛</m:t>
                    </m:r>
                    <m:r>
                      <a:rPr lang="en-US" altLang="zh-CN" i="1" dirty="0">
                        <a:latin typeface="Cambria Math" panose="02040503050406030204" pitchFamily="18" charset="0"/>
                      </a:rPr>
                      <m:t> </m:t>
                    </m:r>
                    <m:r>
                      <a:rPr lang="en-US" altLang="zh-CN" i="1" dirty="0">
                        <a:latin typeface="Cambria Math" panose="02040503050406030204" pitchFamily="18" charset="0"/>
                      </a:rPr>
                      <m:t>𝑦</m:t>
                    </m:r>
                  </m:oMath>
                </a14:m>
                <a:endParaRPr lang="en-US" altLang="zh-CN"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1412" t="-1795" b="-2512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15762208"/>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1C1442-61D7-4782-A14E-6A86D14F8858}"/>
              </a:ext>
            </a:extLst>
          </p:cNvPr>
          <p:cNvSpPr>
            <a:spLocks noGrp="1"/>
          </p:cNvSpPr>
          <p:nvPr>
            <p:ph type="title"/>
          </p:nvPr>
        </p:nvSpPr>
        <p:spPr/>
        <p:txBody>
          <a:bodyPr/>
          <a:lstStyle/>
          <a:p>
            <a:r>
              <a:rPr lang="zh-CN" altLang="en-US" dirty="0"/>
              <a:t>可能需要的数据结构（供参考）</a:t>
            </a:r>
          </a:p>
        </p:txBody>
      </p:sp>
      <p:sp>
        <p:nvSpPr>
          <p:cNvPr id="3" name="内容占位符 2">
            <a:extLst>
              <a:ext uri="{FF2B5EF4-FFF2-40B4-BE49-F238E27FC236}">
                <a16:creationId xmlns:a16="http://schemas.microsoft.com/office/drawing/2014/main" id="{83C6F41D-EE43-4A44-96DA-A83380835B87}"/>
              </a:ext>
            </a:extLst>
          </p:cNvPr>
          <p:cNvSpPr>
            <a:spLocks noGrp="1"/>
          </p:cNvSpPr>
          <p:nvPr>
            <p:ph idx="1"/>
          </p:nvPr>
        </p:nvSpPr>
        <p:spPr/>
        <p:txBody>
          <a:bodyPr/>
          <a:lstStyle/>
          <a:p>
            <a:r>
              <a:rPr lang="zh-CN" altLang="en-US" dirty="0"/>
              <a:t>符号表（可以根据语言的不同有所区别）</a:t>
            </a:r>
            <a:endParaRPr lang="en-US" altLang="zh-CN" dirty="0"/>
          </a:p>
          <a:p>
            <a:pPr lvl="1"/>
            <a:r>
              <a:rPr lang="zh-CN" altLang="en-US" dirty="0"/>
              <a:t>指向父符号表的指针</a:t>
            </a:r>
            <a:endParaRPr lang="en-US" altLang="zh-CN" dirty="0"/>
          </a:p>
          <a:p>
            <a:pPr lvl="1"/>
            <a:r>
              <a:rPr lang="zh-CN" altLang="en-US" dirty="0"/>
              <a:t>所处的作用域（全局、某函数、块语句、结构）及</a:t>
            </a:r>
            <a:r>
              <a:rPr lang="zh-CN" altLang="en-US"/>
              <a:t>相关信息，以函数为例：</a:t>
            </a:r>
            <a:endParaRPr lang="en-US" altLang="zh-CN" dirty="0"/>
          </a:p>
          <a:p>
            <a:pPr lvl="3"/>
            <a:r>
              <a:rPr lang="zh-CN" altLang="en-US" dirty="0"/>
              <a:t>函数名称</a:t>
            </a:r>
            <a:endParaRPr lang="en-US" altLang="zh-CN" dirty="0"/>
          </a:p>
          <a:p>
            <a:pPr lvl="3"/>
            <a:r>
              <a:rPr lang="zh-CN" altLang="en-US" dirty="0"/>
              <a:t>参数数量、类型、名称、所占空间大小、起始地址（相对于</a:t>
            </a:r>
            <a:r>
              <a:rPr lang="en-US" altLang="zh-CN" dirty="0" err="1"/>
              <a:t>sp</a:t>
            </a:r>
            <a:r>
              <a:rPr lang="zh-CN" altLang="en-US" dirty="0"/>
              <a:t>）</a:t>
            </a:r>
            <a:endParaRPr lang="en-US" altLang="zh-CN" dirty="0"/>
          </a:p>
          <a:p>
            <a:pPr lvl="3"/>
            <a:r>
              <a:rPr lang="zh-CN" altLang="en-US" dirty="0"/>
              <a:t>返回值类型、所占空间</a:t>
            </a:r>
            <a:endParaRPr lang="en-US" altLang="zh-CN" dirty="0"/>
          </a:p>
          <a:p>
            <a:pPr lvl="3"/>
            <a:r>
              <a:rPr lang="zh-CN" altLang="en-US" dirty="0"/>
              <a:t>对应的源代码的行列范围</a:t>
            </a:r>
            <a:endParaRPr lang="en-US" altLang="zh-CN" dirty="0"/>
          </a:p>
          <a:p>
            <a:pPr lvl="1"/>
            <a:r>
              <a:rPr lang="zh-CN" altLang="en-US" dirty="0"/>
              <a:t>变量表</a:t>
            </a:r>
          </a:p>
          <a:p>
            <a:pPr lvl="2"/>
            <a:r>
              <a:rPr lang="zh-CN" altLang="en-US" dirty="0"/>
              <a:t>局部变量起始地址</a:t>
            </a:r>
            <a:r>
              <a:rPr lang="en-US" altLang="zh-CN" dirty="0"/>
              <a:t>(</a:t>
            </a:r>
            <a:r>
              <a:rPr lang="zh-CN" altLang="en-US" dirty="0"/>
              <a:t>相对于</a:t>
            </a:r>
            <a:r>
              <a:rPr lang="en-US" altLang="zh-CN" dirty="0" err="1"/>
              <a:t>sp</a:t>
            </a:r>
            <a:r>
              <a:rPr lang="en-US" altLang="zh-CN" dirty="0"/>
              <a:t>)</a:t>
            </a:r>
          </a:p>
          <a:p>
            <a:pPr lvl="2"/>
            <a:r>
              <a:rPr lang="zh-CN" altLang="en-US" dirty="0"/>
              <a:t>局部变量类型表达式、名称、所占地址</a:t>
            </a:r>
            <a:endParaRPr lang="en-US" altLang="zh-CN" dirty="0"/>
          </a:p>
          <a:p>
            <a:pPr lvl="2"/>
            <a:r>
              <a:rPr lang="zh-CN" altLang="en-US" dirty="0"/>
              <a:t>对应的源代码的行列范围</a:t>
            </a:r>
            <a:endParaRPr lang="en-US" altLang="zh-CN" dirty="0"/>
          </a:p>
          <a:p>
            <a:pPr lvl="1"/>
            <a:r>
              <a:rPr lang="zh-CN" altLang="en-US" dirty="0"/>
              <a:t>中间代码的入口序号和出口序号</a:t>
            </a:r>
            <a:endParaRPr lang="en-US" altLang="zh-CN" dirty="0"/>
          </a:p>
          <a:p>
            <a:pPr lvl="1"/>
            <a:r>
              <a:rPr lang="zh-CN" altLang="en-US" dirty="0"/>
              <a:t>符号表的可视化、填表、查表的函数或方法</a:t>
            </a:r>
          </a:p>
        </p:txBody>
      </p:sp>
    </p:spTree>
    <p:extLst>
      <p:ext uri="{BB962C8B-B14F-4D97-AF65-F5344CB8AC3E}">
        <p14:creationId xmlns:p14="http://schemas.microsoft.com/office/powerpoint/2010/main" val="2108366848"/>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7B8157-DAE9-4265-BB9E-A3FEB39C8C8F}"/>
              </a:ext>
            </a:extLst>
          </p:cNvPr>
          <p:cNvSpPr>
            <a:spLocks noGrp="1"/>
          </p:cNvSpPr>
          <p:nvPr>
            <p:ph type="title"/>
          </p:nvPr>
        </p:nvSpPr>
        <p:spPr/>
        <p:txBody>
          <a:bodyPr/>
          <a:lstStyle/>
          <a:p>
            <a:r>
              <a:rPr lang="zh-CN" altLang="en-US" dirty="0"/>
              <a:t>可能需要的数据结构（供参考）</a:t>
            </a:r>
          </a:p>
        </p:txBody>
      </p:sp>
      <p:sp>
        <p:nvSpPr>
          <p:cNvPr id="3" name="内容占位符 2">
            <a:extLst>
              <a:ext uri="{FF2B5EF4-FFF2-40B4-BE49-F238E27FC236}">
                <a16:creationId xmlns:a16="http://schemas.microsoft.com/office/drawing/2014/main" id="{FE43B505-E3AC-4A1A-AC58-92467BC3D728}"/>
              </a:ext>
            </a:extLst>
          </p:cNvPr>
          <p:cNvSpPr>
            <a:spLocks noGrp="1"/>
          </p:cNvSpPr>
          <p:nvPr>
            <p:ph idx="1"/>
          </p:nvPr>
        </p:nvSpPr>
        <p:spPr/>
        <p:txBody>
          <a:bodyPr/>
          <a:lstStyle/>
          <a:p>
            <a:r>
              <a:rPr lang="zh-CN" altLang="en-US" dirty="0"/>
              <a:t>扩展语法树存储语义值</a:t>
            </a:r>
            <a:endParaRPr lang="en-US" altLang="zh-CN" dirty="0"/>
          </a:p>
          <a:p>
            <a:pPr lvl="1"/>
            <a:r>
              <a:rPr lang="zh-CN" altLang="en-US" dirty="0"/>
              <a:t>根据语法元素在产生式中的相对位置查找语义值</a:t>
            </a:r>
            <a:endParaRPr lang="en-US" altLang="zh-CN" dirty="0"/>
          </a:p>
          <a:p>
            <a:r>
              <a:rPr lang="zh-CN" altLang="en-US" dirty="0"/>
              <a:t>存储三地址语句或四元式的数据结构</a:t>
            </a:r>
            <a:endParaRPr lang="en-US" altLang="zh-CN" dirty="0"/>
          </a:p>
          <a:p>
            <a:pPr lvl="1"/>
            <a:r>
              <a:rPr lang="zh-CN" altLang="en-US" dirty="0"/>
              <a:t>申请临时变量的方法</a:t>
            </a:r>
            <a:endParaRPr lang="en-US" altLang="zh-CN" dirty="0"/>
          </a:p>
          <a:p>
            <a:pPr lvl="1"/>
            <a:r>
              <a:rPr lang="zh-CN" altLang="en-US" dirty="0"/>
              <a:t>并链的方法</a:t>
            </a:r>
            <a:endParaRPr lang="en-US" altLang="zh-CN" dirty="0"/>
          </a:p>
          <a:p>
            <a:pPr lvl="1"/>
            <a:r>
              <a:rPr lang="zh-CN" altLang="en-US" dirty="0"/>
              <a:t>回填的方法</a:t>
            </a:r>
          </a:p>
        </p:txBody>
      </p:sp>
    </p:spTree>
    <p:extLst>
      <p:ext uri="{BB962C8B-B14F-4D97-AF65-F5344CB8AC3E}">
        <p14:creationId xmlns:p14="http://schemas.microsoft.com/office/powerpoint/2010/main" val="1441195524"/>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LLVM IR</a:t>
            </a:r>
            <a:endParaRPr lang="zh-CN" altLang="en-US" dirty="0"/>
          </a:p>
        </p:txBody>
      </p:sp>
      <p:sp>
        <p:nvSpPr>
          <p:cNvPr id="3" name="内容占位符 2"/>
          <p:cNvSpPr>
            <a:spLocks noGrp="1"/>
          </p:cNvSpPr>
          <p:nvPr>
            <p:ph idx="1"/>
          </p:nvPr>
        </p:nvSpPr>
        <p:spPr/>
        <p:txBody>
          <a:bodyPr/>
          <a:lstStyle/>
          <a:p>
            <a:r>
              <a:rPr lang="en-US" altLang="zh-CN" dirty="0"/>
              <a:t>LLVM</a:t>
            </a:r>
            <a:r>
              <a:rPr lang="zh-CN" altLang="en-US" dirty="0"/>
              <a:t>是一个正在发展中的前沿编译器技术框架，它易于扩展并设计成多个库，可以为编译器入门者提供流畅的体验，并能使编译器开发所涉及的学习过程变得非常顺畅。</a:t>
            </a:r>
            <a:endParaRPr lang="en-US" altLang="zh-CN" dirty="0"/>
          </a:p>
          <a:p>
            <a:r>
              <a:rPr lang="zh-CN" altLang="en-US" dirty="0"/>
              <a:t>用于编译器相关研究。</a:t>
            </a:r>
            <a:endParaRPr lang="en-US" altLang="zh-CN" dirty="0"/>
          </a:p>
          <a:p>
            <a:r>
              <a:rPr lang="en-US" altLang="zh-CN" dirty="0"/>
              <a:t>LLVM IR </a:t>
            </a:r>
            <a:r>
              <a:rPr lang="zh-CN" altLang="en-US" dirty="0"/>
              <a:t>被设计成尽可能地与编译目标无关，但它仍然对编译目标有一定的依赖性。</a:t>
            </a:r>
          </a:p>
          <a:p>
            <a:pPr lvl="1"/>
            <a:r>
              <a:rPr lang="en-US" altLang="zh-CN" dirty="0"/>
              <a:t>LLVM</a:t>
            </a:r>
            <a:r>
              <a:rPr lang="zh-CN" altLang="en-US" dirty="0"/>
              <a:t>用</a:t>
            </a:r>
            <a:r>
              <a:rPr lang="en-US" altLang="zh-CN" dirty="0"/>
              <a:t>C++</a:t>
            </a:r>
            <a:r>
              <a:rPr lang="zh-CN" altLang="en-US" dirty="0"/>
              <a:t>开发。</a:t>
            </a:r>
            <a:endParaRPr lang="en-US" altLang="zh-CN" dirty="0"/>
          </a:p>
          <a:p>
            <a:pPr lvl="1"/>
            <a:r>
              <a:rPr lang="zh-CN" altLang="en-US" dirty="0"/>
              <a:t>造成该依赖性的一个普遍承认的原因是 </a:t>
            </a:r>
            <a:r>
              <a:rPr lang="en-US" altLang="zh-CN" dirty="0"/>
              <a:t>C/C++ </a:t>
            </a:r>
            <a:r>
              <a:rPr lang="zh-CN" altLang="en-US" dirty="0"/>
              <a:t>语言固有的目标依赖性质。</a:t>
            </a:r>
            <a:endParaRPr lang="en-US" altLang="zh-CN" dirty="0"/>
          </a:p>
          <a:p>
            <a:pPr lvl="2"/>
            <a:r>
              <a:rPr lang="zh-CN" altLang="en-US" dirty="0"/>
              <a:t>所依赖的库头文件和 </a:t>
            </a:r>
            <a:r>
              <a:rPr lang="en-US" altLang="zh-CN" dirty="0"/>
              <a:t>C </a:t>
            </a:r>
            <a:r>
              <a:rPr lang="zh-CN" altLang="en-US" dirty="0"/>
              <a:t>的类型都已经是依赖目标的。</a:t>
            </a:r>
          </a:p>
        </p:txBody>
      </p:sp>
    </p:spTree>
    <p:extLst>
      <p:ext uri="{BB962C8B-B14F-4D97-AF65-F5344CB8AC3E}">
        <p14:creationId xmlns:p14="http://schemas.microsoft.com/office/powerpoint/2010/main" val="1245168073"/>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LLVM IR</a:t>
            </a:r>
            <a:endParaRPr lang="zh-CN" altLang="en-US" dirty="0"/>
          </a:p>
        </p:txBody>
      </p:sp>
      <p:sp>
        <p:nvSpPr>
          <p:cNvPr id="3" name="内容占位符 2"/>
          <p:cNvSpPr>
            <a:spLocks noGrp="1"/>
          </p:cNvSpPr>
          <p:nvPr>
            <p:ph idx="1"/>
          </p:nvPr>
        </p:nvSpPr>
        <p:spPr/>
        <p:txBody>
          <a:bodyPr/>
          <a:lstStyle/>
          <a:p>
            <a:r>
              <a:rPr lang="zh-CN" altLang="en-US" dirty="0"/>
              <a:t> </a:t>
            </a:r>
            <a:r>
              <a:rPr lang="en-US" altLang="zh-CN" dirty="0"/>
              <a:t>LLVM IR </a:t>
            </a:r>
            <a:r>
              <a:rPr lang="zh-CN" altLang="en-US" dirty="0"/>
              <a:t>可以用两种格式存储在磁盘上：位码和汇编文本。</a:t>
            </a:r>
            <a:endParaRPr lang="en-US" altLang="zh-CN" dirty="0"/>
          </a:p>
          <a:p>
            <a:r>
              <a:rPr lang="zh-CN" altLang="en-US" dirty="0"/>
              <a:t>例：</a:t>
            </a:r>
            <a:endParaRPr lang="en-US" altLang="zh-CN" dirty="0"/>
          </a:p>
          <a:p>
            <a:pPr lvl="1"/>
            <a:r>
              <a:rPr lang="en-US" altLang="zh-CN" dirty="0" err="1"/>
              <a:t>int</a:t>
            </a:r>
            <a:r>
              <a:rPr lang="en-US" altLang="zh-CN" dirty="0"/>
              <a:t> sum(</a:t>
            </a:r>
            <a:r>
              <a:rPr lang="en-US" altLang="zh-CN" dirty="0" err="1"/>
              <a:t>int</a:t>
            </a:r>
            <a:r>
              <a:rPr lang="en-US" altLang="zh-CN" dirty="0"/>
              <a:t> a, </a:t>
            </a:r>
            <a:r>
              <a:rPr lang="en-US" altLang="zh-CN" dirty="0" err="1"/>
              <a:t>int</a:t>
            </a:r>
            <a:r>
              <a:rPr lang="en-US" altLang="zh-CN" dirty="0"/>
              <a:t> b) { return </a:t>
            </a:r>
            <a:r>
              <a:rPr lang="en-US" altLang="zh-CN" dirty="0" err="1"/>
              <a:t>a+b</a:t>
            </a:r>
            <a:r>
              <a:rPr lang="zh-CN" altLang="en-US" dirty="0"/>
              <a:t>；</a:t>
            </a:r>
            <a:r>
              <a:rPr lang="en-US" altLang="zh-CN" dirty="0"/>
              <a:t>} </a:t>
            </a:r>
          </a:p>
          <a:p>
            <a:pPr lvl="1"/>
            <a:r>
              <a:rPr lang="zh-CN" altLang="en-US" dirty="0"/>
              <a:t>其汇编码文件 </a:t>
            </a:r>
            <a:r>
              <a:rPr lang="en-US" altLang="zh-CN" dirty="0"/>
              <a:t>sum.11</a:t>
            </a:r>
            <a:r>
              <a:rPr lang="zh-CN" altLang="en-US" dirty="0"/>
              <a:t>内容如下页所示</a:t>
            </a:r>
          </a:p>
        </p:txBody>
      </p:sp>
    </p:spTree>
    <p:extLst>
      <p:ext uri="{BB962C8B-B14F-4D97-AF65-F5344CB8AC3E}">
        <p14:creationId xmlns:p14="http://schemas.microsoft.com/office/powerpoint/2010/main" val="4142756298"/>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endParaRPr lang="zh-CN" altLang="en-US"/>
          </a:p>
        </p:txBody>
      </p:sp>
      <p:pic>
        <p:nvPicPr>
          <p:cNvPr id="4" name="图片 3"/>
          <p:cNvPicPr>
            <a:picLocks noChangeAspect="1"/>
          </p:cNvPicPr>
          <p:nvPr/>
        </p:nvPicPr>
        <p:blipFill>
          <a:blip r:embed="rId2"/>
          <a:stretch>
            <a:fillRect/>
          </a:stretch>
        </p:blipFill>
        <p:spPr>
          <a:xfrm>
            <a:off x="107504" y="1052736"/>
            <a:ext cx="8856984" cy="5188124"/>
          </a:xfrm>
          <a:prstGeom prst="rect">
            <a:avLst/>
          </a:prstGeom>
        </p:spPr>
      </p:pic>
      <p:sp>
        <p:nvSpPr>
          <p:cNvPr id="5" name="文本框 4"/>
          <p:cNvSpPr txBox="1"/>
          <p:nvPr/>
        </p:nvSpPr>
        <p:spPr>
          <a:xfrm>
            <a:off x="395536" y="221741"/>
            <a:ext cx="7632848" cy="830997"/>
          </a:xfrm>
          <a:prstGeom prst="rect">
            <a:avLst/>
          </a:prstGeom>
          <a:noFill/>
        </p:spPr>
        <p:txBody>
          <a:bodyPr wrap="square" rtlCol="0">
            <a:spAutoFit/>
          </a:bodyPr>
          <a:lstStyle/>
          <a:p>
            <a:r>
              <a:rPr lang="en-US" altLang="zh-CN" sz="1600" dirty="0">
                <a:solidFill>
                  <a:srgbClr val="0070C0"/>
                </a:solidFill>
              </a:rPr>
              <a:t>target </a:t>
            </a:r>
            <a:r>
              <a:rPr lang="en-US" altLang="zh-CN" sz="1600" dirty="0" err="1">
                <a:solidFill>
                  <a:srgbClr val="0070C0"/>
                </a:solidFill>
              </a:rPr>
              <a:t>datalayout</a:t>
            </a:r>
            <a:r>
              <a:rPr lang="zh-CN" altLang="en-US" sz="1600" dirty="0">
                <a:solidFill>
                  <a:srgbClr val="0070C0"/>
                </a:solidFill>
              </a:rPr>
              <a:t>：目标三元组（</a:t>
            </a:r>
            <a:r>
              <a:rPr lang="en-US" altLang="zh-CN" sz="1600" dirty="0">
                <a:solidFill>
                  <a:srgbClr val="0070C0"/>
                </a:solidFill>
              </a:rPr>
              <a:t>target </a:t>
            </a:r>
            <a:r>
              <a:rPr lang="en-US" altLang="zh-CN" sz="1600" dirty="0" err="1">
                <a:solidFill>
                  <a:srgbClr val="0070C0"/>
                </a:solidFill>
              </a:rPr>
              <a:t>trippie</a:t>
            </a:r>
            <a:r>
              <a:rPr lang="zh-CN" altLang="en-US" sz="1600" dirty="0">
                <a:solidFill>
                  <a:srgbClr val="0070C0"/>
                </a:solidFill>
              </a:rPr>
              <a:t>）的字节顺序和类型大小等信息，以供优化。可以忽略。</a:t>
            </a:r>
            <a:endParaRPr lang="en-US" altLang="zh-CN" sz="1600" dirty="0">
              <a:solidFill>
                <a:srgbClr val="0070C0"/>
              </a:solidFill>
            </a:endParaRPr>
          </a:p>
          <a:p>
            <a:r>
              <a:rPr lang="en-US" altLang="zh-CN" sz="1600" dirty="0">
                <a:solidFill>
                  <a:srgbClr val="0070C0"/>
                </a:solidFill>
              </a:rPr>
              <a:t>target triple</a:t>
            </a:r>
            <a:r>
              <a:rPr lang="zh-CN" altLang="en-US" sz="1600" dirty="0">
                <a:solidFill>
                  <a:srgbClr val="0070C0"/>
                </a:solidFill>
              </a:rPr>
              <a:t>：目标机器的硬件系统。可以忽略。</a:t>
            </a:r>
          </a:p>
        </p:txBody>
      </p:sp>
      <p:sp>
        <p:nvSpPr>
          <p:cNvPr id="6" name="文本框 5"/>
          <p:cNvSpPr txBox="1"/>
          <p:nvPr/>
        </p:nvSpPr>
        <p:spPr>
          <a:xfrm>
            <a:off x="2267744" y="5157194"/>
            <a:ext cx="6408712" cy="646331"/>
          </a:xfrm>
          <a:prstGeom prst="rect">
            <a:avLst/>
          </a:prstGeom>
          <a:noFill/>
        </p:spPr>
        <p:txBody>
          <a:bodyPr wrap="square" rtlCol="0">
            <a:spAutoFit/>
          </a:bodyPr>
          <a:lstStyle/>
          <a:p>
            <a:r>
              <a:rPr lang="en-US" altLang="zh-CN" sz="1800" dirty="0" err="1">
                <a:solidFill>
                  <a:srgbClr val="0070C0"/>
                </a:solidFill>
              </a:rPr>
              <a:t>nsw</a:t>
            </a:r>
            <a:r>
              <a:rPr lang="zh-CN" altLang="en-US" sz="1800" dirty="0">
                <a:solidFill>
                  <a:srgbClr val="0070C0"/>
                </a:solidFill>
              </a:rPr>
              <a:t>是</a:t>
            </a:r>
            <a:r>
              <a:rPr lang="en-US" altLang="zh-CN" sz="1800" dirty="0">
                <a:solidFill>
                  <a:srgbClr val="0070C0"/>
                </a:solidFill>
              </a:rPr>
              <a:t>not signed wrap</a:t>
            </a:r>
            <a:r>
              <a:rPr lang="zh-CN" altLang="en-US" sz="1800" dirty="0">
                <a:solidFill>
                  <a:srgbClr val="0070C0"/>
                </a:solidFill>
              </a:rPr>
              <a:t>的缩写，表示保证不会发生有符号数运算的溢出。</a:t>
            </a:r>
          </a:p>
        </p:txBody>
      </p:sp>
      <p:cxnSp>
        <p:nvCxnSpPr>
          <p:cNvPr id="8" name="直接连接符 7"/>
          <p:cNvCxnSpPr/>
          <p:nvPr/>
        </p:nvCxnSpPr>
        <p:spPr bwMode="auto">
          <a:xfrm>
            <a:off x="1979712" y="5013176"/>
            <a:ext cx="504056" cy="0"/>
          </a:xfrm>
          <a:prstGeom prst="line">
            <a:avLst/>
          </a:prstGeom>
          <a:solidFill>
            <a:schemeClr val="accent1"/>
          </a:solidFill>
          <a:ln w="25400" cap="flat" cmpd="sng" algn="ctr">
            <a:solidFill>
              <a:srgbClr val="FF0000"/>
            </a:solidFill>
            <a:prstDash val="solid"/>
            <a:round/>
            <a:headEnd type="none" w="med" len="med"/>
            <a:tailEnd type="none" w="med" len="med"/>
          </a:ln>
          <a:effectLst/>
        </p:spPr>
      </p:cxnSp>
    </p:spTree>
    <p:extLst>
      <p:ext uri="{BB962C8B-B14F-4D97-AF65-F5344CB8AC3E}">
        <p14:creationId xmlns:p14="http://schemas.microsoft.com/office/powerpoint/2010/main" val="1016566222"/>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LLVM IR</a:t>
            </a:r>
            <a:endParaRPr lang="zh-CN" altLang="en-US" dirty="0"/>
          </a:p>
        </p:txBody>
      </p:sp>
      <p:sp>
        <p:nvSpPr>
          <p:cNvPr id="3" name="内容占位符 2"/>
          <p:cNvSpPr>
            <a:spLocks noGrp="1"/>
          </p:cNvSpPr>
          <p:nvPr>
            <p:ph idx="1"/>
          </p:nvPr>
        </p:nvSpPr>
        <p:spPr/>
        <p:txBody>
          <a:bodyPr/>
          <a:lstStyle/>
          <a:p>
            <a:r>
              <a:rPr lang="zh-CN" altLang="en-US" dirty="0"/>
              <a:t>整个 </a:t>
            </a:r>
            <a:r>
              <a:rPr lang="en-US" altLang="zh-CN" dirty="0"/>
              <a:t>LLVM </a:t>
            </a:r>
            <a:r>
              <a:rPr lang="zh-CN" altLang="en-US" dirty="0"/>
              <a:t>文件的内容（无论是汇编码还是位码）被视为定义一个 </a:t>
            </a:r>
            <a:r>
              <a:rPr lang="en-US" altLang="zh-CN" dirty="0"/>
              <a:t>LLVM </a:t>
            </a:r>
            <a:r>
              <a:rPr lang="zh-CN" altLang="en-US" dirty="0"/>
              <a:t>模块。</a:t>
            </a:r>
            <a:endParaRPr lang="en-US" altLang="zh-CN" dirty="0"/>
          </a:p>
          <a:p>
            <a:r>
              <a:rPr lang="zh-CN" altLang="en-US" dirty="0"/>
              <a:t>模块是 </a:t>
            </a:r>
            <a:r>
              <a:rPr lang="en-US" altLang="zh-CN" dirty="0"/>
              <a:t>LLVM IR </a:t>
            </a:r>
            <a:r>
              <a:rPr lang="zh-CN" altLang="en-US" dirty="0"/>
              <a:t>顶层数据结构。</a:t>
            </a:r>
            <a:endParaRPr lang="en-US" altLang="zh-CN" dirty="0"/>
          </a:p>
          <a:p>
            <a:pPr lvl="1"/>
            <a:r>
              <a:rPr lang="zh-CN" altLang="en-US" dirty="0"/>
              <a:t>每个模块包含一系列函数，</a:t>
            </a:r>
            <a:endParaRPr lang="en-US" altLang="zh-CN" dirty="0"/>
          </a:p>
          <a:p>
            <a:pPr lvl="1"/>
            <a:r>
              <a:rPr lang="zh-CN" altLang="en-US" dirty="0"/>
              <a:t>每个函数由包含一系列指令的一系列基本块组成。</a:t>
            </a:r>
            <a:endParaRPr lang="en-US" altLang="zh-CN" dirty="0"/>
          </a:p>
          <a:p>
            <a:pPr lvl="1"/>
            <a:r>
              <a:rPr lang="zh-CN" altLang="en-US" dirty="0"/>
              <a:t>模块还包含用于支持该模型的外围实体，如全局变量、目标数据布局、外部函数原型以及数据结构声明。</a:t>
            </a:r>
          </a:p>
        </p:txBody>
      </p:sp>
    </p:spTree>
    <p:extLst>
      <p:ext uri="{BB962C8B-B14F-4D97-AF65-F5344CB8AC3E}">
        <p14:creationId xmlns:p14="http://schemas.microsoft.com/office/powerpoint/2010/main" val="890648521"/>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LLVM IR</a:t>
            </a:r>
            <a:endParaRPr lang="zh-CN" altLang="en-US" dirty="0"/>
          </a:p>
        </p:txBody>
      </p:sp>
      <p:sp>
        <p:nvSpPr>
          <p:cNvPr id="3" name="内容占位符 2"/>
          <p:cNvSpPr>
            <a:spLocks noGrp="1"/>
          </p:cNvSpPr>
          <p:nvPr>
            <p:ph idx="1"/>
          </p:nvPr>
        </p:nvSpPr>
        <p:spPr/>
        <p:txBody>
          <a:bodyPr/>
          <a:lstStyle/>
          <a:p>
            <a:r>
              <a:rPr lang="en-US" altLang="zh-CN" dirty="0"/>
              <a:t>LLVM </a:t>
            </a:r>
            <a:r>
              <a:rPr lang="zh-CN" altLang="en-US" dirty="0"/>
              <a:t>局部变量与汇编语言中的寄存器类似，可以用任何以 ％ 符号开头的名称命名。</a:t>
            </a:r>
            <a:endParaRPr lang="en-US" altLang="zh-CN" dirty="0"/>
          </a:p>
          <a:p>
            <a:r>
              <a:rPr lang="zh-CN" altLang="en-US" dirty="0"/>
              <a:t>因此，</a:t>
            </a:r>
            <a:endParaRPr lang="en-US" altLang="zh-CN" dirty="0"/>
          </a:p>
          <a:p>
            <a:pPr marL="0" indent="0" algn="ctr">
              <a:buNone/>
            </a:pPr>
            <a:r>
              <a:rPr lang="en-US" altLang="zh-CN" dirty="0"/>
              <a:t>%add = add </a:t>
            </a:r>
            <a:r>
              <a:rPr lang="en-US" altLang="zh-CN" dirty="0" err="1"/>
              <a:t>nsw</a:t>
            </a:r>
            <a:r>
              <a:rPr lang="en-US" altLang="zh-CN" dirty="0"/>
              <a:t> i32 %0, %1 </a:t>
            </a:r>
          </a:p>
          <a:p>
            <a:pPr marL="354013" indent="0">
              <a:buNone/>
            </a:pPr>
            <a:r>
              <a:rPr lang="zh-CN" altLang="en-US" dirty="0"/>
              <a:t>这一指令将执行两个局部变量 </a:t>
            </a:r>
            <a:r>
              <a:rPr lang="en-US" altLang="zh-CN" dirty="0"/>
              <a:t>%0 </a:t>
            </a:r>
            <a:r>
              <a:rPr lang="zh-CN" altLang="en-US" dirty="0"/>
              <a:t>和 </a:t>
            </a:r>
            <a:r>
              <a:rPr lang="en-US" altLang="zh-CN" dirty="0"/>
              <a:t>%1 </a:t>
            </a:r>
            <a:r>
              <a:rPr lang="zh-CN" altLang="en-US" dirty="0"/>
              <a:t>的加法，并将结果置于新的局部变量％</a:t>
            </a:r>
            <a:r>
              <a:rPr lang="en-US" altLang="zh-CN" dirty="0"/>
              <a:t>add </a:t>
            </a:r>
            <a:r>
              <a:rPr lang="zh-CN" altLang="en-US" dirty="0"/>
              <a:t>中。</a:t>
            </a:r>
          </a:p>
        </p:txBody>
      </p:sp>
    </p:spTree>
    <p:extLst>
      <p:ext uri="{BB962C8B-B14F-4D97-AF65-F5344CB8AC3E}">
        <p14:creationId xmlns:p14="http://schemas.microsoft.com/office/powerpoint/2010/main" val="3903309792"/>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LLVM IR</a:t>
            </a:r>
            <a:endParaRPr lang="zh-CN" altLang="en-US" dirty="0"/>
          </a:p>
        </p:txBody>
      </p:sp>
      <p:sp>
        <p:nvSpPr>
          <p:cNvPr id="3" name="内容占位符 2"/>
          <p:cNvSpPr>
            <a:spLocks noGrp="1"/>
          </p:cNvSpPr>
          <p:nvPr>
            <p:ph idx="1"/>
          </p:nvPr>
        </p:nvSpPr>
        <p:spPr/>
        <p:txBody>
          <a:bodyPr/>
          <a:lstStyle/>
          <a:p>
            <a:pPr marL="342900" lvl="1" indent="-342900">
              <a:buFontTx/>
              <a:buChar char="•"/>
            </a:pPr>
            <a:r>
              <a:rPr lang="en-US" altLang="zh-CN" dirty="0"/>
              <a:t>LLVM IR</a:t>
            </a:r>
            <a:r>
              <a:rPr lang="zh-CN" altLang="en-US" dirty="0"/>
              <a:t>使用单复制（</a:t>
            </a:r>
            <a:r>
              <a:rPr lang="en-US" altLang="zh-CN" dirty="0"/>
              <a:t>Static Single-Assignment Form</a:t>
            </a:r>
          </a:p>
          <a:p>
            <a:pPr marL="0" indent="0">
              <a:buNone/>
            </a:pPr>
            <a:r>
              <a:rPr lang="en-US" altLang="zh-CN" dirty="0"/>
              <a:t>, SSA</a:t>
            </a:r>
            <a:r>
              <a:rPr lang="zh-CN" altLang="en-US" dirty="0"/>
              <a:t>）形式。</a:t>
            </a:r>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p:txBody>
      </p:sp>
      <p:pic>
        <p:nvPicPr>
          <p:cNvPr id="4" name="图片 3"/>
          <p:cNvPicPr>
            <a:picLocks noChangeAspect="1"/>
          </p:cNvPicPr>
          <p:nvPr/>
        </p:nvPicPr>
        <p:blipFill>
          <a:blip r:embed="rId2"/>
          <a:stretch>
            <a:fillRect/>
          </a:stretch>
        </p:blipFill>
        <p:spPr>
          <a:xfrm>
            <a:off x="511453" y="2132856"/>
            <a:ext cx="3196453" cy="2520280"/>
          </a:xfrm>
          <a:prstGeom prst="rect">
            <a:avLst/>
          </a:prstGeom>
        </p:spPr>
      </p:pic>
      <p:pic>
        <p:nvPicPr>
          <p:cNvPr id="5" name="图片 4"/>
          <p:cNvPicPr>
            <a:picLocks noChangeAspect="1"/>
          </p:cNvPicPr>
          <p:nvPr/>
        </p:nvPicPr>
        <p:blipFill>
          <a:blip r:embed="rId3"/>
          <a:stretch>
            <a:fillRect/>
          </a:stretch>
        </p:blipFill>
        <p:spPr>
          <a:xfrm>
            <a:off x="4208630" y="2188394"/>
            <a:ext cx="4539834" cy="2483916"/>
          </a:xfrm>
          <a:prstGeom prst="rect">
            <a:avLst/>
          </a:prstGeom>
        </p:spPr>
      </p:pic>
    </p:spTree>
    <p:extLst>
      <p:ext uri="{BB962C8B-B14F-4D97-AF65-F5344CB8AC3E}">
        <p14:creationId xmlns:p14="http://schemas.microsoft.com/office/powerpoint/2010/main" val="1639028704"/>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LLVM IR</a:t>
            </a:r>
            <a:endParaRPr lang="zh-CN" altLang="en-US" dirty="0"/>
          </a:p>
        </p:txBody>
      </p:sp>
      <p:sp>
        <p:nvSpPr>
          <p:cNvPr id="3" name="内容占位符 2"/>
          <p:cNvSpPr>
            <a:spLocks noGrp="1"/>
          </p:cNvSpPr>
          <p:nvPr>
            <p:ph idx="1"/>
          </p:nvPr>
        </p:nvSpPr>
        <p:spPr/>
        <p:txBody>
          <a:bodyPr/>
          <a:lstStyle/>
          <a:p>
            <a:pPr lvl="1"/>
            <a:r>
              <a:rPr lang="zh-CN" altLang="en-US" dirty="0">
                <a:solidFill>
                  <a:srgbClr val="000000"/>
                </a:solidFill>
              </a:rPr>
              <a:t>导致“使用定义链”（</a:t>
            </a:r>
            <a:r>
              <a:rPr lang="en-US" altLang="zh-CN" dirty="0">
                <a:solidFill>
                  <a:srgbClr val="000000"/>
                </a:solidFill>
              </a:rPr>
              <a:t>use.def</a:t>
            </a:r>
            <a:r>
              <a:rPr lang="zh-CN" altLang="en-US" dirty="0">
                <a:solidFill>
                  <a:srgbClr val="000000"/>
                </a:solidFill>
              </a:rPr>
              <a:t>链，即可以达到使用处的所有定义 </a:t>
            </a:r>
            <a:r>
              <a:rPr lang="en-US" altLang="zh-CN" dirty="0">
                <a:solidFill>
                  <a:srgbClr val="000000"/>
                </a:solidFill>
              </a:rPr>
              <a:t>/ </a:t>
            </a:r>
            <a:r>
              <a:rPr lang="zh-CN" altLang="en-US" dirty="0">
                <a:solidFill>
                  <a:srgbClr val="000000"/>
                </a:solidFill>
              </a:rPr>
              <a:t>赋值语句的集合）的生成变得非常简单 。</a:t>
            </a:r>
            <a:endParaRPr lang="en-US" altLang="zh-CN" dirty="0">
              <a:solidFill>
                <a:srgbClr val="000000"/>
              </a:solidFill>
            </a:endParaRPr>
          </a:p>
          <a:p>
            <a:pPr lvl="1"/>
            <a:r>
              <a:rPr lang="zh-CN" altLang="en-US" dirty="0">
                <a:solidFill>
                  <a:srgbClr val="000000"/>
                </a:solidFill>
              </a:rPr>
              <a:t>代码被组织成三地址指令。 </a:t>
            </a:r>
            <a:endParaRPr lang="en-US" altLang="zh-CN" dirty="0">
              <a:solidFill>
                <a:srgbClr val="000000"/>
              </a:solidFill>
            </a:endParaRPr>
          </a:p>
          <a:p>
            <a:pPr lvl="1"/>
            <a:r>
              <a:rPr lang="zh-CN" altLang="en-US" dirty="0">
                <a:solidFill>
                  <a:srgbClr val="000000"/>
                </a:solidFill>
              </a:rPr>
              <a:t>有无穷多的寄存器。请注意，</a:t>
            </a:r>
            <a:r>
              <a:rPr lang="en-US" altLang="zh-CN" dirty="0">
                <a:solidFill>
                  <a:srgbClr val="000000"/>
                </a:solidFill>
              </a:rPr>
              <a:t>LLVM </a:t>
            </a:r>
            <a:r>
              <a:rPr lang="zh-CN" altLang="en-US" dirty="0">
                <a:solidFill>
                  <a:srgbClr val="000000"/>
                </a:solidFill>
              </a:rPr>
              <a:t>局部变量可以使用以 ％ 符号开始的任意名称</a:t>
            </a:r>
            <a:r>
              <a:rPr lang="en-US" altLang="zh-CN" dirty="0">
                <a:solidFill>
                  <a:srgbClr val="000000"/>
                </a:solidFill>
              </a:rPr>
              <a:t>, </a:t>
            </a:r>
            <a:r>
              <a:rPr lang="zh-CN" altLang="en-US" dirty="0">
                <a:solidFill>
                  <a:srgbClr val="000000"/>
                </a:solidFill>
              </a:rPr>
              <a:t>例如</a:t>
            </a:r>
            <a:r>
              <a:rPr lang="en-US" altLang="zh-CN" dirty="0">
                <a:solidFill>
                  <a:srgbClr val="000000"/>
                </a:solidFill>
              </a:rPr>
              <a:t>%0</a:t>
            </a:r>
            <a:r>
              <a:rPr lang="zh-CN" altLang="en-US" dirty="0">
                <a:solidFill>
                  <a:srgbClr val="000000"/>
                </a:solidFill>
              </a:rPr>
              <a:t>、</a:t>
            </a:r>
            <a:r>
              <a:rPr lang="en-US" altLang="zh-CN" dirty="0">
                <a:solidFill>
                  <a:srgbClr val="000000"/>
                </a:solidFill>
              </a:rPr>
              <a:t>%1</a:t>
            </a:r>
            <a:r>
              <a:rPr lang="zh-CN" altLang="en-US" dirty="0">
                <a:solidFill>
                  <a:srgbClr val="000000"/>
                </a:solidFill>
              </a:rPr>
              <a:t>等从零开始的数字。</a:t>
            </a:r>
          </a:p>
          <a:p>
            <a:endParaRPr lang="zh-CN" altLang="en-US" dirty="0"/>
          </a:p>
        </p:txBody>
      </p:sp>
    </p:spTree>
    <p:extLst>
      <p:ext uri="{BB962C8B-B14F-4D97-AF65-F5344CB8AC3E}">
        <p14:creationId xmlns:p14="http://schemas.microsoft.com/office/powerpoint/2010/main" val="3227938060"/>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LLVM IR</a:t>
            </a:r>
            <a:endParaRPr lang="zh-CN" altLang="en-US" dirty="0"/>
          </a:p>
        </p:txBody>
      </p:sp>
      <p:sp>
        <p:nvSpPr>
          <p:cNvPr id="3" name="内容占位符 2"/>
          <p:cNvSpPr>
            <a:spLocks noGrp="1"/>
          </p:cNvSpPr>
          <p:nvPr>
            <p:ph idx="1"/>
          </p:nvPr>
        </p:nvSpPr>
        <p:spPr/>
        <p:txBody>
          <a:bodyPr/>
          <a:lstStyle/>
          <a:p>
            <a:r>
              <a:rPr lang="zh-CN" altLang="en-US" dirty="0"/>
              <a:t>函数声明严格遵循相应的 </a:t>
            </a:r>
            <a:r>
              <a:rPr lang="en-US" altLang="zh-CN" dirty="0"/>
              <a:t>C </a:t>
            </a:r>
            <a:r>
              <a:rPr lang="zh-CN" altLang="en-US" dirty="0"/>
              <a:t>语法：</a:t>
            </a:r>
          </a:p>
          <a:p>
            <a:pPr marL="0" indent="0" algn="ctr">
              <a:buNone/>
            </a:pPr>
            <a:r>
              <a:rPr lang="en-US" altLang="zh-CN" dirty="0"/>
              <a:t>define i32 @sum(i32 %a i32 %b) #0 {</a:t>
            </a:r>
          </a:p>
          <a:p>
            <a:r>
              <a:rPr lang="zh-CN" altLang="en-US" dirty="0"/>
              <a:t>此函数返回 </a:t>
            </a:r>
            <a:r>
              <a:rPr lang="en-US" altLang="zh-CN" dirty="0"/>
              <a:t>i32 </a:t>
            </a:r>
            <a:r>
              <a:rPr lang="zh-CN" altLang="en-US" dirty="0"/>
              <a:t>类型的值，并具有两个 </a:t>
            </a:r>
            <a:r>
              <a:rPr lang="en-US" altLang="zh-CN" dirty="0"/>
              <a:t>i32 </a:t>
            </a:r>
            <a:r>
              <a:rPr lang="zh-CN" altLang="en-US" dirty="0"/>
              <a:t>参数：％</a:t>
            </a:r>
            <a:r>
              <a:rPr lang="en-US" altLang="zh-CN" dirty="0"/>
              <a:t>a </a:t>
            </a:r>
            <a:r>
              <a:rPr lang="zh-CN" altLang="en-US" dirty="0"/>
              <a:t>和</a:t>
            </a:r>
            <a:r>
              <a:rPr lang="en-US" altLang="zh-CN" dirty="0"/>
              <a:t>%b</a:t>
            </a:r>
            <a:r>
              <a:rPr lang="zh-CN" altLang="en-US" dirty="0"/>
              <a:t>。</a:t>
            </a:r>
            <a:endParaRPr lang="en-US" altLang="zh-CN" dirty="0"/>
          </a:p>
          <a:p>
            <a:r>
              <a:rPr lang="zh-CN" altLang="en-US" dirty="0"/>
              <a:t>本地标识符始终需要％前缀，而全局标识符使用</a:t>
            </a:r>
            <a:r>
              <a:rPr lang="en-US" altLang="zh-CN" dirty="0"/>
              <a:t>@</a:t>
            </a:r>
            <a:r>
              <a:rPr lang="zh-CN" altLang="en-US" dirty="0"/>
              <a:t>。</a:t>
            </a:r>
            <a:endParaRPr lang="en-US" altLang="zh-CN" dirty="0"/>
          </a:p>
          <a:p>
            <a:r>
              <a:rPr lang="zh-CN" altLang="en-US" dirty="0"/>
              <a:t>函数声明中的 </a:t>
            </a:r>
            <a:r>
              <a:rPr lang="en-US" altLang="zh-CN" dirty="0"/>
              <a:t>#0 </a:t>
            </a:r>
            <a:r>
              <a:rPr lang="zh-CN" altLang="en-US" dirty="0"/>
              <a:t>记号映射到一组函数属性，</a:t>
            </a:r>
            <a:endParaRPr lang="en-US" altLang="zh-CN" dirty="0"/>
          </a:p>
          <a:p>
            <a:r>
              <a:rPr lang="zh-CN" altLang="en-US" dirty="0"/>
              <a:t>这组属性被定义在文件末尾（暂时忽略）： </a:t>
            </a:r>
            <a:endParaRPr lang="en-US" altLang="zh-CN" dirty="0"/>
          </a:p>
          <a:p>
            <a:pPr marL="0" indent="0">
              <a:buNone/>
            </a:pPr>
            <a:br>
              <a:rPr lang="zh-CN" altLang="en-US" dirty="0"/>
            </a:br>
            <a:endParaRPr lang="zh-CN" altLang="en-US" dirty="0"/>
          </a:p>
        </p:txBody>
      </p:sp>
      <p:pic>
        <p:nvPicPr>
          <p:cNvPr id="4" name="图片 3"/>
          <p:cNvPicPr>
            <a:picLocks noChangeAspect="1"/>
          </p:cNvPicPr>
          <p:nvPr/>
        </p:nvPicPr>
        <p:blipFill>
          <a:blip r:embed="rId2"/>
          <a:stretch>
            <a:fillRect/>
          </a:stretch>
        </p:blipFill>
        <p:spPr>
          <a:xfrm>
            <a:off x="323530" y="5150323"/>
            <a:ext cx="8164691" cy="1231007"/>
          </a:xfrm>
          <a:prstGeom prst="rect">
            <a:avLst/>
          </a:prstGeom>
        </p:spPr>
      </p:pic>
    </p:spTree>
    <p:extLst>
      <p:ext uri="{BB962C8B-B14F-4D97-AF65-F5344CB8AC3E}">
        <p14:creationId xmlns:p14="http://schemas.microsoft.com/office/powerpoint/2010/main" val="3183504086"/>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LLVM IR</a:t>
            </a:r>
            <a:endParaRPr lang="zh-CN" altLang="en-US" dirty="0"/>
          </a:p>
        </p:txBody>
      </p:sp>
      <p:sp>
        <p:nvSpPr>
          <p:cNvPr id="3" name="内容占位符 2"/>
          <p:cNvSpPr>
            <a:spLocks noGrp="1"/>
          </p:cNvSpPr>
          <p:nvPr>
            <p:ph idx="1"/>
          </p:nvPr>
        </p:nvSpPr>
        <p:spPr/>
        <p:txBody>
          <a:bodyPr/>
          <a:lstStyle/>
          <a:p>
            <a:r>
              <a:rPr lang="zh-CN" altLang="en-US" dirty="0"/>
              <a:t>函数的主体部分明确划分为多个基本块 </a:t>
            </a:r>
            <a:r>
              <a:rPr lang="en-US" altLang="zh-CN" dirty="0"/>
              <a:t>( basic block, BB), </a:t>
            </a:r>
            <a:r>
              <a:rPr lang="zh-CN" altLang="en-US" dirty="0"/>
              <a:t>而每个新的基本块开始处都有一个标签。</a:t>
            </a:r>
            <a:endParaRPr lang="en-US" altLang="zh-CN" dirty="0"/>
          </a:p>
          <a:p>
            <a:r>
              <a:rPr lang="zh-CN" altLang="en-US" dirty="0"/>
              <a:t>标签与基本块的关系就如同变量标识符与指令。</a:t>
            </a:r>
            <a:endParaRPr lang="en-US" altLang="zh-CN" dirty="0"/>
          </a:p>
          <a:p>
            <a:r>
              <a:rPr lang="zh-CN" altLang="en-US" dirty="0"/>
              <a:t>代码跳转到对应于基本块的标签 。</a:t>
            </a:r>
            <a:endParaRPr lang="en-US" altLang="zh-CN" dirty="0"/>
          </a:p>
          <a:p>
            <a:r>
              <a:rPr lang="zh-CN" altLang="en-US" dirty="0"/>
              <a:t>每个基本块都需要以一个结束符指令结尾，结束符一般为跳转到另一个基本块或从该函数返回。</a:t>
            </a:r>
          </a:p>
          <a:p>
            <a:r>
              <a:rPr lang="en-US" altLang="zh-CN" dirty="0"/>
              <a:t> </a:t>
            </a:r>
            <a:r>
              <a:rPr lang="zh-CN" altLang="en-US" dirty="0"/>
              <a:t>第一个基本块称为入口基本块，它在 </a:t>
            </a:r>
            <a:r>
              <a:rPr lang="en-US" altLang="zh-CN" dirty="0"/>
              <a:t>LLVM </a:t>
            </a:r>
            <a:r>
              <a:rPr lang="zh-CN" altLang="en-US" dirty="0"/>
              <a:t>函数中的地位很特殊，不能作为任何分支指令的目标。</a:t>
            </a:r>
            <a:br>
              <a:rPr lang="zh-CN" altLang="en-US" dirty="0"/>
            </a:br>
            <a:endParaRPr lang="zh-CN" altLang="en-US" dirty="0"/>
          </a:p>
        </p:txBody>
      </p:sp>
    </p:spTree>
    <p:extLst>
      <p:ext uri="{BB962C8B-B14F-4D97-AF65-F5344CB8AC3E}">
        <p14:creationId xmlns:p14="http://schemas.microsoft.com/office/powerpoint/2010/main" val="2410684333"/>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LLVM IR</a:t>
            </a:r>
            <a:endParaRPr lang="zh-CN" altLang="en-US" dirty="0"/>
          </a:p>
        </p:txBody>
      </p:sp>
      <p:sp>
        <p:nvSpPr>
          <p:cNvPr id="3" name="内容占位符 2"/>
          <p:cNvSpPr>
            <a:spLocks noGrp="1"/>
          </p:cNvSpPr>
          <p:nvPr>
            <p:ph idx="1"/>
          </p:nvPr>
        </p:nvSpPr>
        <p:spPr/>
        <p:txBody>
          <a:bodyPr/>
          <a:lstStyle/>
          <a:p>
            <a:r>
              <a:rPr lang="en-US" altLang="zh-CN" dirty="0"/>
              <a:t>sum.11 </a:t>
            </a:r>
            <a:r>
              <a:rPr lang="zh-CN" altLang="en-US" dirty="0"/>
              <a:t>只有一个基本块</a:t>
            </a:r>
          </a:p>
        </p:txBody>
      </p:sp>
      <p:pic>
        <p:nvPicPr>
          <p:cNvPr id="5" name="图片 4"/>
          <p:cNvPicPr>
            <a:picLocks noChangeAspect="1"/>
          </p:cNvPicPr>
          <p:nvPr/>
        </p:nvPicPr>
        <p:blipFill>
          <a:blip r:embed="rId2"/>
          <a:stretch>
            <a:fillRect/>
          </a:stretch>
        </p:blipFill>
        <p:spPr>
          <a:xfrm>
            <a:off x="595314" y="1757364"/>
            <a:ext cx="7953375" cy="3343275"/>
          </a:xfrm>
          <a:prstGeom prst="rect">
            <a:avLst/>
          </a:prstGeom>
        </p:spPr>
      </p:pic>
    </p:spTree>
    <p:extLst>
      <p:ext uri="{BB962C8B-B14F-4D97-AF65-F5344CB8AC3E}">
        <p14:creationId xmlns:p14="http://schemas.microsoft.com/office/powerpoint/2010/main" val="1133897833"/>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LLVM IR</a:t>
            </a:r>
            <a:endParaRPr lang="zh-CN" altLang="en-US" dirty="0"/>
          </a:p>
        </p:txBody>
      </p:sp>
      <p:sp>
        <p:nvSpPr>
          <p:cNvPr id="3" name="内容占位符 2"/>
          <p:cNvSpPr>
            <a:spLocks noGrp="1"/>
          </p:cNvSpPr>
          <p:nvPr>
            <p:ph idx="1"/>
          </p:nvPr>
        </p:nvSpPr>
        <p:spPr/>
        <p:txBody>
          <a:bodyPr/>
          <a:lstStyle/>
          <a:p>
            <a:r>
              <a:rPr lang="zh-CN" altLang="en-US" dirty="0"/>
              <a:t>第一条指令 ％</a:t>
            </a:r>
            <a:r>
              <a:rPr lang="en-US" altLang="zh-CN" dirty="0" err="1"/>
              <a:t>a.addr</a:t>
            </a:r>
            <a:r>
              <a:rPr lang="en-US" altLang="zh-CN" dirty="0"/>
              <a:t>=</a:t>
            </a:r>
            <a:r>
              <a:rPr lang="en-US" altLang="zh-CN" dirty="0" err="1"/>
              <a:t>alloca</a:t>
            </a:r>
            <a:r>
              <a:rPr lang="en-US" altLang="zh-CN" dirty="0"/>
              <a:t> i32, align 4 </a:t>
            </a:r>
            <a:r>
              <a:rPr lang="zh-CN" altLang="en-US" dirty="0"/>
              <a:t>分配一个按 </a:t>
            </a:r>
            <a:r>
              <a:rPr lang="en-US" altLang="zh-CN" dirty="0"/>
              <a:t>4 </a:t>
            </a:r>
            <a:r>
              <a:rPr lang="zh-CN" altLang="en-US" dirty="0"/>
              <a:t>字节对齐的 </a:t>
            </a:r>
            <a:r>
              <a:rPr lang="en-US" altLang="zh-CN" dirty="0"/>
              <a:t>4 </a:t>
            </a:r>
            <a:r>
              <a:rPr lang="zh-CN" altLang="en-US" dirty="0"/>
              <a:t>字节堆栈元素。</a:t>
            </a:r>
            <a:endParaRPr lang="en-US" altLang="zh-CN" dirty="0"/>
          </a:p>
          <a:p>
            <a:pPr lvl="1"/>
            <a:r>
              <a:rPr lang="zh-CN" altLang="en-US" dirty="0"/>
              <a:t>指向该堆栈元素的指针被存储在本地变量 ％</a:t>
            </a:r>
            <a:r>
              <a:rPr lang="en-US" altLang="zh-CN" dirty="0" err="1"/>
              <a:t>a.addr</a:t>
            </a:r>
            <a:r>
              <a:rPr lang="en-US" altLang="zh-CN" dirty="0"/>
              <a:t> </a:t>
            </a:r>
            <a:r>
              <a:rPr lang="zh-CN" altLang="en-US" dirty="0"/>
              <a:t>中。</a:t>
            </a:r>
          </a:p>
          <a:p>
            <a:r>
              <a:rPr lang="en-US" altLang="zh-CN" dirty="0" err="1"/>
              <a:t>alloca</a:t>
            </a:r>
            <a:r>
              <a:rPr lang="en-US" altLang="zh-CN" dirty="0"/>
              <a:t> </a:t>
            </a:r>
            <a:r>
              <a:rPr lang="zh-CN" altLang="en-US" dirty="0"/>
              <a:t>指令通常用于表示本地（自动）变量。</a:t>
            </a:r>
            <a:endParaRPr lang="en-US" altLang="zh-CN" dirty="0"/>
          </a:p>
          <a:p>
            <a:r>
              <a:rPr lang="en-US" altLang="zh-CN" dirty="0"/>
              <a:t>%a</a:t>
            </a:r>
            <a:r>
              <a:rPr lang="zh-CN" altLang="en-US" dirty="0"/>
              <a:t>和 </a:t>
            </a:r>
            <a:r>
              <a:rPr lang="en-US" altLang="zh-CN" dirty="0"/>
              <a:t>%b</a:t>
            </a:r>
            <a:r>
              <a:rPr lang="zh-CN" altLang="en-US" dirty="0"/>
              <a:t>参数通过 </a:t>
            </a:r>
            <a:r>
              <a:rPr lang="en-US" altLang="zh-CN" dirty="0"/>
              <a:t>store </a:t>
            </a:r>
            <a:r>
              <a:rPr lang="zh-CN" altLang="en-US" dirty="0"/>
              <a:t>指令存储在堆栈地址 </a:t>
            </a:r>
            <a:r>
              <a:rPr lang="en-US" altLang="zh-CN" dirty="0"/>
              <a:t>%a. </a:t>
            </a:r>
            <a:r>
              <a:rPr lang="en-US" altLang="zh-CN" dirty="0" err="1"/>
              <a:t>addr</a:t>
            </a:r>
            <a:r>
              <a:rPr lang="en-US" altLang="zh-CN" dirty="0"/>
              <a:t> </a:t>
            </a:r>
            <a:r>
              <a:rPr lang="zh-CN" altLang="en-US" dirty="0"/>
              <a:t>和 </a:t>
            </a:r>
            <a:r>
              <a:rPr lang="en-US" altLang="zh-CN" dirty="0"/>
              <a:t>%b. </a:t>
            </a:r>
            <a:r>
              <a:rPr lang="en-US" altLang="zh-CN" dirty="0" err="1"/>
              <a:t>addr</a:t>
            </a:r>
            <a:r>
              <a:rPr lang="en-US" altLang="zh-CN" dirty="0"/>
              <a:t> </a:t>
            </a:r>
            <a:r>
              <a:rPr lang="zh-CN" altLang="en-US" dirty="0"/>
              <a:t>中。 </a:t>
            </a:r>
            <a:endParaRPr lang="en-US" altLang="zh-CN" dirty="0"/>
          </a:p>
          <a:p>
            <a:r>
              <a:rPr lang="zh-CN" altLang="en-US" dirty="0"/>
              <a:t>这些值通过 </a:t>
            </a:r>
            <a:r>
              <a:rPr lang="en-US" altLang="zh-CN" dirty="0"/>
              <a:t>load </a:t>
            </a:r>
            <a:r>
              <a:rPr lang="zh-CN" altLang="en-US" dirty="0"/>
              <a:t>指令从相同的内存地址加载回来 。</a:t>
            </a:r>
            <a:br>
              <a:rPr lang="zh-CN" altLang="en-US" dirty="0"/>
            </a:br>
            <a:br>
              <a:rPr lang="zh-CN" altLang="en-US" dirty="0"/>
            </a:br>
            <a:endParaRPr lang="zh-CN" altLang="en-US" dirty="0"/>
          </a:p>
        </p:txBody>
      </p:sp>
    </p:spTree>
    <p:extLst>
      <p:ext uri="{BB962C8B-B14F-4D97-AF65-F5344CB8AC3E}">
        <p14:creationId xmlns:p14="http://schemas.microsoft.com/office/powerpoint/2010/main" val="2514873383"/>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编写自定义的 </a:t>
            </a:r>
            <a:r>
              <a:rPr lang="en-US" altLang="zh-CN" dirty="0"/>
              <a:t>LLVM IR </a:t>
            </a:r>
            <a:r>
              <a:rPr lang="zh-CN" altLang="en-US" dirty="0"/>
              <a:t>生成器</a:t>
            </a:r>
          </a:p>
        </p:txBody>
      </p:sp>
      <p:sp>
        <p:nvSpPr>
          <p:cNvPr id="3" name="内容占位符 2"/>
          <p:cNvSpPr>
            <a:spLocks noGrp="1"/>
          </p:cNvSpPr>
          <p:nvPr>
            <p:ph idx="1"/>
          </p:nvPr>
        </p:nvSpPr>
        <p:spPr/>
        <p:txBody>
          <a:bodyPr/>
          <a:lstStyle/>
          <a:p>
            <a:r>
              <a:rPr lang="zh-CN" altLang="en-US" dirty="0"/>
              <a:t>使用 </a:t>
            </a:r>
            <a:r>
              <a:rPr lang="en-US" altLang="zh-CN" dirty="0"/>
              <a:t>LLVM IR </a:t>
            </a:r>
            <a:r>
              <a:rPr lang="zh-CN" altLang="en-US" dirty="0"/>
              <a:t>生成器 </a:t>
            </a:r>
            <a:r>
              <a:rPr lang="en-US" altLang="zh-CN" dirty="0"/>
              <a:t>API</a:t>
            </a:r>
            <a:r>
              <a:rPr lang="zh-CN" altLang="en-US" dirty="0"/>
              <a:t>以编程方式为 </a:t>
            </a:r>
            <a:r>
              <a:rPr lang="en-US" altLang="zh-CN" dirty="0"/>
              <a:t>sum.11</a:t>
            </a:r>
            <a:r>
              <a:rPr lang="zh-CN" altLang="en-US" dirty="0"/>
              <a:t>构建 </a:t>
            </a:r>
            <a:r>
              <a:rPr lang="en-US" altLang="zh-CN" dirty="0"/>
              <a:t>IR</a:t>
            </a:r>
            <a:r>
              <a:rPr lang="zh-CN" altLang="en-US" dirty="0"/>
              <a:t>。</a:t>
            </a:r>
            <a:endParaRPr lang="en-US" altLang="zh-CN" dirty="0"/>
          </a:p>
          <a:p>
            <a:r>
              <a:rPr lang="zh-CN" altLang="en-US" dirty="0"/>
              <a:t>所需头文件</a:t>
            </a:r>
            <a:endParaRPr lang="en-US" altLang="zh-CN" dirty="0"/>
          </a:p>
          <a:p>
            <a:pPr lvl="1"/>
            <a:r>
              <a:rPr lang="zh-CN" altLang="en-US" dirty="0"/>
              <a:t>见</a:t>
            </a:r>
            <a:r>
              <a:rPr lang="en-US" altLang="zh-CN" dirty="0"/>
              <a:t>《LLVM</a:t>
            </a:r>
            <a:r>
              <a:rPr lang="zh-CN" altLang="en-US" dirty="0"/>
              <a:t>编译器实战教程</a:t>
            </a:r>
            <a:r>
              <a:rPr lang="en-US" altLang="zh-CN" dirty="0"/>
              <a:t>》5.4</a:t>
            </a:r>
            <a:r>
              <a:rPr lang="zh-CN" altLang="en-US" dirty="0"/>
              <a:t>节</a:t>
            </a:r>
            <a:endParaRPr lang="en-US" altLang="zh-CN" dirty="0"/>
          </a:p>
          <a:p>
            <a:r>
              <a:rPr lang="zh-CN" altLang="en-US" dirty="0"/>
              <a:t>在这个例子中，我们也从 </a:t>
            </a:r>
            <a:r>
              <a:rPr lang="en-US" altLang="zh-CN" dirty="0"/>
              <a:t>LLVM </a:t>
            </a:r>
            <a:r>
              <a:rPr lang="zh-CN" altLang="en-US" dirty="0"/>
              <a:t>命名空间中导入符号： </a:t>
            </a:r>
            <a:r>
              <a:rPr lang="en-US" altLang="zh-CN" dirty="0"/>
              <a:t>using namespace </a:t>
            </a:r>
            <a:r>
              <a:rPr lang="en-US" altLang="zh-CN" dirty="0" err="1"/>
              <a:t>llvm</a:t>
            </a:r>
            <a:r>
              <a:rPr lang="zh-CN" altLang="en-US" dirty="0"/>
              <a:t>；</a:t>
            </a:r>
            <a:endParaRPr lang="en-US" altLang="zh-CN" dirty="0"/>
          </a:p>
          <a:p>
            <a:r>
              <a:rPr lang="zh-CN" altLang="en-US" dirty="0"/>
              <a:t>之后我们分步骤编写代码，生成</a:t>
            </a:r>
            <a:r>
              <a:rPr lang="en-US" altLang="zh-CN" dirty="0" err="1"/>
              <a:t>sum.ll</a:t>
            </a:r>
            <a:r>
              <a:rPr lang="zh-CN" altLang="en-US" dirty="0"/>
              <a:t>的不同部分。</a:t>
            </a:r>
            <a:br>
              <a:rPr lang="en-US" altLang="zh-CN" dirty="0"/>
            </a:br>
            <a:br>
              <a:rPr lang="en-US" altLang="zh-CN" dirty="0"/>
            </a:br>
            <a:endParaRPr lang="zh-CN" altLang="en-US" dirty="0"/>
          </a:p>
        </p:txBody>
      </p:sp>
    </p:spTree>
    <p:extLst>
      <p:ext uri="{BB962C8B-B14F-4D97-AF65-F5344CB8AC3E}">
        <p14:creationId xmlns:p14="http://schemas.microsoft.com/office/powerpoint/2010/main" val="2706862706"/>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编写自定义的 </a:t>
            </a:r>
            <a:r>
              <a:rPr lang="en-US" altLang="zh-CN" dirty="0"/>
              <a:t>LLVM IR </a:t>
            </a:r>
            <a:r>
              <a:rPr lang="zh-CN" altLang="en-US" dirty="0"/>
              <a:t>生成器</a:t>
            </a:r>
          </a:p>
        </p:txBody>
      </p:sp>
      <p:sp>
        <p:nvSpPr>
          <p:cNvPr id="3" name="内容占位符 2"/>
          <p:cNvSpPr>
            <a:spLocks noGrp="1"/>
          </p:cNvSpPr>
          <p:nvPr>
            <p:ph idx="1"/>
          </p:nvPr>
        </p:nvSpPr>
        <p:spPr/>
        <p:txBody>
          <a:bodyPr/>
          <a:lstStyle/>
          <a:p>
            <a:pPr marL="514350" indent="-514350">
              <a:buFont typeface="+mj-lt"/>
              <a:buAutoNum type="arabicPeriod"/>
            </a:pPr>
            <a:r>
              <a:rPr lang="zh-CN" altLang="en-US" dirty="0"/>
              <a:t>要编写的第一段代码是定义一个名为 </a:t>
            </a:r>
            <a:r>
              <a:rPr lang="en-US" altLang="zh-CN" dirty="0" err="1"/>
              <a:t>makeLLVMModule</a:t>
            </a:r>
            <a:r>
              <a:rPr lang="en-US" altLang="zh-CN" dirty="0"/>
              <a:t> </a:t>
            </a:r>
            <a:r>
              <a:rPr lang="zh-CN" altLang="en-US" dirty="0"/>
              <a:t>的新辅助函数，它返回指向</a:t>
            </a:r>
            <a:r>
              <a:rPr lang="en-US" altLang="zh-CN" dirty="0"/>
              <a:t>Module </a:t>
            </a:r>
            <a:r>
              <a:rPr lang="zh-CN" altLang="en-US" dirty="0"/>
              <a:t>实例的指针，该 </a:t>
            </a:r>
            <a:r>
              <a:rPr lang="en-US" altLang="zh-CN" dirty="0"/>
              <a:t>Module </a:t>
            </a:r>
            <a:r>
              <a:rPr lang="zh-CN" altLang="en-US" dirty="0"/>
              <a:t>实例是包含所有其他 </a:t>
            </a:r>
            <a:r>
              <a:rPr lang="en-US" altLang="zh-CN" dirty="0"/>
              <a:t>IR </a:t>
            </a:r>
            <a:r>
              <a:rPr lang="zh-CN" altLang="en-US" dirty="0"/>
              <a:t>对象的顶层实体：</a:t>
            </a:r>
            <a:endParaRPr lang="en-US" altLang="zh-CN" dirty="0"/>
          </a:p>
          <a:p>
            <a:endParaRPr lang="en-US" altLang="zh-CN" dirty="0"/>
          </a:p>
          <a:p>
            <a:endParaRPr lang="en-US" altLang="zh-CN" dirty="0"/>
          </a:p>
          <a:p>
            <a:endParaRPr lang="en-US" altLang="zh-CN" dirty="0"/>
          </a:p>
          <a:p>
            <a:endParaRPr lang="en-US" altLang="zh-CN" dirty="0"/>
          </a:p>
          <a:p>
            <a:pPr lvl="1"/>
            <a:endParaRPr lang="en-US" altLang="zh-CN" dirty="0"/>
          </a:p>
          <a:p>
            <a:pPr lvl="1"/>
            <a:r>
              <a:rPr lang="zh-CN" altLang="en-US" dirty="0"/>
              <a:t>通过 </a:t>
            </a:r>
            <a:r>
              <a:rPr lang="en-US" altLang="zh-CN" dirty="0" err="1"/>
              <a:t>getGlobalContext</a:t>
            </a:r>
            <a:r>
              <a:rPr lang="en-US" altLang="zh-CN" dirty="0"/>
              <a:t>()</a:t>
            </a:r>
            <a:r>
              <a:rPr lang="zh-CN" altLang="en-US" dirty="0"/>
              <a:t>获取当前 </a:t>
            </a:r>
            <a:r>
              <a:rPr lang="en-US" altLang="zh-CN" dirty="0"/>
              <a:t>LLVM</a:t>
            </a:r>
            <a:r>
              <a:rPr lang="zh-CN" altLang="en-US" dirty="0"/>
              <a:t>上下文，并定义模块的名称。</a:t>
            </a:r>
            <a:endParaRPr lang="en-US" altLang="zh-CN" dirty="0"/>
          </a:p>
          <a:p>
            <a:pPr lvl="1"/>
            <a:r>
              <a:rPr lang="zh-CN" altLang="en-US" dirty="0"/>
              <a:t>其它两个函数可以舍弃。</a:t>
            </a:r>
            <a:endParaRPr lang="en-US" altLang="zh-CN" dirty="0"/>
          </a:p>
          <a:p>
            <a:endParaRPr lang="en-US" altLang="zh-CN" dirty="0"/>
          </a:p>
          <a:p>
            <a:endParaRPr lang="zh-CN" altLang="en-US" dirty="0"/>
          </a:p>
        </p:txBody>
      </p:sp>
      <p:pic>
        <p:nvPicPr>
          <p:cNvPr id="4" name="图片 3"/>
          <p:cNvPicPr>
            <a:picLocks noChangeAspect="1"/>
          </p:cNvPicPr>
          <p:nvPr/>
        </p:nvPicPr>
        <p:blipFill>
          <a:blip r:embed="rId2"/>
          <a:stretch>
            <a:fillRect/>
          </a:stretch>
        </p:blipFill>
        <p:spPr>
          <a:xfrm>
            <a:off x="1" y="2852936"/>
            <a:ext cx="9036496" cy="2298514"/>
          </a:xfrm>
          <a:prstGeom prst="rect">
            <a:avLst/>
          </a:prstGeom>
        </p:spPr>
      </p:pic>
    </p:spTree>
    <p:extLst>
      <p:ext uri="{BB962C8B-B14F-4D97-AF65-F5344CB8AC3E}">
        <p14:creationId xmlns:p14="http://schemas.microsoft.com/office/powerpoint/2010/main" val="4270290176"/>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编写自定义的 </a:t>
            </a:r>
            <a:r>
              <a:rPr lang="en-US" altLang="zh-CN" dirty="0"/>
              <a:t>LLVM IR </a:t>
            </a:r>
            <a:r>
              <a:rPr lang="zh-CN" altLang="en-US" dirty="0"/>
              <a:t>生成器</a:t>
            </a:r>
          </a:p>
        </p:txBody>
      </p:sp>
      <p:sp>
        <p:nvSpPr>
          <p:cNvPr id="3" name="内容占位符 2"/>
          <p:cNvSpPr>
            <a:spLocks noGrp="1"/>
          </p:cNvSpPr>
          <p:nvPr>
            <p:ph idx="1"/>
          </p:nvPr>
        </p:nvSpPr>
        <p:spPr/>
        <p:txBody>
          <a:bodyPr/>
          <a:lstStyle/>
          <a:p>
            <a:pPr marL="514350" indent="-514350">
              <a:buFont typeface="+mj-lt"/>
              <a:buAutoNum type="arabicPeriod" startAt="2"/>
            </a:pPr>
            <a:r>
              <a:rPr lang="zh-CN" altLang="en-US" dirty="0"/>
              <a:t>为了声明求和函数，首先定义如下</a:t>
            </a:r>
            <a:r>
              <a:rPr lang="zh-CN" altLang="en-US" dirty="0">
                <a:solidFill>
                  <a:srgbClr val="FF0000"/>
                </a:solidFill>
              </a:rPr>
              <a:t>函数签名</a:t>
            </a:r>
            <a:r>
              <a:rPr lang="zh-CN" altLang="en-US" dirty="0"/>
              <a:t>（</a:t>
            </a:r>
            <a:r>
              <a:rPr lang="en-US" altLang="zh-CN" dirty="0"/>
              <a:t>signature</a:t>
            </a:r>
            <a:r>
              <a:rPr lang="zh-CN" altLang="en-US" dirty="0"/>
              <a:t>）：</a:t>
            </a:r>
            <a:endParaRPr lang="en-US" altLang="zh-CN" dirty="0"/>
          </a:p>
          <a:p>
            <a:pPr marL="514350" indent="-514350">
              <a:buFont typeface="+mj-lt"/>
              <a:buAutoNum type="arabicPeriod" startAt="2"/>
            </a:pPr>
            <a:endParaRPr lang="en-US" altLang="zh-CN" dirty="0"/>
          </a:p>
          <a:p>
            <a:pPr marL="514350" indent="-514350">
              <a:buFont typeface="+mj-lt"/>
              <a:buAutoNum type="arabicPeriod" startAt="2"/>
            </a:pPr>
            <a:endParaRPr lang="en-US" altLang="zh-CN" dirty="0"/>
          </a:p>
          <a:p>
            <a:pPr marL="514350" indent="-514350">
              <a:buFont typeface="+mj-lt"/>
              <a:buAutoNum type="arabicPeriod" startAt="2"/>
            </a:pPr>
            <a:endParaRPr lang="en-US" altLang="zh-CN" dirty="0"/>
          </a:p>
          <a:p>
            <a:pPr marL="514350" indent="-514350">
              <a:buFont typeface="+mj-lt"/>
              <a:buAutoNum type="arabicPeriod" startAt="2"/>
            </a:pPr>
            <a:endParaRPr lang="en-US" altLang="zh-CN" dirty="0"/>
          </a:p>
          <a:p>
            <a:pPr marL="514350" indent="-514350">
              <a:buFont typeface="+mj-lt"/>
              <a:buAutoNum type="arabicPeriod" startAt="2"/>
            </a:pPr>
            <a:endParaRPr lang="en-US" altLang="zh-CN" dirty="0"/>
          </a:p>
          <a:p>
            <a:pPr marL="514350" indent="-514350">
              <a:buFont typeface="+mj-lt"/>
              <a:buAutoNum type="arabicPeriod" startAt="2"/>
            </a:pPr>
            <a:endParaRPr lang="en-US" altLang="zh-CN" dirty="0"/>
          </a:p>
          <a:p>
            <a:pPr marL="514350" indent="-514350">
              <a:buFont typeface="+mj-lt"/>
              <a:buAutoNum type="arabicPeriod" startAt="2"/>
            </a:pPr>
            <a:endParaRPr lang="zh-CN" altLang="en-US" dirty="0"/>
          </a:p>
        </p:txBody>
      </p:sp>
      <p:pic>
        <p:nvPicPr>
          <p:cNvPr id="4" name="图片 3"/>
          <p:cNvPicPr>
            <a:picLocks noChangeAspect="1"/>
          </p:cNvPicPr>
          <p:nvPr/>
        </p:nvPicPr>
        <p:blipFill>
          <a:blip r:embed="rId2"/>
          <a:stretch>
            <a:fillRect/>
          </a:stretch>
        </p:blipFill>
        <p:spPr>
          <a:xfrm>
            <a:off x="128589" y="2162175"/>
            <a:ext cx="8886825" cy="2533650"/>
          </a:xfrm>
          <a:prstGeom prst="rect">
            <a:avLst/>
          </a:prstGeom>
        </p:spPr>
      </p:pic>
      <p:sp>
        <p:nvSpPr>
          <p:cNvPr id="5" name="文本框 4"/>
          <p:cNvSpPr txBox="1"/>
          <p:nvPr/>
        </p:nvSpPr>
        <p:spPr>
          <a:xfrm>
            <a:off x="5292080" y="2123564"/>
            <a:ext cx="3851920" cy="369332"/>
          </a:xfrm>
          <a:prstGeom prst="rect">
            <a:avLst/>
          </a:prstGeom>
          <a:noFill/>
        </p:spPr>
        <p:txBody>
          <a:bodyPr wrap="square" rtlCol="0">
            <a:spAutoFit/>
          </a:bodyPr>
          <a:lstStyle/>
          <a:p>
            <a:r>
              <a:rPr lang="zh-CN" altLang="en-US" sz="1800" dirty="0">
                <a:solidFill>
                  <a:srgbClr val="0070C0"/>
                </a:solidFill>
              </a:rPr>
              <a:t>声明一个存放函数参数的向量。</a:t>
            </a:r>
          </a:p>
        </p:txBody>
      </p:sp>
      <p:sp>
        <p:nvSpPr>
          <p:cNvPr id="6" name="文本框 5"/>
          <p:cNvSpPr txBox="1"/>
          <p:nvPr/>
        </p:nvSpPr>
        <p:spPr>
          <a:xfrm>
            <a:off x="1403648" y="2780928"/>
            <a:ext cx="4104456" cy="369332"/>
          </a:xfrm>
          <a:prstGeom prst="rect">
            <a:avLst/>
          </a:prstGeom>
          <a:noFill/>
        </p:spPr>
        <p:txBody>
          <a:bodyPr wrap="square" rtlCol="0">
            <a:spAutoFit/>
          </a:bodyPr>
          <a:lstStyle/>
          <a:p>
            <a:r>
              <a:rPr lang="zh-CN" altLang="en-US" sz="1800" dirty="0">
                <a:solidFill>
                  <a:srgbClr val="0070C0"/>
                </a:solidFill>
              </a:rPr>
              <a:t>指定第</a:t>
            </a:r>
            <a:r>
              <a:rPr lang="en-US" altLang="zh-CN" sz="1800" dirty="0">
                <a:solidFill>
                  <a:srgbClr val="0070C0"/>
                </a:solidFill>
              </a:rPr>
              <a:t>1</a:t>
            </a:r>
            <a:r>
              <a:rPr lang="zh-CN" altLang="en-US" sz="1800" dirty="0">
                <a:solidFill>
                  <a:srgbClr val="0070C0"/>
                </a:solidFill>
              </a:rPr>
              <a:t>个参数的类型为</a:t>
            </a:r>
            <a:r>
              <a:rPr lang="en-US" altLang="zh-CN" sz="1800" dirty="0">
                <a:solidFill>
                  <a:srgbClr val="0070C0"/>
                </a:solidFill>
              </a:rPr>
              <a:t>32</a:t>
            </a:r>
            <a:r>
              <a:rPr lang="zh-CN" altLang="en-US" sz="1800" dirty="0">
                <a:solidFill>
                  <a:srgbClr val="0070C0"/>
                </a:solidFill>
              </a:rPr>
              <a:t>位的整数。</a:t>
            </a:r>
          </a:p>
        </p:txBody>
      </p:sp>
      <p:sp>
        <p:nvSpPr>
          <p:cNvPr id="7" name="文本框 6"/>
          <p:cNvSpPr txBox="1"/>
          <p:nvPr/>
        </p:nvSpPr>
        <p:spPr>
          <a:xfrm>
            <a:off x="1475656" y="3379058"/>
            <a:ext cx="4104456" cy="369332"/>
          </a:xfrm>
          <a:prstGeom prst="rect">
            <a:avLst/>
          </a:prstGeom>
          <a:noFill/>
        </p:spPr>
        <p:txBody>
          <a:bodyPr wrap="square" rtlCol="0">
            <a:spAutoFit/>
          </a:bodyPr>
          <a:lstStyle/>
          <a:p>
            <a:r>
              <a:rPr lang="zh-CN" altLang="en-US" sz="1800" dirty="0">
                <a:solidFill>
                  <a:srgbClr val="0070C0"/>
                </a:solidFill>
              </a:rPr>
              <a:t>指定第</a:t>
            </a:r>
            <a:r>
              <a:rPr lang="en-US" altLang="zh-CN" sz="1800" dirty="0">
                <a:solidFill>
                  <a:srgbClr val="0070C0"/>
                </a:solidFill>
              </a:rPr>
              <a:t>2</a:t>
            </a:r>
            <a:r>
              <a:rPr lang="zh-CN" altLang="en-US" sz="1800" dirty="0">
                <a:solidFill>
                  <a:srgbClr val="0070C0"/>
                </a:solidFill>
              </a:rPr>
              <a:t>个参数的类型为</a:t>
            </a:r>
            <a:r>
              <a:rPr lang="en-US" altLang="zh-CN" sz="1800" dirty="0">
                <a:solidFill>
                  <a:srgbClr val="0070C0"/>
                </a:solidFill>
              </a:rPr>
              <a:t>32</a:t>
            </a:r>
            <a:r>
              <a:rPr lang="zh-CN" altLang="en-US" sz="1800" dirty="0">
                <a:solidFill>
                  <a:srgbClr val="0070C0"/>
                </a:solidFill>
              </a:rPr>
              <a:t>位的整数。</a:t>
            </a:r>
          </a:p>
        </p:txBody>
      </p:sp>
      <p:sp>
        <p:nvSpPr>
          <p:cNvPr id="8" name="文本框 7"/>
          <p:cNvSpPr txBox="1"/>
          <p:nvPr/>
        </p:nvSpPr>
        <p:spPr>
          <a:xfrm>
            <a:off x="482400" y="4734436"/>
            <a:ext cx="6249841" cy="369332"/>
          </a:xfrm>
          <a:prstGeom prst="rect">
            <a:avLst/>
          </a:prstGeom>
          <a:noFill/>
        </p:spPr>
        <p:txBody>
          <a:bodyPr wrap="square" rtlCol="0">
            <a:spAutoFit/>
          </a:bodyPr>
          <a:lstStyle/>
          <a:p>
            <a:r>
              <a:rPr lang="zh-CN" altLang="en-US" sz="1800" dirty="0">
                <a:solidFill>
                  <a:srgbClr val="0070C0"/>
                </a:solidFill>
              </a:rPr>
              <a:t>指定函数的返回类型为</a:t>
            </a:r>
            <a:r>
              <a:rPr lang="en-US" altLang="zh-CN" sz="1800" dirty="0">
                <a:solidFill>
                  <a:srgbClr val="0070C0"/>
                </a:solidFill>
              </a:rPr>
              <a:t>32</a:t>
            </a:r>
            <a:r>
              <a:rPr lang="zh-CN" altLang="en-US" sz="1800" dirty="0">
                <a:solidFill>
                  <a:srgbClr val="0070C0"/>
                </a:solidFill>
              </a:rPr>
              <a:t>位的整数，指定函数的参数类型。</a:t>
            </a:r>
          </a:p>
        </p:txBody>
      </p:sp>
    </p:spTree>
    <p:extLst>
      <p:ext uri="{BB962C8B-B14F-4D97-AF65-F5344CB8AC3E}">
        <p14:creationId xmlns:p14="http://schemas.microsoft.com/office/powerpoint/2010/main" val="545864390"/>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编写自定义的 </a:t>
            </a:r>
            <a:r>
              <a:rPr lang="en-US" altLang="zh-CN" dirty="0"/>
              <a:t>LLVM IR </a:t>
            </a:r>
            <a:r>
              <a:rPr lang="zh-CN" altLang="en-US" dirty="0"/>
              <a:t>生成器</a:t>
            </a:r>
          </a:p>
        </p:txBody>
      </p:sp>
      <p:sp>
        <p:nvSpPr>
          <p:cNvPr id="3" name="内容占位符 2"/>
          <p:cNvSpPr>
            <a:spLocks noGrp="1"/>
          </p:cNvSpPr>
          <p:nvPr>
            <p:ph idx="1"/>
          </p:nvPr>
        </p:nvSpPr>
        <p:spPr/>
        <p:txBody>
          <a:bodyPr/>
          <a:lstStyle/>
          <a:p>
            <a:pPr marL="514350" indent="-514350">
              <a:buFont typeface="+mj-lt"/>
              <a:buAutoNum type="arabicPeriod" startAt="3"/>
            </a:pPr>
            <a:r>
              <a:rPr lang="en-US" altLang="zh-CN" dirty="0"/>
              <a:t> </a:t>
            </a:r>
            <a:r>
              <a:rPr lang="zh-CN" altLang="en-US" dirty="0"/>
              <a:t>接下来我们使用 </a:t>
            </a:r>
            <a:r>
              <a:rPr lang="en-US" altLang="zh-CN" dirty="0"/>
              <a:t>Functions s Create( ) </a:t>
            </a:r>
            <a:r>
              <a:rPr lang="zh-CN" altLang="en-US" dirty="0"/>
              <a:t>静态方法创建一个函数。</a:t>
            </a:r>
            <a:endParaRPr lang="en-US" altLang="zh-CN" dirty="0"/>
          </a:p>
          <a:p>
            <a:endParaRPr lang="zh-CN" altLang="en-US" dirty="0"/>
          </a:p>
        </p:txBody>
      </p:sp>
      <p:pic>
        <p:nvPicPr>
          <p:cNvPr id="4" name="图片 3"/>
          <p:cNvPicPr>
            <a:picLocks noChangeAspect="1"/>
          </p:cNvPicPr>
          <p:nvPr/>
        </p:nvPicPr>
        <p:blipFill>
          <a:blip r:embed="rId2"/>
          <a:stretch>
            <a:fillRect/>
          </a:stretch>
        </p:blipFill>
        <p:spPr>
          <a:xfrm>
            <a:off x="1143000" y="2132856"/>
            <a:ext cx="6858000" cy="1733550"/>
          </a:xfrm>
          <a:prstGeom prst="rect">
            <a:avLst/>
          </a:prstGeom>
        </p:spPr>
      </p:pic>
      <p:sp>
        <p:nvSpPr>
          <p:cNvPr id="5" name="文本框 4"/>
          <p:cNvSpPr txBox="1"/>
          <p:nvPr/>
        </p:nvSpPr>
        <p:spPr>
          <a:xfrm>
            <a:off x="4170832" y="2420888"/>
            <a:ext cx="3816424" cy="369332"/>
          </a:xfrm>
          <a:prstGeom prst="rect">
            <a:avLst/>
          </a:prstGeom>
          <a:noFill/>
        </p:spPr>
        <p:txBody>
          <a:bodyPr wrap="square" rtlCol="0">
            <a:spAutoFit/>
          </a:bodyPr>
          <a:lstStyle/>
          <a:p>
            <a:r>
              <a:rPr lang="zh-CN" altLang="en-US" sz="1800" dirty="0">
                <a:solidFill>
                  <a:srgbClr val="0070C0"/>
                </a:solidFill>
              </a:rPr>
              <a:t>指定函数的</a:t>
            </a:r>
            <a:r>
              <a:rPr lang="en-US" altLang="zh-CN" sz="1800" dirty="0">
                <a:solidFill>
                  <a:srgbClr val="0070C0"/>
                </a:solidFill>
              </a:rPr>
              <a:t>signature</a:t>
            </a:r>
            <a:r>
              <a:rPr lang="zh-CN" altLang="en-US" sz="1800" dirty="0">
                <a:solidFill>
                  <a:srgbClr val="0070C0"/>
                </a:solidFill>
              </a:rPr>
              <a:t>。</a:t>
            </a:r>
          </a:p>
        </p:txBody>
      </p:sp>
      <p:sp>
        <p:nvSpPr>
          <p:cNvPr id="6" name="文本框 5"/>
          <p:cNvSpPr txBox="1"/>
          <p:nvPr/>
        </p:nvSpPr>
        <p:spPr>
          <a:xfrm>
            <a:off x="4932040" y="3078252"/>
            <a:ext cx="4320480" cy="369332"/>
          </a:xfrm>
          <a:prstGeom prst="rect">
            <a:avLst/>
          </a:prstGeom>
          <a:noFill/>
        </p:spPr>
        <p:txBody>
          <a:bodyPr wrap="square" rtlCol="0">
            <a:spAutoFit/>
          </a:bodyPr>
          <a:lstStyle/>
          <a:p>
            <a:r>
              <a:rPr lang="zh-CN" altLang="en-US" sz="1800" dirty="0">
                <a:solidFill>
                  <a:srgbClr val="0070C0"/>
                </a:solidFill>
              </a:rPr>
              <a:t>该函数可以被其他模块 </a:t>
            </a:r>
            <a:r>
              <a:rPr lang="en-US" altLang="zh-CN" sz="1800" dirty="0">
                <a:solidFill>
                  <a:srgbClr val="0070C0"/>
                </a:solidFill>
              </a:rPr>
              <a:t>(</a:t>
            </a:r>
            <a:r>
              <a:rPr lang="zh-CN" altLang="en-US" sz="1800" dirty="0">
                <a:solidFill>
                  <a:srgbClr val="0070C0"/>
                </a:solidFill>
              </a:rPr>
              <a:t>编译单元</a:t>
            </a:r>
            <a:r>
              <a:rPr lang="en-US" altLang="zh-CN" sz="1800" dirty="0">
                <a:solidFill>
                  <a:srgbClr val="0070C0"/>
                </a:solidFill>
              </a:rPr>
              <a:t>)</a:t>
            </a:r>
            <a:r>
              <a:rPr lang="zh-CN" altLang="en-US" sz="1800" dirty="0">
                <a:solidFill>
                  <a:srgbClr val="0070C0"/>
                </a:solidFill>
              </a:rPr>
              <a:t>引用。</a:t>
            </a:r>
          </a:p>
        </p:txBody>
      </p:sp>
      <p:cxnSp>
        <p:nvCxnSpPr>
          <p:cNvPr id="8" name="直接连接符 7"/>
          <p:cNvCxnSpPr/>
          <p:nvPr/>
        </p:nvCxnSpPr>
        <p:spPr bwMode="auto">
          <a:xfrm>
            <a:off x="3563888" y="3078252"/>
            <a:ext cx="4536504" cy="0"/>
          </a:xfrm>
          <a:prstGeom prst="line">
            <a:avLst/>
          </a:prstGeom>
          <a:solidFill>
            <a:schemeClr val="accent1"/>
          </a:solidFill>
          <a:ln w="15875" cap="flat" cmpd="sng" algn="ctr">
            <a:solidFill>
              <a:srgbClr val="FF0000"/>
            </a:solidFill>
            <a:prstDash val="solid"/>
            <a:round/>
            <a:headEnd type="none" w="med" len="med"/>
            <a:tailEnd type="none" w="med" len="med"/>
          </a:ln>
          <a:effectLst/>
        </p:spPr>
      </p:cxnSp>
      <p:cxnSp>
        <p:nvCxnSpPr>
          <p:cNvPr id="10" name="直接连接符 9"/>
          <p:cNvCxnSpPr/>
          <p:nvPr/>
        </p:nvCxnSpPr>
        <p:spPr bwMode="auto">
          <a:xfrm>
            <a:off x="2555776" y="3853986"/>
            <a:ext cx="4824536" cy="12420"/>
          </a:xfrm>
          <a:prstGeom prst="line">
            <a:avLst/>
          </a:prstGeom>
          <a:solidFill>
            <a:schemeClr val="accent1"/>
          </a:solidFill>
          <a:ln w="15875" cap="flat" cmpd="sng" algn="ctr">
            <a:solidFill>
              <a:srgbClr val="FF0000"/>
            </a:solidFill>
            <a:prstDash val="solid"/>
            <a:round/>
            <a:headEnd type="none" w="med" len="med"/>
            <a:tailEnd type="none" w="med" len="med"/>
          </a:ln>
          <a:effectLst/>
        </p:spPr>
      </p:cxnSp>
      <p:sp>
        <p:nvSpPr>
          <p:cNvPr id="12" name="文本框 11"/>
          <p:cNvSpPr txBox="1"/>
          <p:nvPr/>
        </p:nvSpPr>
        <p:spPr>
          <a:xfrm>
            <a:off x="2123728" y="3969772"/>
            <a:ext cx="6552728" cy="369332"/>
          </a:xfrm>
          <a:prstGeom prst="rect">
            <a:avLst/>
          </a:prstGeom>
          <a:noFill/>
        </p:spPr>
        <p:txBody>
          <a:bodyPr wrap="square" rtlCol="0">
            <a:spAutoFit/>
          </a:bodyPr>
          <a:lstStyle/>
          <a:p>
            <a:r>
              <a:rPr lang="en-US" altLang="zh-CN" sz="1800" dirty="0">
                <a:solidFill>
                  <a:srgbClr val="0070C0"/>
                </a:solidFill>
              </a:rPr>
              <a:t>LLVM</a:t>
            </a:r>
            <a:r>
              <a:rPr lang="zh-CN" altLang="en-US" sz="1800" dirty="0">
                <a:solidFill>
                  <a:srgbClr val="0070C0"/>
                </a:solidFill>
              </a:rPr>
              <a:t>缺省的调用方式（</a:t>
            </a:r>
            <a:r>
              <a:rPr lang="en-US" altLang="zh-CN" sz="1800" dirty="0">
                <a:solidFill>
                  <a:srgbClr val="0070C0"/>
                </a:solidFill>
              </a:rPr>
              <a:t>calling convention</a:t>
            </a:r>
            <a:r>
              <a:rPr lang="zh-CN" altLang="en-US" sz="1800" dirty="0">
                <a:solidFill>
                  <a:srgbClr val="0070C0"/>
                </a:solidFill>
              </a:rPr>
              <a:t>）</a:t>
            </a:r>
            <a:r>
              <a:rPr lang="en-US" altLang="zh-CN" sz="1800" dirty="0">
                <a:solidFill>
                  <a:srgbClr val="0070C0"/>
                </a:solidFill>
              </a:rPr>
              <a:t> </a:t>
            </a:r>
            <a:r>
              <a:rPr lang="zh-CN" altLang="en-US" sz="1800" dirty="0">
                <a:solidFill>
                  <a:srgbClr val="0070C0"/>
                </a:solidFill>
              </a:rPr>
              <a:t>，和</a:t>
            </a:r>
            <a:r>
              <a:rPr lang="en-US" altLang="zh-CN" sz="1800" dirty="0">
                <a:solidFill>
                  <a:srgbClr val="0070C0"/>
                </a:solidFill>
              </a:rPr>
              <a:t>C</a:t>
            </a:r>
            <a:r>
              <a:rPr lang="zh-CN" altLang="en-US" sz="1800" dirty="0">
                <a:solidFill>
                  <a:srgbClr val="0070C0"/>
                </a:solidFill>
              </a:rPr>
              <a:t>语言一致。</a:t>
            </a:r>
          </a:p>
        </p:txBody>
      </p:sp>
      <p:cxnSp>
        <p:nvCxnSpPr>
          <p:cNvPr id="13" name="直接连接符 12"/>
          <p:cNvCxnSpPr/>
          <p:nvPr/>
        </p:nvCxnSpPr>
        <p:spPr bwMode="auto">
          <a:xfrm>
            <a:off x="4067944" y="3480637"/>
            <a:ext cx="576064" cy="0"/>
          </a:xfrm>
          <a:prstGeom prst="line">
            <a:avLst/>
          </a:prstGeom>
          <a:solidFill>
            <a:schemeClr val="accent1"/>
          </a:solidFill>
          <a:ln w="15875" cap="flat" cmpd="sng" algn="ctr">
            <a:solidFill>
              <a:srgbClr val="FF0000"/>
            </a:solidFill>
            <a:prstDash val="solid"/>
            <a:round/>
            <a:headEnd type="none" w="med" len="med"/>
            <a:tailEnd type="none" w="med" len="med"/>
          </a:ln>
          <a:effectLst/>
        </p:spPr>
      </p:cxnSp>
    </p:spTree>
    <p:extLst>
      <p:ext uri="{BB962C8B-B14F-4D97-AF65-F5344CB8AC3E}">
        <p14:creationId xmlns:p14="http://schemas.microsoft.com/office/powerpoint/2010/main" val="3238471000"/>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编写自定义的 </a:t>
            </a:r>
            <a:r>
              <a:rPr lang="en-US" altLang="zh-CN" dirty="0"/>
              <a:t>LLVM IR </a:t>
            </a:r>
            <a:r>
              <a:rPr lang="zh-CN" altLang="en-US" dirty="0"/>
              <a:t>生成器</a:t>
            </a:r>
          </a:p>
        </p:txBody>
      </p:sp>
      <p:sp>
        <p:nvSpPr>
          <p:cNvPr id="3" name="内容占位符 2"/>
          <p:cNvSpPr>
            <a:spLocks noGrp="1"/>
          </p:cNvSpPr>
          <p:nvPr>
            <p:ph idx="1"/>
          </p:nvPr>
        </p:nvSpPr>
        <p:spPr/>
        <p:txBody>
          <a:bodyPr/>
          <a:lstStyle/>
          <a:p>
            <a:pPr marL="514350" indent="-514350">
              <a:buFont typeface="+mj-lt"/>
              <a:buAutoNum type="arabicPeriod" startAt="4"/>
            </a:pPr>
            <a:r>
              <a:rPr lang="zh-CN" altLang="en-US" dirty="0"/>
              <a:t>接下来，我们需要存储参数的 </a:t>
            </a:r>
            <a:r>
              <a:rPr lang="en-US" altLang="zh-CN" dirty="0"/>
              <a:t>Value </a:t>
            </a:r>
            <a:r>
              <a:rPr lang="zh-CN" altLang="en-US" dirty="0"/>
              <a:t>指针，以便以后使用它们。</a:t>
            </a:r>
            <a:endParaRPr lang="en-US" altLang="zh-CN" dirty="0"/>
          </a:p>
          <a:p>
            <a:pPr marL="514350" indent="-514350">
              <a:buFont typeface="+mj-lt"/>
              <a:buAutoNum type="arabicPeriod" startAt="4"/>
            </a:pPr>
            <a:endParaRPr lang="zh-CN" altLang="en-US" dirty="0"/>
          </a:p>
        </p:txBody>
      </p:sp>
      <p:pic>
        <p:nvPicPr>
          <p:cNvPr id="4" name="图片 3"/>
          <p:cNvPicPr>
            <a:picLocks noChangeAspect="1"/>
          </p:cNvPicPr>
          <p:nvPr/>
        </p:nvPicPr>
        <p:blipFill>
          <a:blip r:embed="rId2"/>
          <a:stretch>
            <a:fillRect/>
          </a:stretch>
        </p:blipFill>
        <p:spPr>
          <a:xfrm>
            <a:off x="395538" y="2060850"/>
            <a:ext cx="8143875" cy="1685925"/>
          </a:xfrm>
          <a:prstGeom prst="rect">
            <a:avLst/>
          </a:prstGeom>
        </p:spPr>
      </p:pic>
      <p:sp>
        <p:nvSpPr>
          <p:cNvPr id="5" name="文本框 4"/>
          <p:cNvSpPr txBox="1"/>
          <p:nvPr/>
        </p:nvSpPr>
        <p:spPr>
          <a:xfrm>
            <a:off x="4139952" y="1772816"/>
            <a:ext cx="4176464" cy="369332"/>
          </a:xfrm>
          <a:prstGeom prst="rect">
            <a:avLst/>
          </a:prstGeom>
          <a:noFill/>
        </p:spPr>
        <p:txBody>
          <a:bodyPr wrap="square" rtlCol="0">
            <a:spAutoFit/>
          </a:bodyPr>
          <a:lstStyle/>
          <a:p>
            <a:r>
              <a:rPr lang="zh-CN" altLang="en-US" sz="1800" dirty="0">
                <a:solidFill>
                  <a:srgbClr val="0070C0"/>
                </a:solidFill>
              </a:rPr>
              <a:t>函数参数迭代器</a:t>
            </a:r>
          </a:p>
        </p:txBody>
      </p:sp>
      <p:cxnSp>
        <p:nvCxnSpPr>
          <p:cNvPr id="7" name="直接连接符 6"/>
          <p:cNvCxnSpPr/>
          <p:nvPr/>
        </p:nvCxnSpPr>
        <p:spPr bwMode="auto">
          <a:xfrm>
            <a:off x="4139952" y="2420888"/>
            <a:ext cx="576064" cy="0"/>
          </a:xfrm>
          <a:prstGeom prst="line">
            <a:avLst/>
          </a:prstGeom>
          <a:solidFill>
            <a:schemeClr val="accent1"/>
          </a:solidFill>
          <a:ln w="19050" cap="flat" cmpd="sng" algn="ctr">
            <a:solidFill>
              <a:srgbClr val="FF0000"/>
            </a:solidFill>
            <a:prstDash val="solid"/>
            <a:round/>
            <a:headEnd type="none" w="med" len="med"/>
            <a:tailEnd type="none" w="med" len="med"/>
          </a:ln>
          <a:effectLst/>
        </p:spPr>
      </p:cxnSp>
      <p:cxnSp>
        <p:nvCxnSpPr>
          <p:cNvPr id="8" name="直接连接符 7"/>
          <p:cNvCxnSpPr/>
          <p:nvPr/>
        </p:nvCxnSpPr>
        <p:spPr bwMode="auto">
          <a:xfrm>
            <a:off x="1619672" y="2780928"/>
            <a:ext cx="1152128" cy="0"/>
          </a:xfrm>
          <a:prstGeom prst="line">
            <a:avLst/>
          </a:prstGeom>
          <a:solidFill>
            <a:schemeClr val="accent1"/>
          </a:solidFill>
          <a:ln w="19050" cap="flat" cmpd="sng" algn="ctr">
            <a:solidFill>
              <a:srgbClr val="FF0000"/>
            </a:solidFill>
            <a:prstDash val="solid"/>
            <a:round/>
            <a:headEnd type="none" w="med" len="med"/>
            <a:tailEnd type="none" w="med" len="med"/>
          </a:ln>
          <a:effectLst/>
        </p:spPr>
      </p:cxnSp>
      <p:sp>
        <p:nvSpPr>
          <p:cNvPr id="10" name="文本框 9"/>
          <p:cNvSpPr txBox="1"/>
          <p:nvPr/>
        </p:nvSpPr>
        <p:spPr>
          <a:xfrm>
            <a:off x="4403553" y="2438382"/>
            <a:ext cx="4176464" cy="369332"/>
          </a:xfrm>
          <a:prstGeom prst="rect">
            <a:avLst/>
          </a:prstGeom>
          <a:noFill/>
        </p:spPr>
        <p:txBody>
          <a:bodyPr wrap="square" rtlCol="0">
            <a:spAutoFit/>
          </a:bodyPr>
          <a:lstStyle/>
          <a:p>
            <a:r>
              <a:rPr lang="zh-CN" altLang="en-US" sz="1800" dirty="0">
                <a:solidFill>
                  <a:srgbClr val="0070C0"/>
                </a:solidFill>
              </a:rPr>
              <a:t>为对函数参数的引用提供别名（</a:t>
            </a:r>
            <a:r>
              <a:rPr lang="en-US" altLang="zh-CN" sz="1800" dirty="0" err="1">
                <a:solidFill>
                  <a:srgbClr val="0070C0"/>
                </a:solidFill>
              </a:rPr>
              <a:t>aliase</a:t>
            </a:r>
            <a:r>
              <a:rPr lang="zh-CN" altLang="en-US" sz="1800" dirty="0">
                <a:solidFill>
                  <a:srgbClr val="0070C0"/>
                </a:solidFill>
              </a:rPr>
              <a:t>）</a:t>
            </a:r>
          </a:p>
        </p:txBody>
      </p:sp>
      <p:sp>
        <p:nvSpPr>
          <p:cNvPr id="11" name="文本框 10"/>
          <p:cNvSpPr txBox="1"/>
          <p:nvPr/>
        </p:nvSpPr>
        <p:spPr>
          <a:xfrm>
            <a:off x="4139952" y="2778804"/>
            <a:ext cx="4176464" cy="369332"/>
          </a:xfrm>
          <a:prstGeom prst="rect">
            <a:avLst/>
          </a:prstGeom>
          <a:noFill/>
        </p:spPr>
        <p:txBody>
          <a:bodyPr wrap="square" rtlCol="0">
            <a:spAutoFit/>
          </a:bodyPr>
          <a:lstStyle/>
          <a:p>
            <a:r>
              <a:rPr lang="zh-CN" altLang="en-US" sz="1800" dirty="0">
                <a:solidFill>
                  <a:srgbClr val="0070C0"/>
                </a:solidFill>
              </a:rPr>
              <a:t>为函数参数命名</a:t>
            </a:r>
          </a:p>
        </p:txBody>
      </p:sp>
      <p:cxnSp>
        <p:nvCxnSpPr>
          <p:cNvPr id="12" name="直接连接符 11"/>
          <p:cNvCxnSpPr/>
          <p:nvPr/>
        </p:nvCxnSpPr>
        <p:spPr bwMode="auto">
          <a:xfrm>
            <a:off x="3059832" y="3131000"/>
            <a:ext cx="792088" cy="0"/>
          </a:xfrm>
          <a:prstGeom prst="line">
            <a:avLst/>
          </a:prstGeom>
          <a:solidFill>
            <a:schemeClr val="accent1"/>
          </a:solidFill>
          <a:ln w="19050" cap="flat" cmpd="sng" algn="ctr">
            <a:solidFill>
              <a:srgbClr val="FF0000"/>
            </a:solidFill>
            <a:prstDash val="solid"/>
            <a:round/>
            <a:headEnd type="none" w="med" len="med"/>
            <a:tailEnd type="none" w="med" len="med"/>
          </a:ln>
          <a:effectLst/>
        </p:spPr>
      </p:cxnSp>
    </p:spTree>
    <p:extLst>
      <p:ext uri="{BB962C8B-B14F-4D97-AF65-F5344CB8AC3E}">
        <p14:creationId xmlns:p14="http://schemas.microsoft.com/office/powerpoint/2010/main" val="4032135875"/>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编写自定义的 </a:t>
            </a:r>
            <a:r>
              <a:rPr lang="en-US" altLang="zh-CN" dirty="0"/>
              <a:t>LLVM IR </a:t>
            </a:r>
            <a:r>
              <a:rPr lang="zh-CN" altLang="en-US" dirty="0"/>
              <a:t>生成器</a:t>
            </a:r>
          </a:p>
        </p:txBody>
      </p:sp>
      <p:sp>
        <p:nvSpPr>
          <p:cNvPr id="3" name="内容占位符 2"/>
          <p:cNvSpPr>
            <a:spLocks noGrp="1"/>
          </p:cNvSpPr>
          <p:nvPr>
            <p:ph idx="1"/>
          </p:nvPr>
        </p:nvSpPr>
        <p:spPr/>
        <p:txBody>
          <a:bodyPr/>
          <a:lstStyle/>
          <a:p>
            <a:pPr marL="514350" indent="-514350">
              <a:buFont typeface="+mj-lt"/>
              <a:buAutoNum type="arabicPeriod" startAt="5"/>
            </a:pPr>
            <a:r>
              <a:rPr lang="zh-CN" altLang="en-US" dirty="0"/>
              <a:t>在开始函数体之前，我们用</a:t>
            </a:r>
            <a:r>
              <a:rPr lang="en-US" altLang="zh-CN" dirty="0"/>
              <a:t>entry </a:t>
            </a:r>
            <a:r>
              <a:rPr lang="zh-CN" altLang="en-US" dirty="0"/>
              <a:t>标签 </a:t>
            </a:r>
            <a:r>
              <a:rPr lang="en-US" altLang="zh-CN" dirty="0"/>
              <a:t>(</a:t>
            </a:r>
            <a:r>
              <a:rPr lang="zh-CN" altLang="en-US" dirty="0"/>
              <a:t>或值名称</a:t>
            </a:r>
            <a:r>
              <a:rPr lang="en-US" altLang="zh-CN" dirty="0"/>
              <a:t>) </a:t>
            </a:r>
            <a:r>
              <a:rPr lang="zh-CN" altLang="en-US" dirty="0"/>
              <a:t>创建第一个基本块，并在</a:t>
            </a:r>
            <a:r>
              <a:rPr lang="en-US" altLang="zh-CN" dirty="0" err="1"/>
              <a:t>labelEntry</a:t>
            </a:r>
            <a:r>
              <a:rPr lang="en-US" altLang="zh-CN" dirty="0"/>
              <a:t> </a:t>
            </a:r>
            <a:r>
              <a:rPr lang="zh-CN" altLang="en-US" dirty="0"/>
              <a:t>中存储它的指针。</a:t>
            </a:r>
          </a:p>
        </p:txBody>
      </p:sp>
      <p:pic>
        <p:nvPicPr>
          <p:cNvPr id="4" name="图片 3"/>
          <p:cNvPicPr>
            <a:picLocks noChangeAspect="1"/>
          </p:cNvPicPr>
          <p:nvPr/>
        </p:nvPicPr>
        <p:blipFill>
          <a:blip r:embed="rId2"/>
          <a:stretch>
            <a:fillRect/>
          </a:stretch>
        </p:blipFill>
        <p:spPr>
          <a:xfrm>
            <a:off x="866777" y="2564906"/>
            <a:ext cx="7591425" cy="657225"/>
          </a:xfrm>
          <a:prstGeom prst="rect">
            <a:avLst/>
          </a:prstGeom>
        </p:spPr>
      </p:pic>
      <p:cxnSp>
        <p:nvCxnSpPr>
          <p:cNvPr id="5" name="直接连接符 4"/>
          <p:cNvCxnSpPr/>
          <p:nvPr/>
        </p:nvCxnSpPr>
        <p:spPr bwMode="auto">
          <a:xfrm flipV="1">
            <a:off x="6516216" y="3212977"/>
            <a:ext cx="288032" cy="9152"/>
          </a:xfrm>
          <a:prstGeom prst="line">
            <a:avLst/>
          </a:prstGeom>
          <a:solidFill>
            <a:schemeClr val="accent1"/>
          </a:solidFill>
          <a:ln w="19050" cap="flat" cmpd="sng" algn="ctr">
            <a:solidFill>
              <a:srgbClr val="FF0000"/>
            </a:solidFill>
            <a:prstDash val="solid"/>
            <a:round/>
            <a:headEnd type="none" w="med" len="med"/>
            <a:tailEnd type="none" w="med" len="med"/>
          </a:ln>
          <a:effectLst/>
        </p:spPr>
      </p:cxnSp>
      <p:sp>
        <p:nvSpPr>
          <p:cNvPr id="8" name="文本框 7"/>
          <p:cNvSpPr txBox="1"/>
          <p:nvPr/>
        </p:nvSpPr>
        <p:spPr>
          <a:xfrm>
            <a:off x="6228184" y="3356992"/>
            <a:ext cx="2448272" cy="923330"/>
          </a:xfrm>
          <a:prstGeom prst="rect">
            <a:avLst/>
          </a:prstGeom>
          <a:noFill/>
        </p:spPr>
        <p:txBody>
          <a:bodyPr wrap="square" rtlCol="0">
            <a:spAutoFit/>
          </a:bodyPr>
          <a:lstStyle/>
          <a:p>
            <a:r>
              <a:rPr lang="zh-CN" altLang="en-US" sz="1800" dirty="0">
                <a:solidFill>
                  <a:srgbClr val="0070C0"/>
                </a:solidFill>
              </a:rPr>
              <a:t>该基本块被安插在函数的末尾</a:t>
            </a:r>
            <a:r>
              <a:rPr lang="en-US" altLang="zh-CN" sz="1800" dirty="0">
                <a:solidFill>
                  <a:srgbClr val="0070C0"/>
                </a:solidFill>
              </a:rPr>
              <a:t>(</a:t>
            </a:r>
            <a:r>
              <a:rPr lang="zh-CN" altLang="en-US" sz="1800" dirty="0">
                <a:solidFill>
                  <a:srgbClr val="0070C0"/>
                </a:solidFill>
              </a:rPr>
              <a:t>当参数</a:t>
            </a:r>
            <a:r>
              <a:rPr lang="en-US" altLang="zh-CN" sz="1800" dirty="0" err="1">
                <a:solidFill>
                  <a:srgbClr val="0070C0"/>
                </a:solidFill>
              </a:rPr>
              <a:t>InsertBefore</a:t>
            </a:r>
            <a:r>
              <a:rPr lang="zh-CN" altLang="en-US" sz="1800" dirty="0">
                <a:solidFill>
                  <a:srgbClr val="0070C0"/>
                </a:solidFill>
              </a:rPr>
              <a:t>为</a:t>
            </a:r>
            <a:r>
              <a:rPr lang="en-US" altLang="zh-CN" sz="1800" dirty="0">
                <a:solidFill>
                  <a:srgbClr val="0070C0"/>
                </a:solidFill>
              </a:rPr>
              <a:t>0</a:t>
            </a:r>
            <a:r>
              <a:rPr lang="zh-CN" altLang="en-US" sz="1800" dirty="0">
                <a:solidFill>
                  <a:srgbClr val="0070C0"/>
                </a:solidFill>
              </a:rPr>
              <a:t>时</a:t>
            </a:r>
            <a:r>
              <a:rPr lang="en-US" altLang="zh-CN" sz="1800" dirty="0">
                <a:solidFill>
                  <a:srgbClr val="0070C0"/>
                </a:solidFill>
              </a:rPr>
              <a:t>)</a:t>
            </a:r>
            <a:r>
              <a:rPr lang="zh-CN" altLang="en-US" sz="1800" dirty="0">
                <a:solidFill>
                  <a:srgbClr val="0070C0"/>
                </a:solidFill>
              </a:rPr>
              <a:t>。</a:t>
            </a:r>
          </a:p>
        </p:txBody>
      </p:sp>
      <p:cxnSp>
        <p:nvCxnSpPr>
          <p:cNvPr id="9" name="直接连接符 8"/>
          <p:cNvCxnSpPr/>
          <p:nvPr/>
        </p:nvCxnSpPr>
        <p:spPr bwMode="auto">
          <a:xfrm>
            <a:off x="5201593" y="3201573"/>
            <a:ext cx="962868" cy="10279"/>
          </a:xfrm>
          <a:prstGeom prst="line">
            <a:avLst/>
          </a:prstGeom>
          <a:solidFill>
            <a:schemeClr val="accent1"/>
          </a:solidFill>
          <a:ln w="19050" cap="flat" cmpd="sng" algn="ctr">
            <a:solidFill>
              <a:srgbClr val="FF0000"/>
            </a:solidFill>
            <a:prstDash val="solid"/>
            <a:round/>
            <a:headEnd type="none" w="med" len="med"/>
            <a:tailEnd type="none" w="med" len="med"/>
          </a:ln>
          <a:effectLst/>
        </p:spPr>
      </p:cxnSp>
    </p:spTree>
    <p:extLst>
      <p:ext uri="{BB962C8B-B14F-4D97-AF65-F5344CB8AC3E}">
        <p14:creationId xmlns:p14="http://schemas.microsoft.com/office/powerpoint/2010/main" val="1633265304"/>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编写自定义的 </a:t>
            </a:r>
            <a:r>
              <a:rPr lang="en-US" altLang="zh-CN" dirty="0"/>
              <a:t>LLVM IR </a:t>
            </a:r>
            <a:r>
              <a:rPr lang="zh-CN" altLang="en-US" dirty="0"/>
              <a:t>生成器</a:t>
            </a:r>
          </a:p>
        </p:txBody>
      </p:sp>
      <p:sp>
        <p:nvSpPr>
          <p:cNvPr id="3" name="内容占位符 2"/>
          <p:cNvSpPr>
            <a:spLocks noGrp="1"/>
          </p:cNvSpPr>
          <p:nvPr>
            <p:ph idx="1"/>
          </p:nvPr>
        </p:nvSpPr>
        <p:spPr/>
        <p:txBody>
          <a:bodyPr/>
          <a:lstStyle/>
          <a:p>
            <a:pPr marL="514350" indent="-514350">
              <a:buFont typeface="+mj-lt"/>
              <a:buAutoNum type="arabicPeriod" startAt="6"/>
            </a:pPr>
            <a:r>
              <a:rPr lang="zh-CN" altLang="en-US" dirty="0"/>
              <a:t>向基本块添加两条 </a:t>
            </a:r>
            <a:r>
              <a:rPr lang="en-US" altLang="zh-CN" dirty="0" err="1"/>
              <a:t>alloca</a:t>
            </a:r>
            <a:r>
              <a:rPr lang="en-US" altLang="zh-CN" dirty="0"/>
              <a:t> </a:t>
            </a:r>
            <a:r>
              <a:rPr lang="zh-CN" altLang="en-US" dirty="0"/>
              <a:t>指令，以创建一个 </a:t>
            </a:r>
            <a:r>
              <a:rPr lang="en-US" altLang="zh-CN" dirty="0"/>
              <a:t>4 </a:t>
            </a:r>
            <a:r>
              <a:rPr lang="zh-CN" altLang="en-US" dirty="0"/>
              <a:t>字节对齐的 </a:t>
            </a:r>
            <a:r>
              <a:rPr lang="en-US" altLang="zh-CN" dirty="0"/>
              <a:t>32 </a:t>
            </a:r>
            <a:r>
              <a:rPr lang="zh-CN" altLang="en-US" dirty="0"/>
              <a:t>位堆栈元素。</a:t>
            </a:r>
            <a:endParaRPr lang="en-US" altLang="zh-CN" dirty="0"/>
          </a:p>
          <a:p>
            <a:pPr marL="914400" lvl="1" indent="-514350">
              <a:buFont typeface="Arial" panose="020B0604020202020204" pitchFamily="34" charset="0"/>
              <a:buChar char="•"/>
            </a:pPr>
            <a:r>
              <a:rPr lang="zh-CN" altLang="en-US" dirty="0"/>
              <a:t>默认情况下，新的指令被插入基本块的末尾。</a:t>
            </a:r>
            <a:endParaRPr lang="en-US" altLang="zh-CN" dirty="0"/>
          </a:p>
          <a:p>
            <a:pPr marL="914400" lvl="1" indent="-514350">
              <a:buFont typeface="Arial" panose="020B0604020202020204" pitchFamily="34" charset="0"/>
              <a:buChar char="•"/>
            </a:pPr>
            <a:endParaRPr lang="en-US" altLang="zh-CN" dirty="0"/>
          </a:p>
          <a:p>
            <a:pPr marL="914400" lvl="1" indent="-514350">
              <a:buFont typeface="Arial" panose="020B0604020202020204" pitchFamily="34" charset="0"/>
              <a:buChar char="•"/>
            </a:pPr>
            <a:endParaRPr lang="en-US" altLang="zh-CN" dirty="0"/>
          </a:p>
          <a:p>
            <a:pPr marL="914400" lvl="1" indent="-514350">
              <a:buFont typeface="Arial" panose="020B0604020202020204" pitchFamily="34" charset="0"/>
              <a:buChar char="•"/>
            </a:pPr>
            <a:endParaRPr lang="en-US" altLang="zh-CN" dirty="0"/>
          </a:p>
          <a:p>
            <a:pPr marL="914400" lvl="1" indent="-514350">
              <a:buFont typeface="Arial" panose="020B0604020202020204" pitchFamily="34" charset="0"/>
              <a:buChar char="•"/>
            </a:pPr>
            <a:endParaRPr lang="en-US" altLang="zh-CN" dirty="0"/>
          </a:p>
          <a:p>
            <a:pPr marL="914400" lvl="1" indent="-514350">
              <a:buFont typeface="Arial" panose="020B0604020202020204" pitchFamily="34" charset="0"/>
              <a:buChar char="•"/>
            </a:pPr>
            <a:endParaRPr lang="en-US" altLang="zh-CN" dirty="0"/>
          </a:p>
          <a:p>
            <a:pPr marL="914400" lvl="1" indent="-514350">
              <a:buFont typeface="Arial" panose="020B0604020202020204" pitchFamily="34" charset="0"/>
              <a:buChar char="•"/>
            </a:pPr>
            <a:r>
              <a:rPr lang="zh-CN" altLang="en-US" dirty="0"/>
              <a:t>生成结果：</a:t>
            </a:r>
            <a:br>
              <a:rPr lang="zh-CN" altLang="en-US" dirty="0"/>
            </a:br>
            <a:endParaRPr lang="zh-CN" altLang="en-US" dirty="0"/>
          </a:p>
        </p:txBody>
      </p:sp>
      <p:pic>
        <p:nvPicPr>
          <p:cNvPr id="4" name="图片 3"/>
          <p:cNvPicPr>
            <a:picLocks noChangeAspect="1"/>
          </p:cNvPicPr>
          <p:nvPr/>
        </p:nvPicPr>
        <p:blipFill>
          <a:blip r:embed="rId2"/>
          <a:stretch>
            <a:fillRect/>
          </a:stretch>
        </p:blipFill>
        <p:spPr>
          <a:xfrm>
            <a:off x="157164" y="2420888"/>
            <a:ext cx="8829675" cy="2286000"/>
          </a:xfrm>
          <a:prstGeom prst="rect">
            <a:avLst/>
          </a:prstGeom>
        </p:spPr>
      </p:pic>
      <p:pic>
        <p:nvPicPr>
          <p:cNvPr id="6" name="图片 5"/>
          <p:cNvPicPr>
            <a:picLocks noChangeAspect="1"/>
          </p:cNvPicPr>
          <p:nvPr/>
        </p:nvPicPr>
        <p:blipFill>
          <a:blip r:embed="rId3"/>
          <a:stretch>
            <a:fillRect/>
          </a:stretch>
        </p:blipFill>
        <p:spPr>
          <a:xfrm>
            <a:off x="1475656" y="5179690"/>
            <a:ext cx="4933950" cy="895350"/>
          </a:xfrm>
          <a:prstGeom prst="rect">
            <a:avLst/>
          </a:prstGeom>
        </p:spPr>
      </p:pic>
      <p:cxnSp>
        <p:nvCxnSpPr>
          <p:cNvPr id="8" name="直接连接符 7"/>
          <p:cNvCxnSpPr/>
          <p:nvPr/>
        </p:nvCxnSpPr>
        <p:spPr bwMode="auto">
          <a:xfrm>
            <a:off x="5337324" y="3346715"/>
            <a:ext cx="1610940" cy="10279"/>
          </a:xfrm>
          <a:prstGeom prst="line">
            <a:avLst/>
          </a:prstGeom>
          <a:solidFill>
            <a:schemeClr val="accent1"/>
          </a:solidFill>
          <a:ln w="19050" cap="flat" cmpd="sng" algn="ctr">
            <a:solidFill>
              <a:srgbClr val="FF0000"/>
            </a:solidFill>
            <a:prstDash val="solid"/>
            <a:round/>
            <a:headEnd type="none" w="med" len="med"/>
            <a:tailEnd type="none" w="med" len="med"/>
          </a:ln>
          <a:effectLst/>
        </p:spPr>
      </p:cxnSp>
    </p:spTree>
    <p:extLst>
      <p:ext uri="{BB962C8B-B14F-4D97-AF65-F5344CB8AC3E}">
        <p14:creationId xmlns:p14="http://schemas.microsoft.com/office/powerpoint/2010/main" val="1392101041"/>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编写自定义的 </a:t>
            </a:r>
            <a:r>
              <a:rPr lang="en-US" altLang="zh-CN" dirty="0"/>
              <a:t>LLVM IR </a:t>
            </a:r>
            <a:r>
              <a:rPr lang="zh-CN" altLang="en-US" dirty="0"/>
              <a:t>生成器</a:t>
            </a:r>
          </a:p>
        </p:txBody>
      </p:sp>
      <p:sp>
        <p:nvSpPr>
          <p:cNvPr id="3" name="内容占位符 2"/>
          <p:cNvSpPr>
            <a:spLocks noGrp="1"/>
          </p:cNvSpPr>
          <p:nvPr>
            <p:ph idx="1"/>
          </p:nvPr>
        </p:nvSpPr>
        <p:spPr/>
        <p:txBody>
          <a:bodyPr/>
          <a:lstStyle/>
          <a:p>
            <a:pPr marL="514350" indent="-514350">
              <a:buFont typeface="+mj-lt"/>
              <a:buAutoNum type="arabicPeriod" startAt="7"/>
            </a:pPr>
            <a:r>
              <a:rPr lang="zh-CN" altLang="en-US" dirty="0"/>
              <a:t>我们使用 </a:t>
            </a:r>
            <a:r>
              <a:rPr lang="en-US" altLang="zh-CN" dirty="0" err="1"/>
              <a:t>alloca</a:t>
            </a:r>
            <a:r>
              <a:rPr lang="en-US" altLang="zh-CN" dirty="0"/>
              <a:t> </a:t>
            </a:r>
            <a:r>
              <a:rPr lang="zh-CN" altLang="en-US" dirty="0"/>
              <a:t>指令返回的指针 </a:t>
            </a:r>
            <a:r>
              <a:rPr lang="en-US" altLang="zh-CN" dirty="0" err="1"/>
              <a:t>ptrA</a:t>
            </a:r>
            <a:r>
              <a:rPr lang="en-US" altLang="zh-CN" dirty="0"/>
              <a:t> </a:t>
            </a:r>
            <a:r>
              <a:rPr lang="zh-CN" altLang="en-US" dirty="0"/>
              <a:t>和 </a:t>
            </a:r>
            <a:r>
              <a:rPr lang="en-US" altLang="zh-CN" dirty="0" err="1"/>
              <a:t>ptrB</a:t>
            </a:r>
            <a:r>
              <a:rPr lang="en-US" altLang="zh-CN" dirty="0"/>
              <a:t> </a:t>
            </a:r>
            <a:r>
              <a:rPr lang="zh-CN" altLang="en-US" dirty="0"/>
              <a:t>将函数参数</a:t>
            </a:r>
            <a:r>
              <a:rPr lang="en-US" altLang="zh-CN" dirty="0"/>
              <a:t>int32_a </a:t>
            </a:r>
            <a:r>
              <a:rPr lang="zh-CN" altLang="en-US" dirty="0"/>
              <a:t>和 </a:t>
            </a:r>
            <a:r>
              <a:rPr lang="en-US" altLang="zh-CN" dirty="0"/>
              <a:t>int32_b </a:t>
            </a:r>
            <a:r>
              <a:rPr lang="zh-CN" altLang="en-US" dirty="0"/>
              <a:t>存储到堆栈位置中。</a:t>
            </a:r>
            <a:endParaRPr lang="en-US" altLang="zh-CN" dirty="0"/>
          </a:p>
          <a:p>
            <a:pPr marL="514350" indent="-514350">
              <a:buFont typeface="+mj-lt"/>
              <a:buAutoNum type="arabicPeriod" startAt="7"/>
            </a:pPr>
            <a:endParaRPr lang="en-US" altLang="zh-CN" dirty="0"/>
          </a:p>
          <a:p>
            <a:pPr marL="514350" indent="-514350">
              <a:buFont typeface="+mj-lt"/>
              <a:buAutoNum type="arabicPeriod" startAt="7"/>
            </a:pPr>
            <a:endParaRPr lang="en-US" altLang="zh-CN" dirty="0"/>
          </a:p>
          <a:p>
            <a:pPr marL="514350" indent="-514350">
              <a:buFont typeface="+mj-lt"/>
              <a:buAutoNum type="arabicPeriod" startAt="7"/>
            </a:pPr>
            <a:endParaRPr lang="en-US" altLang="zh-CN" dirty="0"/>
          </a:p>
          <a:p>
            <a:pPr marL="514350" indent="-514350">
              <a:buFont typeface="+mj-lt"/>
              <a:buAutoNum type="arabicPeriod" startAt="7"/>
            </a:pPr>
            <a:endParaRPr lang="en-US" altLang="zh-CN" dirty="0"/>
          </a:p>
          <a:p>
            <a:pPr marL="914400" lvl="1" indent="-514350">
              <a:buFont typeface="Arial" panose="020B0604020202020204" pitchFamily="34" charset="0"/>
              <a:buChar char="•"/>
            </a:pPr>
            <a:r>
              <a:rPr lang="zh-CN" altLang="en-US" dirty="0"/>
              <a:t>第三个 </a:t>
            </a:r>
            <a:r>
              <a:rPr lang="en-US" altLang="zh-CN" dirty="0" err="1"/>
              <a:t>Storelnst</a:t>
            </a:r>
            <a:r>
              <a:rPr lang="en-US" altLang="zh-CN" dirty="0"/>
              <a:t> </a:t>
            </a:r>
            <a:r>
              <a:rPr lang="zh-CN" altLang="en-US" dirty="0"/>
              <a:t>参数指定这是否是一个非静态存储区，在此示例中为 </a:t>
            </a:r>
            <a:r>
              <a:rPr lang="en-US" altLang="zh-CN" dirty="0"/>
              <a:t>false</a:t>
            </a:r>
            <a:r>
              <a:rPr lang="zh-CN" altLang="en-US" dirty="0"/>
              <a:t>。</a:t>
            </a:r>
            <a:endParaRPr lang="en-US" altLang="zh-CN" dirty="0"/>
          </a:p>
          <a:p>
            <a:pPr marL="514350" indent="-514350">
              <a:buFont typeface="+mj-lt"/>
              <a:buAutoNum type="arabicPeriod" startAt="7"/>
            </a:pPr>
            <a:endParaRPr lang="zh-CN" altLang="en-US" dirty="0"/>
          </a:p>
        </p:txBody>
      </p:sp>
      <p:pic>
        <p:nvPicPr>
          <p:cNvPr id="4" name="图片 3"/>
          <p:cNvPicPr>
            <a:picLocks noChangeAspect="1"/>
          </p:cNvPicPr>
          <p:nvPr/>
        </p:nvPicPr>
        <p:blipFill>
          <a:blip r:embed="rId2"/>
          <a:stretch>
            <a:fillRect/>
          </a:stretch>
        </p:blipFill>
        <p:spPr>
          <a:xfrm>
            <a:off x="385764" y="2462214"/>
            <a:ext cx="8372475" cy="1933575"/>
          </a:xfrm>
          <a:prstGeom prst="rect">
            <a:avLst/>
          </a:prstGeom>
        </p:spPr>
      </p:pic>
      <p:cxnSp>
        <p:nvCxnSpPr>
          <p:cNvPr id="6" name="直接连接符 5"/>
          <p:cNvCxnSpPr/>
          <p:nvPr/>
        </p:nvCxnSpPr>
        <p:spPr bwMode="auto">
          <a:xfrm flipV="1">
            <a:off x="7596336" y="2780928"/>
            <a:ext cx="861864" cy="9152"/>
          </a:xfrm>
          <a:prstGeom prst="line">
            <a:avLst/>
          </a:prstGeom>
          <a:solidFill>
            <a:schemeClr val="accent1"/>
          </a:solidFill>
          <a:ln w="19050" cap="flat" cmpd="sng" algn="ctr">
            <a:solidFill>
              <a:srgbClr val="FF0000"/>
            </a:solidFill>
            <a:prstDash val="solid"/>
            <a:round/>
            <a:headEnd type="none" w="med" len="med"/>
            <a:tailEnd type="none" w="med" len="med"/>
          </a:ln>
          <a:effectLst/>
        </p:spPr>
      </p:cxnSp>
      <p:cxnSp>
        <p:nvCxnSpPr>
          <p:cNvPr id="8" name="直接连接符 7"/>
          <p:cNvCxnSpPr/>
          <p:nvPr/>
        </p:nvCxnSpPr>
        <p:spPr bwMode="auto">
          <a:xfrm flipV="1">
            <a:off x="7595144" y="3789040"/>
            <a:ext cx="861864" cy="9152"/>
          </a:xfrm>
          <a:prstGeom prst="line">
            <a:avLst/>
          </a:prstGeom>
          <a:solidFill>
            <a:schemeClr val="accent1"/>
          </a:solidFill>
          <a:ln w="19050" cap="flat" cmpd="sng" algn="ctr">
            <a:solidFill>
              <a:srgbClr val="FF0000"/>
            </a:solidFill>
            <a:prstDash val="solid"/>
            <a:round/>
            <a:headEnd type="none" w="med" len="med"/>
            <a:tailEnd type="none" w="med" len="med"/>
          </a:ln>
          <a:effectLst/>
        </p:spPr>
      </p:cxnSp>
    </p:spTree>
    <p:extLst>
      <p:ext uri="{BB962C8B-B14F-4D97-AF65-F5344CB8AC3E}">
        <p14:creationId xmlns:p14="http://schemas.microsoft.com/office/powerpoint/2010/main" val="3015077432"/>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5800" y="116632"/>
            <a:ext cx="7772400" cy="5691336"/>
          </a:xfrm>
        </p:spPr>
        <p:txBody>
          <a:bodyPr/>
          <a:lstStyle/>
          <a:p>
            <a:pPr marL="0" indent="0">
              <a:buNone/>
            </a:pPr>
            <a:r>
              <a:rPr lang="zh-CN" altLang="en-US" dirty="0"/>
              <a:t>编写自定义的 </a:t>
            </a:r>
            <a:r>
              <a:rPr lang="en-US" altLang="zh-CN" dirty="0"/>
              <a:t>LLVM IR </a:t>
            </a:r>
            <a:r>
              <a:rPr lang="zh-CN" altLang="en-US" dirty="0"/>
              <a:t>生成器</a:t>
            </a:r>
            <a:endParaRPr lang="en-US" altLang="zh-CN" dirty="0"/>
          </a:p>
          <a:p>
            <a:pPr marL="514350" indent="-514350">
              <a:buFont typeface="+mj-lt"/>
              <a:buAutoNum type="arabicPeriod" startAt="8"/>
            </a:pPr>
            <a:r>
              <a:rPr lang="en-US" altLang="zh-CN" dirty="0"/>
              <a:t> </a:t>
            </a:r>
            <a:endParaRPr lang="zh-CN" altLang="en-US" dirty="0"/>
          </a:p>
        </p:txBody>
      </p:sp>
      <p:pic>
        <p:nvPicPr>
          <p:cNvPr id="6" name="图片 5"/>
          <p:cNvPicPr>
            <a:picLocks noChangeAspect="1"/>
          </p:cNvPicPr>
          <p:nvPr/>
        </p:nvPicPr>
        <p:blipFill>
          <a:blip r:embed="rId2"/>
          <a:stretch>
            <a:fillRect/>
          </a:stretch>
        </p:blipFill>
        <p:spPr>
          <a:xfrm>
            <a:off x="314325" y="1086593"/>
            <a:ext cx="8515350" cy="4581525"/>
          </a:xfrm>
          <a:prstGeom prst="rect">
            <a:avLst/>
          </a:prstGeom>
        </p:spPr>
      </p:pic>
      <p:sp>
        <p:nvSpPr>
          <p:cNvPr id="7" name="文本框 6"/>
          <p:cNvSpPr txBox="1"/>
          <p:nvPr/>
        </p:nvSpPr>
        <p:spPr>
          <a:xfrm>
            <a:off x="2555776" y="4942911"/>
            <a:ext cx="6336704" cy="646331"/>
          </a:xfrm>
          <a:prstGeom prst="rect">
            <a:avLst/>
          </a:prstGeom>
          <a:noFill/>
        </p:spPr>
        <p:txBody>
          <a:bodyPr wrap="square" rtlCol="0">
            <a:spAutoFit/>
          </a:bodyPr>
          <a:lstStyle/>
          <a:p>
            <a:r>
              <a:rPr lang="zh-CN" altLang="en-US" sz="1800" dirty="0">
                <a:solidFill>
                  <a:srgbClr val="0070C0"/>
                </a:solidFill>
              </a:rPr>
              <a:t>接下来，</a:t>
            </a:r>
            <a:r>
              <a:rPr lang="en-US" altLang="zh-CN" sz="1800" dirty="0" err="1">
                <a:solidFill>
                  <a:srgbClr val="0070C0"/>
                </a:solidFill>
              </a:rPr>
              <a:t>makeLLVMModule</a:t>
            </a:r>
            <a:r>
              <a:rPr lang="en-US" altLang="zh-CN" sz="1800" dirty="0">
                <a:solidFill>
                  <a:srgbClr val="0070C0"/>
                </a:solidFill>
              </a:rPr>
              <a:t> </a:t>
            </a:r>
            <a:r>
              <a:rPr lang="zh-CN" altLang="en-US" sz="1800" dirty="0">
                <a:solidFill>
                  <a:srgbClr val="0070C0"/>
                </a:solidFill>
              </a:rPr>
              <a:t>函数返回被创建的模块</a:t>
            </a:r>
            <a:r>
              <a:rPr lang="en-US" altLang="zh-CN" sz="1800" dirty="0">
                <a:solidFill>
                  <a:srgbClr val="0070C0"/>
                </a:solidFill>
              </a:rPr>
              <a:t>mod</a:t>
            </a:r>
            <a:r>
              <a:rPr lang="zh-CN" altLang="en-US" sz="1800" dirty="0">
                <a:solidFill>
                  <a:srgbClr val="0070C0"/>
                </a:solidFill>
              </a:rPr>
              <a:t>和我们刚创建的 </a:t>
            </a:r>
            <a:r>
              <a:rPr lang="en-US" altLang="zh-CN" sz="1800" dirty="0">
                <a:solidFill>
                  <a:srgbClr val="0070C0"/>
                </a:solidFill>
              </a:rPr>
              <a:t>sum </a:t>
            </a:r>
            <a:r>
              <a:rPr lang="zh-CN" altLang="en-US" sz="1800" dirty="0">
                <a:solidFill>
                  <a:srgbClr val="0070C0"/>
                </a:solidFill>
              </a:rPr>
              <a:t>函数。</a:t>
            </a:r>
          </a:p>
        </p:txBody>
      </p:sp>
      <p:sp>
        <p:nvSpPr>
          <p:cNvPr id="8" name="文本框 7"/>
          <p:cNvSpPr txBox="1"/>
          <p:nvPr/>
        </p:nvSpPr>
        <p:spPr>
          <a:xfrm>
            <a:off x="2987824" y="1484784"/>
            <a:ext cx="6147024" cy="369332"/>
          </a:xfrm>
          <a:prstGeom prst="rect">
            <a:avLst/>
          </a:prstGeom>
          <a:noFill/>
        </p:spPr>
        <p:txBody>
          <a:bodyPr wrap="square" rtlCol="0">
            <a:spAutoFit/>
          </a:bodyPr>
          <a:lstStyle/>
          <a:p>
            <a:r>
              <a:rPr lang="zh-CN" altLang="en-US" sz="1800" dirty="0">
                <a:solidFill>
                  <a:srgbClr val="0070C0"/>
                </a:solidFill>
              </a:rPr>
              <a:t>创建静态加载指令，从堆栈中将参数取出。</a:t>
            </a:r>
          </a:p>
        </p:txBody>
      </p:sp>
      <p:cxnSp>
        <p:nvCxnSpPr>
          <p:cNvPr id="9" name="直接连接符 8"/>
          <p:cNvCxnSpPr/>
          <p:nvPr/>
        </p:nvCxnSpPr>
        <p:spPr bwMode="auto">
          <a:xfrm flipV="1">
            <a:off x="3851920" y="1484784"/>
            <a:ext cx="1224136" cy="9152"/>
          </a:xfrm>
          <a:prstGeom prst="line">
            <a:avLst/>
          </a:prstGeom>
          <a:solidFill>
            <a:schemeClr val="accent1"/>
          </a:solidFill>
          <a:ln w="19050" cap="flat" cmpd="sng" algn="ctr">
            <a:solidFill>
              <a:srgbClr val="FF0000"/>
            </a:solidFill>
            <a:prstDash val="solid"/>
            <a:round/>
            <a:headEnd type="none" w="med" len="med"/>
            <a:tailEnd type="none" w="med" len="med"/>
          </a:ln>
          <a:effectLst/>
        </p:spPr>
      </p:cxnSp>
      <p:sp>
        <p:nvSpPr>
          <p:cNvPr id="11" name="文本框 10"/>
          <p:cNvSpPr txBox="1"/>
          <p:nvPr/>
        </p:nvSpPr>
        <p:spPr>
          <a:xfrm>
            <a:off x="4434244" y="3821938"/>
            <a:ext cx="3882172" cy="369332"/>
          </a:xfrm>
          <a:prstGeom prst="rect">
            <a:avLst/>
          </a:prstGeom>
          <a:noFill/>
        </p:spPr>
        <p:txBody>
          <a:bodyPr wrap="square" rtlCol="0">
            <a:spAutoFit/>
          </a:bodyPr>
          <a:lstStyle/>
          <a:p>
            <a:r>
              <a:rPr lang="zh-CN" altLang="en-US" sz="1800" dirty="0">
                <a:solidFill>
                  <a:srgbClr val="0070C0"/>
                </a:solidFill>
              </a:rPr>
              <a:t>创建加法指令，将取出的参数相加。</a:t>
            </a:r>
          </a:p>
        </p:txBody>
      </p:sp>
      <p:sp>
        <p:nvSpPr>
          <p:cNvPr id="12" name="文本框 11"/>
          <p:cNvSpPr txBox="1"/>
          <p:nvPr/>
        </p:nvSpPr>
        <p:spPr>
          <a:xfrm>
            <a:off x="2875845" y="4299282"/>
            <a:ext cx="4072421" cy="369332"/>
          </a:xfrm>
          <a:prstGeom prst="rect">
            <a:avLst/>
          </a:prstGeom>
          <a:noFill/>
        </p:spPr>
        <p:txBody>
          <a:bodyPr wrap="square" rtlCol="0">
            <a:spAutoFit/>
          </a:bodyPr>
          <a:lstStyle/>
          <a:p>
            <a:r>
              <a:rPr lang="zh-CN" altLang="en-US" sz="1800" dirty="0">
                <a:solidFill>
                  <a:srgbClr val="0070C0"/>
                </a:solidFill>
              </a:rPr>
              <a:t>创建返回指令，将相加的结果返回。</a:t>
            </a:r>
          </a:p>
        </p:txBody>
      </p:sp>
    </p:spTree>
    <p:extLst>
      <p:ext uri="{BB962C8B-B14F-4D97-AF65-F5344CB8AC3E}">
        <p14:creationId xmlns:p14="http://schemas.microsoft.com/office/powerpoint/2010/main" val="642176724"/>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编写自定义的 </a:t>
            </a:r>
            <a:r>
              <a:rPr lang="en-US" altLang="zh-CN" dirty="0"/>
              <a:t>LLVM IR </a:t>
            </a:r>
            <a:r>
              <a:rPr lang="zh-CN" altLang="en-US" dirty="0"/>
              <a:t>生成器</a:t>
            </a:r>
          </a:p>
        </p:txBody>
      </p:sp>
      <p:sp>
        <p:nvSpPr>
          <p:cNvPr id="3" name="内容占位符 2"/>
          <p:cNvSpPr>
            <a:spLocks noGrp="1"/>
          </p:cNvSpPr>
          <p:nvPr>
            <p:ph idx="1"/>
          </p:nvPr>
        </p:nvSpPr>
        <p:spPr/>
        <p:txBody>
          <a:bodyPr/>
          <a:lstStyle/>
          <a:p>
            <a:pPr marL="514350" indent="-514350">
              <a:buFont typeface="+mj-lt"/>
              <a:buAutoNum type="arabicPeriod" startAt="9"/>
            </a:pPr>
            <a:r>
              <a:rPr lang="zh-CN" altLang="en-US" dirty="0"/>
              <a:t>为了使 </a:t>
            </a:r>
            <a:r>
              <a:rPr lang="en-US" altLang="zh-CN" dirty="0"/>
              <a:t>IR </a:t>
            </a:r>
            <a:r>
              <a:rPr lang="zh-CN" altLang="en-US" dirty="0"/>
              <a:t>生成器程序成为一个独立的工具，它还需要一个 </a:t>
            </a:r>
            <a:r>
              <a:rPr lang="en-US" altLang="zh-CN" dirty="0"/>
              <a:t>main() </a:t>
            </a:r>
            <a:r>
              <a:rPr lang="zh-CN" altLang="en-US" dirty="0"/>
              <a:t>函数。</a:t>
            </a:r>
          </a:p>
        </p:txBody>
      </p:sp>
      <p:pic>
        <p:nvPicPr>
          <p:cNvPr id="4" name="图片 3"/>
          <p:cNvPicPr>
            <a:picLocks noChangeAspect="1"/>
          </p:cNvPicPr>
          <p:nvPr/>
        </p:nvPicPr>
        <p:blipFill>
          <a:blip r:embed="rId2"/>
          <a:stretch>
            <a:fillRect/>
          </a:stretch>
        </p:blipFill>
        <p:spPr>
          <a:xfrm>
            <a:off x="476002" y="1988842"/>
            <a:ext cx="8272462" cy="4742519"/>
          </a:xfrm>
          <a:prstGeom prst="rect">
            <a:avLst/>
          </a:prstGeom>
        </p:spPr>
      </p:pic>
      <p:cxnSp>
        <p:nvCxnSpPr>
          <p:cNvPr id="5" name="直接连接符 4"/>
          <p:cNvCxnSpPr/>
          <p:nvPr/>
        </p:nvCxnSpPr>
        <p:spPr bwMode="auto">
          <a:xfrm>
            <a:off x="2915816" y="2633472"/>
            <a:ext cx="2311136" cy="3440"/>
          </a:xfrm>
          <a:prstGeom prst="line">
            <a:avLst/>
          </a:prstGeom>
          <a:solidFill>
            <a:schemeClr val="accent1"/>
          </a:solidFill>
          <a:ln w="19050" cap="flat" cmpd="sng" algn="ctr">
            <a:solidFill>
              <a:srgbClr val="FF0000"/>
            </a:solidFill>
            <a:prstDash val="solid"/>
            <a:round/>
            <a:headEnd type="none" w="med" len="med"/>
            <a:tailEnd type="none" w="med" len="med"/>
          </a:ln>
          <a:effectLst/>
        </p:spPr>
      </p:cxnSp>
      <p:sp>
        <p:nvSpPr>
          <p:cNvPr id="9" name="文本框 8"/>
          <p:cNvSpPr txBox="1"/>
          <p:nvPr/>
        </p:nvSpPr>
        <p:spPr>
          <a:xfrm>
            <a:off x="5361856" y="1988858"/>
            <a:ext cx="3096344" cy="646331"/>
          </a:xfrm>
          <a:prstGeom prst="rect">
            <a:avLst/>
          </a:prstGeom>
          <a:noFill/>
        </p:spPr>
        <p:txBody>
          <a:bodyPr wrap="square" rtlCol="0">
            <a:spAutoFit/>
          </a:bodyPr>
          <a:lstStyle/>
          <a:p>
            <a:r>
              <a:rPr lang="zh-CN" altLang="en-US" sz="1800" dirty="0">
                <a:solidFill>
                  <a:srgbClr val="0070C0"/>
                </a:solidFill>
              </a:rPr>
              <a:t>这个函数在前面定义过的，这里是调用。</a:t>
            </a:r>
          </a:p>
        </p:txBody>
      </p:sp>
      <p:sp>
        <p:nvSpPr>
          <p:cNvPr id="10" name="文本框 9"/>
          <p:cNvSpPr txBox="1"/>
          <p:nvPr/>
        </p:nvSpPr>
        <p:spPr>
          <a:xfrm>
            <a:off x="6660232" y="2627620"/>
            <a:ext cx="1800200" cy="369332"/>
          </a:xfrm>
          <a:prstGeom prst="rect">
            <a:avLst/>
          </a:prstGeom>
          <a:noFill/>
        </p:spPr>
        <p:txBody>
          <a:bodyPr wrap="square" rtlCol="0">
            <a:spAutoFit/>
          </a:bodyPr>
          <a:lstStyle/>
          <a:p>
            <a:r>
              <a:rPr lang="zh-CN" altLang="en-US" sz="1800" dirty="0">
                <a:solidFill>
                  <a:srgbClr val="0070C0"/>
                </a:solidFill>
              </a:rPr>
              <a:t>验证该模块</a:t>
            </a:r>
          </a:p>
        </p:txBody>
      </p:sp>
      <p:sp>
        <p:nvSpPr>
          <p:cNvPr id="11" name="文本框 10"/>
          <p:cNvSpPr txBox="1"/>
          <p:nvPr/>
        </p:nvSpPr>
        <p:spPr>
          <a:xfrm>
            <a:off x="4211960" y="2996952"/>
            <a:ext cx="1800200" cy="369332"/>
          </a:xfrm>
          <a:prstGeom prst="rect">
            <a:avLst/>
          </a:prstGeom>
          <a:noFill/>
        </p:spPr>
        <p:txBody>
          <a:bodyPr wrap="square" rtlCol="0">
            <a:spAutoFit/>
          </a:bodyPr>
          <a:lstStyle/>
          <a:p>
            <a:r>
              <a:rPr lang="zh-CN" altLang="en-US" sz="1800" dirty="0">
                <a:solidFill>
                  <a:srgbClr val="0070C0"/>
                </a:solidFill>
              </a:rPr>
              <a:t>错误信息</a:t>
            </a:r>
          </a:p>
        </p:txBody>
      </p:sp>
      <p:sp>
        <p:nvSpPr>
          <p:cNvPr id="12" name="文本框 11"/>
          <p:cNvSpPr txBox="1"/>
          <p:nvPr/>
        </p:nvSpPr>
        <p:spPr>
          <a:xfrm>
            <a:off x="1392693" y="5170390"/>
            <a:ext cx="4320480" cy="369332"/>
          </a:xfrm>
          <a:prstGeom prst="rect">
            <a:avLst/>
          </a:prstGeom>
          <a:noFill/>
        </p:spPr>
        <p:txBody>
          <a:bodyPr wrap="square" rtlCol="0">
            <a:spAutoFit/>
          </a:bodyPr>
          <a:lstStyle/>
          <a:p>
            <a:r>
              <a:rPr lang="zh-CN" altLang="en-US" sz="1800" dirty="0">
                <a:solidFill>
                  <a:srgbClr val="0070C0"/>
                </a:solidFill>
              </a:rPr>
              <a:t>将</a:t>
            </a:r>
            <a:r>
              <a:rPr lang="en-US" altLang="zh-CN" sz="1800" dirty="0">
                <a:solidFill>
                  <a:srgbClr val="0070C0"/>
                </a:solidFill>
              </a:rPr>
              <a:t>bit code</a:t>
            </a:r>
            <a:r>
              <a:rPr lang="zh-CN" altLang="en-US" sz="1800" dirty="0">
                <a:solidFill>
                  <a:srgbClr val="0070C0"/>
                </a:solidFill>
              </a:rPr>
              <a:t>写入输出文件。</a:t>
            </a:r>
          </a:p>
        </p:txBody>
      </p:sp>
      <p:sp>
        <p:nvSpPr>
          <p:cNvPr id="13" name="文本框 12"/>
          <p:cNvSpPr txBox="1"/>
          <p:nvPr/>
        </p:nvSpPr>
        <p:spPr>
          <a:xfrm>
            <a:off x="6084168" y="5446261"/>
            <a:ext cx="2874094" cy="369332"/>
          </a:xfrm>
          <a:prstGeom prst="rect">
            <a:avLst/>
          </a:prstGeom>
          <a:noFill/>
        </p:spPr>
        <p:txBody>
          <a:bodyPr wrap="square" rtlCol="0">
            <a:spAutoFit/>
          </a:bodyPr>
          <a:lstStyle/>
          <a:p>
            <a:r>
              <a:rPr lang="zh-CN" altLang="en-US" sz="1800" dirty="0">
                <a:solidFill>
                  <a:srgbClr val="0070C0"/>
                </a:solidFill>
              </a:rPr>
              <a:t>返回</a:t>
            </a:r>
            <a:r>
              <a:rPr lang="en-US" altLang="zh-CN" sz="1800" dirty="0">
                <a:solidFill>
                  <a:srgbClr val="0070C0"/>
                </a:solidFill>
              </a:rPr>
              <a:t>Out</a:t>
            </a:r>
            <a:r>
              <a:rPr lang="zh-CN" altLang="en-US" sz="1800" dirty="0">
                <a:solidFill>
                  <a:srgbClr val="0070C0"/>
                </a:solidFill>
              </a:rPr>
              <a:t>中包含的输出流。</a:t>
            </a:r>
          </a:p>
        </p:txBody>
      </p:sp>
      <p:cxnSp>
        <p:nvCxnSpPr>
          <p:cNvPr id="14" name="直接连接符 13"/>
          <p:cNvCxnSpPr/>
          <p:nvPr/>
        </p:nvCxnSpPr>
        <p:spPr bwMode="auto">
          <a:xfrm flipV="1">
            <a:off x="4427984" y="5790854"/>
            <a:ext cx="1368152" cy="24741"/>
          </a:xfrm>
          <a:prstGeom prst="line">
            <a:avLst/>
          </a:prstGeom>
          <a:solidFill>
            <a:schemeClr val="accent1"/>
          </a:solidFill>
          <a:ln w="19050" cap="flat" cmpd="sng" algn="ctr">
            <a:solidFill>
              <a:srgbClr val="FF0000"/>
            </a:solidFill>
            <a:prstDash val="solid"/>
            <a:round/>
            <a:headEnd type="none" w="med" len="med"/>
            <a:tailEnd type="none" w="med" len="med"/>
          </a:ln>
          <a:effectLst/>
        </p:spPr>
      </p:cxnSp>
      <p:sp>
        <p:nvSpPr>
          <p:cNvPr id="16" name="文本框 15"/>
          <p:cNvSpPr txBox="1"/>
          <p:nvPr/>
        </p:nvSpPr>
        <p:spPr>
          <a:xfrm>
            <a:off x="4211960" y="3628868"/>
            <a:ext cx="2874094" cy="369332"/>
          </a:xfrm>
          <a:prstGeom prst="rect">
            <a:avLst/>
          </a:prstGeom>
          <a:noFill/>
        </p:spPr>
        <p:txBody>
          <a:bodyPr wrap="square" rtlCol="0">
            <a:spAutoFit/>
          </a:bodyPr>
          <a:lstStyle/>
          <a:p>
            <a:r>
              <a:rPr lang="zh-CN" altLang="en-US" sz="1800" dirty="0">
                <a:solidFill>
                  <a:srgbClr val="0070C0"/>
                </a:solidFill>
              </a:rPr>
              <a:t>创建输出流。</a:t>
            </a:r>
          </a:p>
        </p:txBody>
      </p:sp>
      <p:cxnSp>
        <p:nvCxnSpPr>
          <p:cNvPr id="17" name="直接连接符 16"/>
          <p:cNvCxnSpPr/>
          <p:nvPr/>
        </p:nvCxnSpPr>
        <p:spPr bwMode="auto">
          <a:xfrm flipV="1">
            <a:off x="899594" y="5774669"/>
            <a:ext cx="2653341" cy="24742"/>
          </a:xfrm>
          <a:prstGeom prst="line">
            <a:avLst/>
          </a:prstGeom>
          <a:solidFill>
            <a:schemeClr val="accent1"/>
          </a:solidFill>
          <a:ln w="19050" cap="flat" cmpd="sng" algn="ctr">
            <a:solidFill>
              <a:srgbClr val="FF0000"/>
            </a:solidFill>
            <a:prstDash val="solid"/>
            <a:round/>
            <a:headEnd type="none" w="med" len="med"/>
            <a:tailEnd type="none" w="med" len="med"/>
          </a:ln>
          <a:effectLst/>
        </p:spPr>
      </p:cxnSp>
    </p:spTree>
    <p:extLst>
      <p:ext uri="{BB962C8B-B14F-4D97-AF65-F5344CB8AC3E}">
        <p14:creationId xmlns:p14="http://schemas.microsoft.com/office/powerpoint/2010/main" val="1513627096"/>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标题 1">
            <a:extLst>
              <a:ext uri="{FF2B5EF4-FFF2-40B4-BE49-F238E27FC236}">
                <a16:creationId xmlns:a16="http://schemas.microsoft.com/office/drawing/2014/main" id="{46EADA65-7F42-4BEF-85FB-BB708F738206}"/>
              </a:ext>
            </a:extLst>
          </p:cNvPr>
          <p:cNvSpPr>
            <a:spLocks noGrp="1" noChangeArrowheads="1"/>
          </p:cNvSpPr>
          <p:nvPr>
            <p:ph type="title"/>
          </p:nvPr>
        </p:nvSpPr>
        <p:spPr/>
        <p:txBody>
          <a:bodyPr/>
          <a:lstStyle/>
          <a:p>
            <a:r>
              <a:rPr lang="zh-CN" altLang="en-US"/>
              <a:t>中间表示：</a:t>
            </a:r>
            <a:r>
              <a:rPr lang="en-US" altLang="zh-CN"/>
              <a:t>Jimple</a:t>
            </a:r>
            <a:endParaRPr lang="zh-CN" altLang="en-US"/>
          </a:p>
        </p:txBody>
      </p:sp>
      <p:sp>
        <p:nvSpPr>
          <p:cNvPr id="80899" name="内容占位符 2">
            <a:extLst>
              <a:ext uri="{FF2B5EF4-FFF2-40B4-BE49-F238E27FC236}">
                <a16:creationId xmlns:a16="http://schemas.microsoft.com/office/drawing/2014/main" id="{55CE4441-040C-4182-9EB2-B431A5F82FD6}"/>
              </a:ext>
            </a:extLst>
          </p:cNvPr>
          <p:cNvSpPr>
            <a:spLocks noGrp="1" noChangeArrowheads="1"/>
          </p:cNvSpPr>
          <p:nvPr>
            <p:ph idx="1"/>
          </p:nvPr>
        </p:nvSpPr>
        <p:spPr/>
        <p:txBody>
          <a:bodyPr/>
          <a:lstStyle/>
          <a:p>
            <a:r>
              <a:rPr lang="en-US" altLang="zh-CN" dirty="0" err="1"/>
              <a:t>Jimple</a:t>
            </a:r>
            <a:r>
              <a:rPr lang="zh-CN" altLang="en-US" dirty="0"/>
              <a:t>是一种有类型的、基于三地址语句的中间表示</a:t>
            </a:r>
            <a:endParaRPr lang="en-US" altLang="zh-CN" dirty="0"/>
          </a:p>
          <a:p>
            <a:pPr lvl="1"/>
            <a:r>
              <a:rPr lang="zh-CN" altLang="en-US" dirty="0"/>
              <a:t>相应接口在包</a:t>
            </a:r>
            <a:r>
              <a:rPr lang="en-US" altLang="zh-CN" dirty="0" err="1"/>
              <a:t>soot.jimple</a:t>
            </a:r>
            <a:r>
              <a:rPr lang="zh-CN" altLang="en-US" dirty="0"/>
              <a:t>、</a:t>
            </a:r>
            <a:r>
              <a:rPr lang="en-US" altLang="zh-CN" dirty="0" err="1"/>
              <a:t>soot.jimple.internal</a:t>
            </a:r>
            <a:r>
              <a:rPr lang="zh-CN" altLang="en-US" dirty="0"/>
              <a:t>中</a:t>
            </a:r>
            <a:endParaRPr lang="en-US" altLang="zh-CN" dirty="0"/>
          </a:p>
          <a:p>
            <a:r>
              <a:rPr lang="en-US" altLang="zh-CN" dirty="0" err="1"/>
              <a:t>Jimple</a:t>
            </a:r>
            <a:r>
              <a:rPr lang="zh-CN" altLang="en-US" dirty="0"/>
              <a:t>可以转换为</a:t>
            </a:r>
            <a:r>
              <a:rPr lang="en-US" altLang="zh-CN" dirty="0"/>
              <a:t>Java</a:t>
            </a:r>
            <a:r>
              <a:rPr lang="zh-CN" altLang="en-US" dirty="0"/>
              <a:t>字节码执行。</a:t>
            </a:r>
            <a:endParaRPr lang="en-US" altLang="zh-CN" dirty="0"/>
          </a:p>
          <a:p>
            <a:pPr lvl="1"/>
            <a:r>
              <a:rPr lang="en-US" altLang="zh-CN" dirty="0" err="1"/>
              <a:t>soot.jimple.JasminClass</a:t>
            </a:r>
            <a:endParaRPr lang="en-US" altLang="zh-CN" dirty="0"/>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970" name="图片 3">
            <a:extLst>
              <a:ext uri="{FF2B5EF4-FFF2-40B4-BE49-F238E27FC236}">
                <a16:creationId xmlns:a16="http://schemas.microsoft.com/office/drawing/2014/main" id="{53B2BF64-DD36-4171-9267-5AEB44C873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215" y="981077"/>
            <a:ext cx="6829425" cy="122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3971" name="图片 4">
            <a:extLst>
              <a:ext uri="{FF2B5EF4-FFF2-40B4-BE49-F238E27FC236}">
                <a16:creationId xmlns:a16="http://schemas.microsoft.com/office/drawing/2014/main" id="{381771CF-D2B7-48D7-B569-9B190C6B8D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090" y="2852738"/>
            <a:ext cx="8505825" cy="194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7AED1E17-E1BB-4E42-81E8-0AEF16908A35}"/>
              </a:ext>
            </a:extLst>
          </p:cNvPr>
          <p:cNvSpPr txBox="1"/>
          <p:nvPr/>
        </p:nvSpPr>
        <p:spPr>
          <a:xfrm>
            <a:off x="2339752" y="4941170"/>
            <a:ext cx="6192688" cy="461665"/>
          </a:xfrm>
          <a:prstGeom prst="rect">
            <a:avLst/>
          </a:prstGeom>
          <a:noFill/>
        </p:spPr>
        <p:txBody>
          <a:bodyPr wrap="square" rtlCol="0">
            <a:spAutoFit/>
          </a:bodyPr>
          <a:lstStyle/>
          <a:p>
            <a:r>
              <a:rPr lang="en-US" altLang="zh-CN" dirty="0" err="1">
                <a:solidFill>
                  <a:srgbClr val="FF0000"/>
                </a:solidFill>
              </a:rPr>
              <a:t>lvalues</a:t>
            </a:r>
            <a:r>
              <a:rPr lang="en-US" altLang="zh-CN" dirty="0">
                <a:solidFill>
                  <a:srgbClr val="FF0000"/>
                </a:solidFill>
              </a:rPr>
              <a:t>, locations that can contain values. </a:t>
            </a:r>
            <a:endParaRPr lang="zh-CN" altLang="en-US" dirty="0">
              <a:solidFill>
                <a:srgbClr val="FF0000"/>
              </a:solidFill>
            </a:endParaRPr>
          </a:p>
        </p:txBody>
      </p:sp>
      <p:cxnSp>
        <p:nvCxnSpPr>
          <p:cNvPr id="4" name="直接连接符 3">
            <a:extLst>
              <a:ext uri="{FF2B5EF4-FFF2-40B4-BE49-F238E27FC236}">
                <a16:creationId xmlns:a16="http://schemas.microsoft.com/office/drawing/2014/main" id="{39E40F80-4F84-46A9-A902-93E72927D67F}"/>
              </a:ext>
            </a:extLst>
          </p:cNvPr>
          <p:cNvCxnSpPr/>
          <p:nvPr/>
        </p:nvCxnSpPr>
        <p:spPr bwMode="auto">
          <a:xfrm>
            <a:off x="2411760" y="4653136"/>
            <a:ext cx="0" cy="288032"/>
          </a:xfrm>
          <a:prstGeom prst="line">
            <a:avLst/>
          </a:prstGeom>
          <a:solidFill>
            <a:schemeClr val="accent1"/>
          </a:solidFill>
          <a:ln w="9525" cap="flat" cmpd="sng" algn="ctr">
            <a:solidFill>
              <a:srgbClr val="FF0000"/>
            </a:solidFill>
            <a:prstDash val="solid"/>
            <a:round/>
            <a:headEnd type="none" w="med" len="med"/>
            <a:tailEnd type="none" w="med" len="med"/>
          </a:ln>
          <a:effectLst/>
        </p:spPr>
      </p:cxnSp>
      <p:cxnSp>
        <p:nvCxnSpPr>
          <p:cNvPr id="6" name="直接连接符 5">
            <a:extLst>
              <a:ext uri="{FF2B5EF4-FFF2-40B4-BE49-F238E27FC236}">
                <a16:creationId xmlns:a16="http://schemas.microsoft.com/office/drawing/2014/main" id="{38ACA93E-1275-4CDB-B02D-5585A0F94BE8}"/>
              </a:ext>
            </a:extLst>
          </p:cNvPr>
          <p:cNvCxnSpPr/>
          <p:nvPr/>
        </p:nvCxnSpPr>
        <p:spPr bwMode="auto">
          <a:xfrm>
            <a:off x="2339752" y="4581128"/>
            <a:ext cx="864096"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994" name="内容占位符 3">
            <a:extLst>
              <a:ext uri="{FF2B5EF4-FFF2-40B4-BE49-F238E27FC236}">
                <a16:creationId xmlns:a16="http://schemas.microsoft.com/office/drawing/2014/main" id="{3761BB4B-CE6D-49DC-BA5D-D2177E3C935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23850" y="260352"/>
            <a:ext cx="7772400" cy="2106613"/>
          </a:xfrm>
        </p:spPr>
      </p:pic>
      <p:pic>
        <p:nvPicPr>
          <p:cNvPr id="84995" name="图片 5">
            <a:extLst>
              <a:ext uri="{FF2B5EF4-FFF2-40B4-BE49-F238E27FC236}">
                <a16:creationId xmlns:a16="http://schemas.microsoft.com/office/drawing/2014/main" id="{C022212E-E1CA-479C-9488-A1FE4951AE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290" y="4129088"/>
            <a:ext cx="2663825"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4996" name="图片 6">
            <a:extLst>
              <a:ext uri="{FF2B5EF4-FFF2-40B4-BE49-F238E27FC236}">
                <a16:creationId xmlns:a16="http://schemas.microsoft.com/office/drawing/2014/main" id="{622F94BD-3F6D-47D0-8BA5-95FA5D0A411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3888" y="4054477"/>
            <a:ext cx="2622550" cy="2106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997" name="文本框 8">
            <a:extLst>
              <a:ext uri="{FF2B5EF4-FFF2-40B4-BE49-F238E27FC236}">
                <a16:creationId xmlns:a16="http://schemas.microsoft.com/office/drawing/2014/main" id="{98AACB29-E18B-478F-925F-4DFA609160D9}"/>
              </a:ext>
            </a:extLst>
          </p:cNvPr>
          <p:cNvSpPr txBox="1">
            <a:spLocks noChangeArrowheads="1"/>
          </p:cNvSpPr>
          <p:nvPr/>
        </p:nvSpPr>
        <p:spPr bwMode="auto">
          <a:xfrm>
            <a:off x="323850" y="2679702"/>
            <a:ext cx="36718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400" dirty="0"/>
              <a:t>switch</a:t>
            </a:r>
            <a:r>
              <a:rPr lang="zh-CN" altLang="en-US" sz="2400" dirty="0"/>
              <a:t>语句的编译结果：</a:t>
            </a:r>
          </a:p>
        </p:txBody>
      </p:sp>
      <p:sp>
        <p:nvSpPr>
          <p:cNvPr id="84998" name="文本框 9">
            <a:extLst>
              <a:ext uri="{FF2B5EF4-FFF2-40B4-BE49-F238E27FC236}">
                <a16:creationId xmlns:a16="http://schemas.microsoft.com/office/drawing/2014/main" id="{B3ED3947-4C25-46BA-9019-F3E3B69EB778}"/>
              </a:ext>
            </a:extLst>
          </p:cNvPr>
          <p:cNvSpPr txBox="1">
            <a:spLocks noChangeArrowheads="1"/>
          </p:cNvSpPr>
          <p:nvPr/>
        </p:nvSpPr>
        <p:spPr bwMode="auto">
          <a:xfrm>
            <a:off x="395290" y="3429002"/>
            <a:ext cx="26638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400"/>
              <a:t>TableSwitchStmt</a:t>
            </a:r>
            <a:endParaRPr lang="zh-CN" altLang="en-US" sz="2400"/>
          </a:p>
        </p:txBody>
      </p:sp>
      <p:sp>
        <p:nvSpPr>
          <p:cNvPr id="84999" name="文本框 10">
            <a:extLst>
              <a:ext uri="{FF2B5EF4-FFF2-40B4-BE49-F238E27FC236}">
                <a16:creationId xmlns:a16="http://schemas.microsoft.com/office/drawing/2014/main" id="{3D72C44F-3E6E-4DF7-8502-65AE57A72747}"/>
              </a:ext>
            </a:extLst>
          </p:cNvPr>
          <p:cNvSpPr txBox="1">
            <a:spLocks noChangeArrowheads="1"/>
          </p:cNvSpPr>
          <p:nvPr/>
        </p:nvSpPr>
        <p:spPr bwMode="auto">
          <a:xfrm>
            <a:off x="3491880" y="3429002"/>
            <a:ext cx="26463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400" dirty="0" err="1"/>
              <a:t>LookupSwitchStmt</a:t>
            </a:r>
            <a:endParaRPr lang="zh-CN" altLang="en-US" sz="2400" dirty="0"/>
          </a:p>
        </p:txBody>
      </p:sp>
      <p:sp>
        <p:nvSpPr>
          <p:cNvPr id="2" name="文本框 1">
            <a:extLst>
              <a:ext uri="{FF2B5EF4-FFF2-40B4-BE49-F238E27FC236}">
                <a16:creationId xmlns:a16="http://schemas.microsoft.com/office/drawing/2014/main" id="{74EF4F7B-CDDD-4780-835B-8CEE963D0B59}"/>
              </a:ext>
            </a:extLst>
          </p:cNvPr>
          <p:cNvSpPr txBox="1"/>
          <p:nvPr/>
        </p:nvSpPr>
        <p:spPr>
          <a:xfrm>
            <a:off x="3419872" y="2276874"/>
            <a:ext cx="5256584" cy="646331"/>
          </a:xfrm>
          <a:prstGeom prst="rect">
            <a:avLst/>
          </a:prstGeom>
          <a:noFill/>
        </p:spPr>
        <p:txBody>
          <a:bodyPr wrap="square" rtlCol="0">
            <a:spAutoFit/>
          </a:bodyPr>
          <a:lstStyle/>
          <a:p>
            <a:r>
              <a:rPr lang="en-US" altLang="zh-CN" sz="1800" dirty="0" err="1">
                <a:solidFill>
                  <a:srgbClr val="FF0000"/>
                </a:solidFill>
                <a:latin typeface="+mn-lt"/>
                <a:ea typeface="Microsoft YaHei" panose="020B0503020204020204" pitchFamily="34" charset="-122"/>
              </a:rPr>
              <a:t>JsrStmt</a:t>
            </a:r>
            <a:r>
              <a:rPr lang="zh-CN" altLang="en-US" sz="1800" dirty="0">
                <a:solidFill>
                  <a:srgbClr val="FF0000"/>
                </a:solidFill>
                <a:latin typeface="宋体" panose="02010600030101010101" pitchFamily="2" charset="-122"/>
              </a:rPr>
              <a:t>代表一个</a:t>
            </a:r>
            <a:r>
              <a:rPr lang="en-US" altLang="zh-CN" sz="1800" i="1" dirty="0" err="1">
                <a:solidFill>
                  <a:srgbClr val="FF0000"/>
                </a:solidFill>
                <a:latin typeface="+mn-lt"/>
                <a:ea typeface="Microsoft YaHei" panose="020B0503020204020204" pitchFamily="34" charset="-122"/>
              </a:rPr>
              <a:t>jsr</a:t>
            </a:r>
            <a:r>
              <a:rPr lang="zh-CN" altLang="en-US" sz="1800" dirty="0">
                <a:solidFill>
                  <a:srgbClr val="FF0000"/>
                </a:solidFill>
                <a:latin typeface="宋体" panose="02010600030101010101" pitchFamily="2" charset="-122"/>
              </a:rPr>
              <a:t>指令，以跳转到一个实现</a:t>
            </a:r>
            <a:r>
              <a:rPr lang="en-US" altLang="zh-CN" sz="1800" dirty="0">
                <a:solidFill>
                  <a:srgbClr val="FF0000"/>
                </a:solidFill>
                <a:ea typeface="Microsoft YaHei" panose="020B0503020204020204" pitchFamily="34" charset="-122"/>
              </a:rPr>
              <a:t>exception handlers</a:t>
            </a:r>
            <a:r>
              <a:rPr lang="zh-CN" altLang="en-US" sz="1800" dirty="0">
                <a:solidFill>
                  <a:srgbClr val="FF0000"/>
                </a:solidFill>
                <a:latin typeface="宋体" panose="02010600030101010101" pitchFamily="2" charset="-122"/>
              </a:rPr>
              <a:t>中的</a:t>
            </a:r>
            <a:r>
              <a:rPr lang="en-US" altLang="zh-CN" sz="1800" dirty="0">
                <a:solidFill>
                  <a:srgbClr val="FF0000"/>
                </a:solidFill>
                <a:ea typeface="Microsoft YaHei" panose="020B0503020204020204" pitchFamily="34" charset="-122"/>
              </a:rPr>
              <a:t>finally clause</a:t>
            </a:r>
            <a:r>
              <a:rPr lang="zh-CN" altLang="en-US" sz="1800" dirty="0">
                <a:solidFill>
                  <a:srgbClr val="FF0000"/>
                </a:solidFill>
                <a:latin typeface="宋体" panose="02010600030101010101" pitchFamily="2" charset="-122"/>
              </a:rPr>
              <a:t>的子程序。</a:t>
            </a:r>
            <a:endParaRPr lang="zh-CN" altLang="en-US" sz="1800" dirty="0">
              <a:solidFill>
                <a:srgbClr val="FF0000"/>
              </a:solidFill>
              <a:latin typeface="+mn-lt"/>
            </a:endParaRPr>
          </a:p>
        </p:txBody>
      </p:sp>
      <p:cxnSp>
        <p:nvCxnSpPr>
          <p:cNvPr id="4" name="直接连接符 3">
            <a:extLst>
              <a:ext uri="{FF2B5EF4-FFF2-40B4-BE49-F238E27FC236}">
                <a16:creationId xmlns:a16="http://schemas.microsoft.com/office/drawing/2014/main" id="{984574B6-9204-427C-A026-F635D4BDF51D}"/>
              </a:ext>
            </a:extLst>
          </p:cNvPr>
          <p:cNvCxnSpPr/>
          <p:nvPr/>
        </p:nvCxnSpPr>
        <p:spPr bwMode="auto">
          <a:xfrm flipH="1">
            <a:off x="3995738" y="1052736"/>
            <a:ext cx="216222" cy="1224136"/>
          </a:xfrm>
          <a:prstGeom prst="line">
            <a:avLst/>
          </a:prstGeom>
          <a:solidFill>
            <a:schemeClr val="accent1"/>
          </a:solidFill>
          <a:ln w="9525" cap="flat" cmpd="sng" algn="ctr">
            <a:solidFill>
              <a:srgbClr val="FF0000"/>
            </a:solidFill>
            <a:prstDash val="solid"/>
            <a:round/>
            <a:headEnd type="none" w="med" len="med"/>
            <a:tailEnd type="none" w="med" len="med"/>
          </a:ln>
          <a:effectLst/>
        </p:spPr>
      </p:cxnSp>
      <p:sp>
        <p:nvSpPr>
          <p:cNvPr id="12" name="文本框 11">
            <a:extLst>
              <a:ext uri="{FF2B5EF4-FFF2-40B4-BE49-F238E27FC236}">
                <a16:creationId xmlns:a16="http://schemas.microsoft.com/office/drawing/2014/main" id="{7FE2FDC5-8B92-446B-89D5-A97A25BBCC2A}"/>
              </a:ext>
            </a:extLst>
          </p:cNvPr>
          <p:cNvSpPr txBox="1"/>
          <p:nvPr/>
        </p:nvSpPr>
        <p:spPr>
          <a:xfrm>
            <a:off x="6413946" y="3928990"/>
            <a:ext cx="2622550" cy="2031325"/>
          </a:xfrm>
          <a:prstGeom prst="rect">
            <a:avLst/>
          </a:prstGeom>
          <a:noFill/>
        </p:spPr>
        <p:txBody>
          <a:bodyPr wrap="square">
            <a:spAutoFit/>
          </a:bodyPr>
          <a:lstStyle/>
          <a:p>
            <a:pPr algn="just" fontAlgn="base" latinLnBrk="1"/>
            <a:r>
              <a:rPr lang="zh-CN" altLang="en-US" sz="1400" dirty="0">
                <a:solidFill>
                  <a:srgbClr val="FF0000"/>
                </a:solidFill>
                <a:latin typeface="+mn-ea"/>
                <a:ea typeface="+mn-ea"/>
              </a:rPr>
              <a:t>在执行</a:t>
            </a:r>
            <a:r>
              <a:rPr lang="en-US" altLang="zh-CN" sz="1400" dirty="0" err="1">
                <a:solidFill>
                  <a:srgbClr val="FF0000"/>
                </a:solidFill>
                <a:latin typeface="+mn-ea"/>
                <a:ea typeface="+mn-ea"/>
              </a:rPr>
              <a:t>tableswitch</a:t>
            </a:r>
            <a:r>
              <a:rPr lang="zh-CN" altLang="en-US" sz="1400" dirty="0">
                <a:solidFill>
                  <a:srgbClr val="FF0000"/>
                </a:solidFill>
                <a:latin typeface="+mn-ea"/>
                <a:ea typeface="+mn-ea"/>
              </a:rPr>
              <a:t>时，堆栈顶部的</a:t>
            </a:r>
            <a:r>
              <a:rPr lang="en-US" altLang="zh-CN" sz="1400" dirty="0">
                <a:solidFill>
                  <a:srgbClr val="FF0000"/>
                </a:solidFill>
                <a:latin typeface="+mn-ea"/>
                <a:ea typeface="+mn-ea"/>
              </a:rPr>
              <a:t>int</a:t>
            </a:r>
            <a:r>
              <a:rPr lang="zh-CN" altLang="en-US" sz="1400" dirty="0">
                <a:solidFill>
                  <a:srgbClr val="FF0000"/>
                </a:solidFill>
                <a:latin typeface="+mn-ea"/>
                <a:ea typeface="+mn-ea"/>
              </a:rPr>
              <a:t>值直接用作表中的索引，以获取跳转目标并立即执行跳转。</a:t>
            </a:r>
          </a:p>
          <a:p>
            <a:pPr algn="just" fontAlgn="base" latinLnBrk="1"/>
            <a:r>
              <a:rPr lang="zh-CN" altLang="en-US" sz="1400" dirty="0">
                <a:solidFill>
                  <a:srgbClr val="FF0000"/>
                </a:solidFill>
                <a:latin typeface="+mn-ea"/>
                <a:ea typeface="+mn-ea"/>
              </a:rPr>
              <a:t>执行</a:t>
            </a:r>
            <a:r>
              <a:rPr lang="en-US" altLang="zh-CN" sz="1400" dirty="0" err="1">
                <a:solidFill>
                  <a:srgbClr val="FF0000"/>
                </a:solidFill>
                <a:latin typeface="+mn-ea"/>
                <a:ea typeface="+mn-ea"/>
              </a:rPr>
              <a:t>lookupswitch</a:t>
            </a:r>
            <a:r>
              <a:rPr lang="zh-CN" altLang="en-US" sz="1400" dirty="0">
                <a:solidFill>
                  <a:srgbClr val="FF0000"/>
                </a:solidFill>
                <a:latin typeface="+mn-ea"/>
                <a:ea typeface="+mn-ea"/>
              </a:rPr>
              <a:t>时，将堆栈顶部的</a:t>
            </a:r>
            <a:r>
              <a:rPr lang="en-US" altLang="zh-CN" sz="1400" dirty="0">
                <a:solidFill>
                  <a:srgbClr val="FF0000"/>
                </a:solidFill>
                <a:latin typeface="+mn-ea"/>
                <a:ea typeface="+mn-ea"/>
              </a:rPr>
              <a:t>int</a:t>
            </a:r>
            <a:r>
              <a:rPr lang="zh-CN" altLang="en-US" sz="1400" dirty="0">
                <a:solidFill>
                  <a:srgbClr val="FF0000"/>
                </a:solidFill>
                <a:latin typeface="+mn-ea"/>
                <a:ea typeface="+mn-ea"/>
              </a:rPr>
              <a:t>值与表中的键进行比较，直到找到匹配项，然后使用该键旁边的跳转目标执行跳转。</a:t>
            </a:r>
          </a:p>
        </p:txBody>
      </p:sp>
      <p:cxnSp>
        <p:nvCxnSpPr>
          <p:cNvPr id="7" name="直接连接符 6">
            <a:extLst>
              <a:ext uri="{FF2B5EF4-FFF2-40B4-BE49-F238E27FC236}">
                <a16:creationId xmlns:a16="http://schemas.microsoft.com/office/drawing/2014/main" id="{3480AC09-4EAE-4C2E-A13D-D67A383F3F1B}"/>
              </a:ext>
            </a:extLst>
          </p:cNvPr>
          <p:cNvCxnSpPr>
            <a:cxnSpLocks/>
          </p:cNvCxnSpPr>
          <p:nvPr/>
        </p:nvCxnSpPr>
        <p:spPr bwMode="auto">
          <a:xfrm flipH="1">
            <a:off x="467544" y="1340770"/>
            <a:ext cx="3816424" cy="2106613"/>
          </a:xfrm>
          <a:prstGeom prst="line">
            <a:avLst/>
          </a:prstGeom>
          <a:solidFill>
            <a:schemeClr val="accent1"/>
          </a:solidFill>
          <a:ln w="9525" cap="flat" cmpd="sng" algn="ctr">
            <a:solidFill>
              <a:srgbClr val="FF0000"/>
            </a:solidFill>
            <a:prstDash val="solid"/>
            <a:round/>
            <a:headEnd type="none" w="med" len="med"/>
            <a:tailEnd type="none" w="med" len="med"/>
          </a:ln>
          <a:effectLst/>
        </p:spPr>
      </p:cxnSp>
      <p:cxnSp>
        <p:nvCxnSpPr>
          <p:cNvPr id="9" name="直接连接符 8">
            <a:extLst>
              <a:ext uri="{FF2B5EF4-FFF2-40B4-BE49-F238E27FC236}">
                <a16:creationId xmlns:a16="http://schemas.microsoft.com/office/drawing/2014/main" id="{537E6130-0C13-445C-A944-A39E6556CA36}"/>
              </a:ext>
            </a:extLst>
          </p:cNvPr>
          <p:cNvCxnSpPr/>
          <p:nvPr/>
        </p:nvCxnSpPr>
        <p:spPr bwMode="auto">
          <a:xfrm flipH="1">
            <a:off x="4211960" y="1340768"/>
            <a:ext cx="1800200" cy="0"/>
          </a:xfrm>
          <a:prstGeom prst="line">
            <a:avLst/>
          </a:prstGeom>
          <a:solidFill>
            <a:schemeClr val="accent1"/>
          </a:solidFill>
          <a:ln w="9525" cap="flat" cmpd="sng" algn="ctr">
            <a:solidFill>
              <a:srgbClr val="FF0000"/>
            </a:solidFill>
            <a:prstDash val="solid"/>
            <a:round/>
            <a:headEnd type="none" w="med" len="med"/>
            <a:tailEnd type="none" w="med" len="med"/>
          </a:ln>
          <a:effectLst/>
        </p:spPr>
      </p:cxnSp>
      <p:cxnSp>
        <p:nvCxnSpPr>
          <p:cNvPr id="17" name="直接连接符 16">
            <a:extLst>
              <a:ext uri="{FF2B5EF4-FFF2-40B4-BE49-F238E27FC236}">
                <a16:creationId xmlns:a16="http://schemas.microsoft.com/office/drawing/2014/main" id="{6645D81B-6D2D-4C98-A1EC-78A54708390A}"/>
              </a:ext>
            </a:extLst>
          </p:cNvPr>
          <p:cNvCxnSpPr/>
          <p:nvPr/>
        </p:nvCxnSpPr>
        <p:spPr bwMode="auto">
          <a:xfrm flipH="1">
            <a:off x="6186438" y="764704"/>
            <a:ext cx="1800200" cy="0"/>
          </a:xfrm>
          <a:prstGeom prst="line">
            <a:avLst/>
          </a:prstGeom>
          <a:solidFill>
            <a:schemeClr val="accent1"/>
          </a:solidFill>
          <a:ln w="9525" cap="flat" cmpd="sng" algn="ctr">
            <a:solidFill>
              <a:srgbClr val="FF0000"/>
            </a:solidFill>
            <a:prstDash val="solid"/>
            <a:round/>
            <a:headEnd type="none" w="med" len="med"/>
            <a:tailEnd type="none" w="med" len="med"/>
          </a:ln>
          <a:effectLst/>
        </p:spPr>
      </p:cxnSp>
      <p:cxnSp>
        <p:nvCxnSpPr>
          <p:cNvPr id="15" name="直接连接符 14">
            <a:extLst>
              <a:ext uri="{FF2B5EF4-FFF2-40B4-BE49-F238E27FC236}">
                <a16:creationId xmlns:a16="http://schemas.microsoft.com/office/drawing/2014/main" id="{675BBB10-2ED8-42CF-A669-559566A9263A}"/>
              </a:ext>
            </a:extLst>
          </p:cNvPr>
          <p:cNvCxnSpPr>
            <a:cxnSpLocks/>
          </p:cNvCxnSpPr>
          <p:nvPr/>
        </p:nvCxnSpPr>
        <p:spPr bwMode="auto">
          <a:xfrm>
            <a:off x="4211960" y="1556792"/>
            <a:ext cx="1152128" cy="0"/>
          </a:xfrm>
          <a:prstGeom prst="line">
            <a:avLst/>
          </a:prstGeom>
          <a:solidFill>
            <a:schemeClr val="accent1"/>
          </a:solidFill>
          <a:ln w="9525" cap="flat" cmpd="sng" algn="ctr">
            <a:solidFill>
              <a:srgbClr val="FF0000"/>
            </a:solidFill>
            <a:prstDash val="solid"/>
            <a:round/>
            <a:headEnd type="none" w="med" len="med"/>
            <a:tailEnd type="none" w="med" len="med"/>
          </a:ln>
          <a:effectLst/>
        </p:spPr>
      </p:cxnSp>
      <p:sp>
        <p:nvSpPr>
          <p:cNvPr id="16" name="文本框 15">
            <a:extLst>
              <a:ext uri="{FF2B5EF4-FFF2-40B4-BE49-F238E27FC236}">
                <a16:creationId xmlns:a16="http://schemas.microsoft.com/office/drawing/2014/main" id="{5F1B8FDC-47AE-449C-B9E8-33305A3BDD06}"/>
              </a:ext>
            </a:extLst>
          </p:cNvPr>
          <p:cNvSpPr txBox="1"/>
          <p:nvPr/>
        </p:nvSpPr>
        <p:spPr>
          <a:xfrm>
            <a:off x="5364286" y="1268760"/>
            <a:ext cx="1583978" cy="369332"/>
          </a:xfrm>
          <a:prstGeom prst="rect">
            <a:avLst/>
          </a:prstGeom>
          <a:noFill/>
        </p:spPr>
        <p:txBody>
          <a:bodyPr wrap="square" rtlCol="0">
            <a:spAutoFit/>
          </a:bodyPr>
          <a:lstStyle/>
          <a:p>
            <a:r>
              <a:rPr lang="zh-CN" altLang="en-US" sz="1800" dirty="0">
                <a:solidFill>
                  <a:srgbClr val="FF0000"/>
                </a:solidFill>
              </a:rPr>
              <a:t>什么都不做</a:t>
            </a:r>
          </a:p>
        </p:txBody>
      </p:sp>
      <p:sp>
        <p:nvSpPr>
          <p:cNvPr id="18" name="文本框 17">
            <a:extLst>
              <a:ext uri="{FF2B5EF4-FFF2-40B4-BE49-F238E27FC236}">
                <a16:creationId xmlns:a16="http://schemas.microsoft.com/office/drawing/2014/main" id="{2AE2C88C-7A62-4DE7-959F-1E6BAA99EEB4}"/>
              </a:ext>
            </a:extLst>
          </p:cNvPr>
          <p:cNvSpPr txBox="1"/>
          <p:nvPr/>
        </p:nvSpPr>
        <p:spPr>
          <a:xfrm>
            <a:off x="5868144" y="1617402"/>
            <a:ext cx="1872010" cy="369332"/>
          </a:xfrm>
          <a:prstGeom prst="rect">
            <a:avLst/>
          </a:prstGeom>
          <a:noFill/>
        </p:spPr>
        <p:txBody>
          <a:bodyPr wrap="square" rtlCol="0">
            <a:spAutoFit/>
          </a:bodyPr>
          <a:lstStyle/>
          <a:p>
            <a:r>
              <a:rPr lang="en-US" altLang="zh-CN" sz="1800" dirty="0">
                <a:solidFill>
                  <a:srgbClr val="FF0000"/>
                </a:solidFill>
              </a:rPr>
              <a:t>return foo(x, y);</a:t>
            </a:r>
            <a:endParaRPr lang="zh-CN" altLang="en-US" sz="1800" dirty="0">
              <a:solidFill>
                <a:srgbClr val="FF0000"/>
              </a:solidFill>
            </a:endParaRPr>
          </a:p>
        </p:txBody>
      </p:sp>
      <p:cxnSp>
        <p:nvCxnSpPr>
          <p:cNvPr id="19" name="直接连接符 18">
            <a:extLst>
              <a:ext uri="{FF2B5EF4-FFF2-40B4-BE49-F238E27FC236}">
                <a16:creationId xmlns:a16="http://schemas.microsoft.com/office/drawing/2014/main" id="{96256319-9D31-4C57-B29D-D8839D835BBE}"/>
              </a:ext>
            </a:extLst>
          </p:cNvPr>
          <p:cNvCxnSpPr>
            <a:cxnSpLocks/>
            <a:endCxn id="18" idx="1"/>
          </p:cNvCxnSpPr>
          <p:nvPr/>
        </p:nvCxnSpPr>
        <p:spPr bwMode="auto">
          <a:xfrm>
            <a:off x="4211960" y="1772816"/>
            <a:ext cx="1656184" cy="29252"/>
          </a:xfrm>
          <a:prstGeom prst="line">
            <a:avLst/>
          </a:prstGeom>
          <a:solidFill>
            <a:schemeClr val="accent1"/>
          </a:solidFill>
          <a:ln w="9525" cap="flat" cmpd="sng" algn="ctr">
            <a:solidFill>
              <a:srgbClr val="FF0000"/>
            </a:solidFill>
            <a:prstDash val="solid"/>
            <a:round/>
            <a:headEnd type="none" w="med" len="med"/>
            <a:tailEnd type="none" w="med" len="med"/>
          </a:ln>
          <a:effectLst/>
        </p:spPr>
      </p:cxn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018" name="图片 3">
            <a:extLst>
              <a:ext uri="{FF2B5EF4-FFF2-40B4-BE49-F238E27FC236}">
                <a16:creationId xmlns:a16="http://schemas.microsoft.com/office/drawing/2014/main" id="{8CE11540-FCCE-44A9-AEFE-233CBAC1D1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740" y="115888"/>
            <a:ext cx="8772525"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019" name="文本框 4">
            <a:extLst>
              <a:ext uri="{FF2B5EF4-FFF2-40B4-BE49-F238E27FC236}">
                <a16:creationId xmlns:a16="http://schemas.microsoft.com/office/drawing/2014/main" id="{EB43529C-32F5-454E-AFF0-CAEB6DD98B86}"/>
              </a:ext>
            </a:extLst>
          </p:cNvPr>
          <p:cNvSpPr txBox="1">
            <a:spLocks noChangeArrowheads="1"/>
          </p:cNvSpPr>
          <p:nvPr/>
        </p:nvSpPr>
        <p:spPr bwMode="auto">
          <a:xfrm>
            <a:off x="6875465" y="3789365"/>
            <a:ext cx="2035175" cy="116998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1400" dirty="0" err="1">
                <a:solidFill>
                  <a:srgbClr val="FF0000"/>
                </a:solidFill>
              </a:rPr>
              <a:t>SpecialCallExpr</a:t>
            </a:r>
            <a:r>
              <a:rPr lang="zh-CN" altLang="en-US" sz="1400" dirty="0">
                <a:solidFill>
                  <a:srgbClr val="FF0000"/>
                </a:solidFill>
              </a:rPr>
              <a:t>：用于调用一些需要特殊处理的实例方法，包括实例初始化方法、私有方法和父类方法。</a:t>
            </a:r>
          </a:p>
        </p:txBody>
      </p:sp>
      <p:pic>
        <p:nvPicPr>
          <p:cNvPr id="86020" name="图片 6">
            <a:extLst>
              <a:ext uri="{FF2B5EF4-FFF2-40B4-BE49-F238E27FC236}">
                <a16:creationId xmlns:a16="http://schemas.microsoft.com/office/drawing/2014/main" id="{97100AC5-772D-43EF-81F8-468817020D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625" y="5657850"/>
            <a:ext cx="8358188"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021" name="文本框 7">
            <a:extLst>
              <a:ext uri="{FF2B5EF4-FFF2-40B4-BE49-F238E27FC236}">
                <a16:creationId xmlns:a16="http://schemas.microsoft.com/office/drawing/2014/main" id="{FF817CAB-6838-4ACF-8891-0CFE1817FA9B}"/>
              </a:ext>
            </a:extLst>
          </p:cNvPr>
          <p:cNvSpPr txBox="1">
            <a:spLocks noChangeArrowheads="1"/>
          </p:cNvSpPr>
          <p:nvPr/>
        </p:nvSpPr>
        <p:spPr bwMode="auto">
          <a:xfrm>
            <a:off x="7308850" y="2205040"/>
            <a:ext cx="1601788" cy="3079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dirty="0">
                <a:solidFill>
                  <a:srgbClr val="FF0000"/>
                </a:solidFill>
              </a:rPr>
              <a:t>无符号右移指令</a:t>
            </a:r>
          </a:p>
        </p:txBody>
      </p:sp>
      <p:cxnSp>
        <p:nvCxnSpPr>
          <p:cNvPr id="86022" name="直接连接符 9">
            <a:extLst>
              <a:ext uri="{FF2B5EF4-FFF2-40B4-BE49-F238E27FC236}">
                <a16:creationId xmlns:a16="http://schemas.microsoft.com/office/drawing/2014/main" id="{B6582E6B-E3AE-40A8-9943-44B72DE3E322}"/>
              </a:ext>
            </a:extLst>
          </p:cNvPr>
          <p:cNvCxnSpPr>
            <a:cxnSpLocks/>
            <a:endCxn id="86019" idx="0"/>
          </p:cNvCxnSpPr>
          <p:nvPr/>
        </p:nvCxnSpPr>
        <p:spPr bwMode="auto">
          <a:xfrm>
            <a:off x="6829427" y="2997202"/>
            <a:ext cx="1063625" cy="792163"/>
          </a:xfrm>
          <a:prstGeom prst="line">
            <a:avLst/>
          </a:prstGeom>
          <a:noFill/>
          <a:ln w="9525" algn="ctr">
            <a:solidFill>
              <a:srgbClr val="FF0000"/>
            </a:solidFill>
            <a:round/>
            <a:headEnd/>
            <a:tailEnd/>
          </a:ln>
          <a:extLst>
            <a:ext uri="{909E8E84-426E-40DD-AFC4-6F175D3DCCD1}">
              <a14:hiddenFill xmlns:a14="http://schemas.microsoft.com/office/drawing/2010/main">
                <a:noFill/>
              </a14:hiddenFill>
            </a:ext>
          </a:extLst>
        </p:spPr>
      </p:cxnSp>
      <p:cxnSp>
        <p:nvCxnSpPr>
          <p:cNvPr id="86023" name="直接连接符 11">
            <a:extLst>
              <a:ext uri="{FF2B5EF4-FFF2-40B4-BE49-F238E27FC236}">
                <a16:creationId xmlns:a16="http://schemas.microsoft.com/office/drawing/2014/main" id="{3609EEAC-4501-450F-B938-E129C4ECC068}"/>
              </a:ext>
            </a:extLst>
          </p:cNvPr>
          <p:cNvCxnSpPr>
            <a:cxnSpLocks/>
          </p:cNvCxnSpPr>
          <p:nvPr/>
        </p:nvCxnSpPr>
        <p:spPr bwMode="auto">
          <a:xfrm>
            <a:off x="8748713" y="368300"/>
            <a:ext cx="0" cy="1836738"/>
          </a:xfrm>
          <a:prstGeom prst="line">
            <a:avLst/>
          </a:prstGeom>
          <a:noFill/>
          <a:ln w="9525" algn="ctr">
            <a:solidFill>
              <a:srgbClr val="FF0000"/>
            </a:solidFill>
            <a:round/>
            <a:headEnd/>
            <a:tailEnd/>
          </a:ln>
          <a:extLst>
            <a:ext uri="{909E8E84-426E-40DD-AFC4-6F175D3DCCD1}">
              <a14:hiddenFill xmlns:a14="http://schemas.microsoft.com/office/drawing/2010/main">
                <a:noFill/>
              </a14:hiddenFill>
            </a:ext>
          </a:extLst>
        </p:spPr>
      </p:cxnSp>
      <p:cxnSp>
        <p:nvCxnSpPr>
          <p:cNvPr id="86024" name="直接连接符 13">
            <a:extLst>
              <a:ext uri="{FF2B5EF4-FFF2-40B4-BE49-F238E27FC236}">
                <a16:creationId xmlns:a16="http://schemas.microsoft.com/office/drawing/2014/main" id="{8EA216EE-2CB7-42B2-9D40-265A47089729}"/>
              </a:ext>
            </a:extLst>
          </p:cNvPr>
          <p:cNvCxnSpPr>
            <a:cxnSpLocks/>
          </p:cNvCxnSpPr>
          <p:nvPr/>
        </p:nvCxnSpPr>
        <p:spPr bwMode="auto">
          <a:xfrm flipH="1">
            <a:off x="3995740" y="1196977"/>
            <a:ext cx="600075" cy="4392613"/>
          </a:xfrm>
          <a:prstGeom prst="line">
            <a:avLst/>
          </a:prstGeom>
          <a:noFill/>
          <a:ln w="9525" algn="ctr">
            <a:solidFill>
              <a:srgbClr val="FF0000"/>
            </a:solidFill>
            <a:round/>
            <a:headEnd/>
            <a:tailEnd/>
          </a:ln>
          <a:extLst>
            <a:ext uri="{909E8E84-426E-40DD-AFC4-6F175D3DCCD1}">
              <a14:hiddenFill xmlns:a14="http://schemas.microsoft.com/office/drawing/2010/main">
                <a:noFill/>
              </a14:hiddenFill>
            </a:ext>
          </a:extLst>
        </p:spPr>
      </p:cxnSp>
      <p:sp>
        <p:nvSpPr>
          <p:cNvPr id="2" name="文本框 1">
            <a:extLst>
              <a:ext uri="{FF2B5EF4-FFF2-40B4-BE49-F238E27FC236}">
                <a16:creationId xmlns:a16="http://schemas.microsoft.com/office/drawing/2014/main" id="{26B14B25-5025-471C-BBDF-7EE30C5AF5C0}"/>
              </a:ext>
            </a:extLst>
          </p:cNvPr>
          <p:cNvSpPr txBox="1"/>
          <p:nvPr/>
        </p:nvSpPr>
        <p:spPr>
          <a:xfrm>
            <a:off x="4595815" y="3933058"/>
            <a:ext cx="1488355" cy="307777"/>
          </a:xfrm>
          <a:prstGeom prst="rect">
            <a:avLst/>
          </a:prstGeom>
          <a:noFill/>
          <a:ln>
            <a:solidFill>
              <a:schemeClr val="tx1"/>
            </a:solidFill>
          </a:ln>
        </p:spPr>
        <p:txBody>
          <a:bodyPr wrap="square" rtlCol="0">
            <a:spAutoFit/>
          </a:bodyPr>
          <a:lstStyle/>
          <a:p>
            <a:r>
              <a:rPr lang="zh-CN" altLang="en-US" sz="1400" dirty="0">
                <a:solidFill>
                  <a:srgbClr val="FF0000"/>
                </a:solidFill>
              </a:rPr>
              <a:t>字符串等的长度</a:t>
            </a:r>
          </a:p>
        </p:txBody>
      </p:sp>
      <p:cxnSp>
        <p:nvCxnSpPr>
          <p:cNvPr id="4" name="直接连接符 3">
            <a:extLst>
              <a:ext uri="{FF2B5EF4-FFF2-40B4-BE49-F238E27FC236}">
                <a16:creationId xmlns:a16="http://schemas.microsoft.com/office/drawing/2014/main" id="{BDAC6A41-6DA3-42F1-A026-D90E375E61A5}"/>
              </a:ext>
            </a:extLst>
          </p:cNvPr>
          <p:cNvCxnSpPr/>
          <p:nvPr/>
        </p:nvCxnSpPr>
        <p:spPr bwMode="auto">
          <a:xfrm>
            <a:off x="4595813" y="4221088"/>
            <a:ext cx="0" cy="216024"/>
          </a:xfrm>
          <a:prstGeom prst="line">
            <a:avLst/>
          </a:prstGeom>
          <a:solidFill>
            <a:schemeClr val="accent1"/>
          </a:solidFill>
          <a:ln w="9525" cap="flat" cmpd="sng" algn="ctr">
            <a:solidFill>
              <a:srgbClr val="FF0000"/>
            </a:solidFill>
            <a:prstDash val="solid"/>
            <a:round/>
            <a:headEnd type="none" w="med" len="med"/>
            <a:tailEnd type="none" w="med" len="med"/>
          </a:ln>
          <a:effectLst/>
        </p:spPr>
      </p:cxnSp>
      <p:sp>
        <p:nvSpPr>
          <p:cNvPr id="13" name="文本框 12">
            <a:extLst>
              <a:ext uri="{FF2B5EF4-FFF2-40B4-BE49-F238E27FC236}">
                <a16:creationId xmlns:a16="http://schemas.microsoft.com/office/drawing/2014/main" id="{3015148E-C8F4-4F7F-929D-1FB03B4EB74F}"/>
              </a:ext>
            </a:extLst>
          </p:cNvPr>
          <p:cNvSpPr txBox="1"/>
          <p:nvPr/>
        </p:nvSpPr>
        <p:spPr>
          <a:xfrm>
            <a:off x="4613309" y="5097662"/>
            <a:ext cx="1830898" cy="307777"/>
          </a:xfrm>
          <a:prstGeom prst="rect">
            <a:avLst/>
          </a:prstGeom>
          <a:noFill/>
          <a:ln>
            <a:solidFill>
              <a:schemeClr val="tx1"/>
            </a:solidFill>
          </a:ln>
        </p:spPr>
        <p:txBody>
          <a:bodyPr wrap="square" rtlCol="0">
            <a:spAutoFit/>
          </a:bodyPr>
          <a:lstStyle/>
          <a:p>
            <a:r>
              <a:rPr lang="zh-CN" altLang="en-US" sz="1400" dirty="0">
                <a:solidFill>
                  <a:srgbClr val="FF0000"/>
                </a:solidFill>
              </a:rPr>
              <a:t>以负号开头的表达式</a:t>
            </a:r>
          </a:p>
        </p:txBody>
      </p:sp>
      <p:cxnSp>
        <p:nvCxnSpPr>
          <p:cNvPr id="14" name="直接连接符 13">
            <a:extLst>
              <a:ext uri="{FF2B5EF4-FFF2-40B4-BE49-F238E27FC236}">
                <a16:creationId xmlns:a16="http://schemas.microsoft.com/office/drawing/2014/main" id="{FE8C00F4-768D-4146-942A-CF769A39E99F}"/>
              </a:ext>
            </a:extLst>
          </p:cNvPr>
          <p:cNvCxnSpPr/>
          <p:nvPr/>
        </p:nvCxnSpPr>
        <p:spPr bwMode="auto">
          <a:xfrm>
            <a:off x="4617871" y="4881636"/>
            <a:ext cx="0" cy="216024"/>
          </a:xfrm>
          <a:prstGeom prst="line">
            <a:avLst/>
          </a:prstGeom>
          <a:solidFill>
            <a:schemeClr val="accent1"/>
          </a:solidFill>
          <a:ln w="9525" cap="flat" cmpd="sng" algn="ctr">
            <a:solidFill>
              <a:srgbClr val="FF0000"/>
            </a:solidFill>
            <a:prstDash val="solid"/>
            <a:round/>
            <a:headEnd type="none" w="med" len="med"/>
            <a:tailEnd type="none" w="med" len="med"/>
          </a:ln>
          <a:effectLst/>
        </p:spPr>
      </p:cxnSp>
      <p:cxnSp>
        <p:nvCxnSpPr>
          <p:cNvPr id="7" name="直接连接符 6">
            <a:extLst>
              <a:ext uri="{FF2B5EF4-FFF2-40B4-BE49-F238E27FC236}">
                <a16:creationId xmlns:a16="http://schemas.microsoft.com/office/drawing/2014/main" id="{1108D855-28B2-4766-A0FF-3A0725A24EC9}"/>
              </a:ext>
            </a:extLst>
          </p:cNvPr>
          <p:cNvCxnSpPr/>
          <p:nvPr/>
        </p:nvCxnSpPr>
        <p:spPr bwMode="auto">
          <a:xfrm>
            <a:off x="4572000" y="4653136"/>
            <a:ext cx="1152128" cy="0"/>
          </a:xfrm>
          <a:prstGeom prst="line">
            <a:avLst/>
          </a:prstGeom>
          <a:solidFill>
            <a:schemeClr val="accent1"/>
          </a:solidFill>
          <a:ln w="9525" cap="flat" cmpd="sng" algn="ctr">
            <a:solidFill>
              <a:srgbClr val="FF0000"/>
            </a:solidFill>
            <a:prstDash val="solid"/>
            <a:round/>
            <a:headEnd type="none" w="med" len="med"/>
            <a:tailEnd type="none" w="med" len="med"/>
          </a:ln>
          <a:effectLst/>
        </p:spPr>
      </p:cxnSp>
      <p:cxnSp>
        <p:nvCxnSpPr>
          <p:cNvPr id="17" name="直接连接符 16">
            <a:extLst>
              <a:ext uri="{FF2B5EF4-FFF2-40B4-BE49-F238E27FC236}">
                <a16:creationId xmlns:a16="http://schemas.microsoft.com/office/drawing/2014/main" id="{1B72D786-0B96-4D7A-9E9A-213958CC0608}"/>
              </a:ext>
            </a:extLst>
          </p:cNvPr>
          <p:cNvCxnSpPr>
            <a:cxnSpLocks/>
          </p:cNvCxnSpPr>
          <p:nvPr/>
        </p:nvCxnSpPr>
        <p:spPr bwMode="auto">
          <a:xfrm>
            <a:off x="4499992" y="4856894"/>
            <a:ext cx="1008112" cy="0"/>
          </a:xfrm>
          <a:prstGeom prst="line">
            <a:avLst/>
          </a:prstGeom>
          <a:solidFill>
            <a:schemeClr val="accent1"/>
          </a:solidFill>
          <a:ln w="9525" cap="flat" cmpd="sng" algn="ctr">
            <a:solidFill>
              <a:srgbClr val="FF0000"/>
            </a:solidFill>
            <a:prstDash val="solid"/>
            <a:round/>
            <a:headEnd type="none" w="med" len="med"/>
            <a:tailEnd type="none" w="med" len="med"/>
          </a:ln>
          <a:effectLst/>
        </p:spPr>
      </p:cxn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内容占位符 4">
            <a:extLst>
              <a:ext uri="{FF2B5EF4-FFF2-40B4-BE49-F238E27FC236}">
                <a16:creationId xmlns:a16="http://schemas.microsoft.com/office/drawing/2014/main" id="{D283A133-2DDE-47C6-BE4E-21695D599DAD}"/>
              </a:ext>
            </a:extLst>
          </p:cNvPr>
          <p:cNvSpPr>
            <a:spLocks noGrp="1" noChangeArrowheads="1"/>
          </p:cNvSpPr>
          <p:nvPr>
            <p:ph sz="half" idx="1"/>
          </p:nvPr>
        </p:nvSpPr>
        <p:spPr>
          <a:xfrm>
            <a:off x="107950" y="476250"/>
            <a:ext cx="3810000" cy="5619750"/>
          </a:xfrm>
        </p:spPr>
        <p:txBody>
          <a:bodyPr/>
          <a:lstStyle/>
          <a:p>
            <a:pPr marL="0" indent="0">
              <a:buNone/>
            </a:pPr>
            <a:endParaRPr lang="en-US" altLang="zh-CN" sz="1600" dirty="0"/>
          </a:p>
          <a:p>
            <a:pPr marL="0" indent="0" algn="ctr">
              <a:buNone/>
            </a:pPr>
            <a:r>
              <a:rPr lang="en-US" altLang="zh-CN" sz="1600" dirty="0"/>
              <a:t>Java Code</a:t>
            </a:r>
          </a:p>
          <a:p>
            <a:pPr marL="0" indent="0">
              <a:buNone/>
            </a:pPr>
            <a:r>
              <a:rPr lang="en-US" altLang="zh-CN" sz="1600" dirty="0"/>
              <a:t>public static void main(String[] </a:t>
            </a:r>
            <a:r>
              <a:rPr lang="en-US" altLang="zh-CN" sz="1600" dirty="0" err="1"/>
              <a:t>argv</a:t>
            </a:r>
            <a:r>
              <a:rPr lang="en-US" altLang="zh-CN" sz="1600" dirty="0"/>
              <a:t>) throws Exception</a:t>
            </a:r>
          </a:p>
          <a:p>
            <a:pPr marL="0" indent="0">
              <a:buNone/>
            </a:pPr>
            <a:r>
              <a:rPr lang="en-US" altLang="zh-CN" sz="1600" dirty="0"/>
              <a:t>{</a:t>
            </a:r>
          </a:p>
          <a:p>
            <a:pPr marL="0" indent="0">
              <a:buNone/>
            </a:pPr>
            <a:r>
              <a:rPr lang="en-US" altLang="zh-CN" sz="1600" dirty="0"/>
              <a:t>    int x = 2, y = 6;</a:t>
            </a:r>
          </a:p>
          <a:p>
            <a:pPr marL="0" indent="0">
              <a:buNone/>
            </a:pPr>
            <a:endParaRPr lang="en-US" altLang="zh-CN" sz="1600" dirty="0"/>
          </a:p>
          <a:p>
            <a:pPr marL="0" indent="0">
              <a:buNone/>
            </a:pPr>
            <a:r>
              <a:rPr lang="en-US" altLang="zh-CN" sz="1600" dirty="0"/>
              <a:t>    </a:t>
            </a:r>
            <a:r>
              <a:rPr lang="en-US" altLang="zh-CN" sz="1600" dirty="0" err="1"/>
              <a:t>System.out.println</a:t>
            </a:r>
            <a:r>
              <a:rPr lang="en-US" altLang="zh-CN" sz="1600" dirty="0"/>
              <a:t>("Hi!");</a:t>
            </a:r>
          </a:p>
          <a:p>
            <a:pPr marL="0" indent="0">
              <a:buNone/>
            </a:pPr>
            <a:r>
              <a:rPr lang="en-US" altLang="zh-CN" sz="1600" dirty="0"/>
              <a:t>    </a:t>
            </a:r>
            <a:r>
              <a:rPr lang="en-US" altLang="zh-CN" sz="1600" dirty="0" err="1"/>
              <a:t>System.out.println</a:t>
            </a:r>
            <a:r>
              <a:rPr lang="en-US" altLang="zh-CN" sz="1600" dirty="0"/>
              <a:t>(x * y + y);</a:t>
            </a:r>
          </a:p>
          <a:p>
            <a:pPr marL="0" indent="0">
              <a:buNone/>
            </a:pPr>
            <a:r>
              <a:rPr lang="en-US" altLang="zh-CN" sz="1600" dirty="0"/>
              <a:t>    try</a:t>
            </a:r>
          </a:p>
          <a:p>
            <a:pPr marL="0" indent="0">
              <a:buNone/>
            </a:pPr>
            <a:r>
              <a:rPr lang="en-US" altLang="zh-CN" sz="1600" dirty="0"/>
              <a:t>    {</a:t>
            </a:r>
          </a:p>
          <a:p>
            <a:pPr marL="0" indent="0">
              <a:buNone/>
            </a:pPr>
            <a:r>
              <a:rPr lang="en-US" altLang="zh-CN" sz="1600" dirty="0"/>
              <a:t>        int z = y * x;</a:t>
            </a:r>
          </a:p>
          <a:p>
            <a:pPr marL="0" indent="0">
              <a:buNone/>
            </a:pPr>
            <a:r>
              <a:rPr lang="en-US" altLang="zh-CN" sz="1600" dirty="0"/>
              <a:t>    }</a:t>
            </a:r>
          </a:p>
          <a:p>
            <a:pPr marL="0" indent="0">
              <a:buNone/>
            </a:pPr>
            <a:r>
              <a:rPr lang="en-US" altLang="zh-CN" sz="1600" dirty="0"/>
              <a:t>    catch (Exception e)</a:t>
            </a:r>
          </a:p>
          <a:p>
            <a:pPr marL="0" indent="0">
              <a:buNone/>
            </a:pPr>
            <a:r>
              <a:rPr lang="en-US" altLang="zh-CN" sz="1600" dirty="0"/>
              <a:t>    {</a:t>
            </a:r>
          </a:p>
          <a:p>
            <a:pPr marL="0" indent="0">
              <a:buNone/>
            </a:pPr>
            <a:r>
              <a:rPr lang="en-US" altLang="zh-CN" sz="1600" dirty="0"/>
              <a:t>        throw e;</a:t>
            </a:r>
          </a:p>
          <a:p>
            <a:pPr marL="0" indent="0">
              <a:buNone/>
            </a:pPr>
            <a:r>
              <a:rPr lang="en-US" altLang="zh-CN" sz="1600" dirty="0"/>
              <a:t>    }</a:t>
            </a:r>
          </a:p>
          <a:p>
            <a:pPr marL="0" indent="0">
              <a:buNone/>
            </a:pPr>
            <a:r>
              <a:rPr lang="en-US" altLang="zh-CN" sz="1600" dirty="0"/>
              <a:t>}</a:t>
            </a:r>
            <a:endParaRPr lang="zh-CN" altLang="en-US" sz="1600" dirty="0"/>
          </a:p>
        </p:txBody>
      </p:sp>
      <p:sp>
        <p:nvSpPr>
          <p:cNvPr id="88067" name="内容占位符 5">
            <a:extLst>
              <a:ext uri="{FF2B5EF4-FFF2-40B4-BE49-F238E27FC236}">
                <a16:creationId xmlns:a16="http://schemas.microsoft.com/office/drawing/2014/main" id="{50EC7EF0-8A4F-4734-8203-5AF8F6ED93F2}"/>
              </a:ext>
            </a:extLst>
          </p:cNvPr>
          <p:cNvSpPr>
            <a:spLocks noGrp="1" noChangeArrowheads="1"/>
          </p:cNvSpPr>
          <p:nvPr>
            <p:ph sz="half" idx="2"/>
          </p:nvPr>
        </p:nvSpPr>
        <p:spPr>
          <a:xfrm>
            <a:off x="4140200" y="404815"/>
            <a:ext cx="3810000" cy="5691187"/>
          </a:xfrm>
        </p:spPr>
        <p:txBody>
          <a:bodyPr/>
          <a:lstStyle/>
          <a:p>
            <a:pPr marL="0" indent="0">
              <a:buNone/>
            </a:pPr>
            <a:r>
              <a:rPr lang="en-US" altLang="zh-CN" sz="1000" dirty="0"/>
              <a:t>public static void main(</a:t>
            </a:r>
            <a:r>
              <a:rPr lang="en-US" altLang="zh-CN" sz="1000" dirty="0" err="1"/>
              <a:t>java.lang.String</a:t>
            </a:r>
            <a:r>
              <a:rPr lang="en-US" altLang="zh-CN" sz="1000" dirty="0"/>
              <a:t>[]) throws </a:t>
            </a:r>
            <a:r>
              <a:rPr lang="en-US" altLang="zh-CN" sz="1000" dirty="0" err="1"/>
              <a:t>java.lang.Exception</a:t>
            </a:r>
            <a:endParaRPr lang="en-US" altLang="zh-CN" sz="1000" dirty="0"/>
          </a:p>
          <a:p>
            <a:pPr marL="0" indent="0">
              <a:buNone/>
            </a:pPr>
            <a:r>
              <a:rPr lang="en-US" altLang="zh-CN" sz="1000" dirty="0"/>
              <a:t>{</a:t>
            </a:r>
          </a:p>
          <a:p>
            <a:pPr marL="0" indent="0">
              <a:buNone/>
            </a:pPr>
            <a:r>
              <a:rPr lang="en-US" altLang="zh-CN" sz="1000" dirty="0"/>
              <a:t>    </a:t>
            </a:r>
            <a:r>
              <a:rPr lang="en-US" altLang="zh-CN" sz="1000" dirty="0" err="1"/>
              <a:t>java.lang.String</a:t>
            </a:r>
            <a:r>
              <a:rPr lang="en-US" altLang="zh-CN" sz="1000" dirty="0"/>
              <a:t>[] r0;</a:t>
            </a:r>
          </a:p>
          <a:p>
            <a:pPr marL="0" indent="0">
              <a:buNone/>
            </a:pPr>
            <a:r>
              <a:rPr lang="en-US" altLang="zh-CN" sz="1000" dirty="0"/>
              <a:t>    int i0, i1, i2, $i3, $i4;</a:t>
            </a:r>
          </a:p>
          <a:p>
            <a:pPr marL="0" indent="0">
              <a:buNone/>
            </a:pPr>
            <a:r>
              <a:rPr lang="en-US" altLang="zh-CN" sz="1000" dirty="0"/>
              <a:t>    </a:t>
            </a:r>
            <a:r>
              <a:rPr lang="en-US" altLang="zh-CN" sz="1000" dirty="0" err="1"/>
              <a:t>java.io.PrintStream</a:t>
            </a:r>
            <a:r>
              <a:rPr lang="en-US" altLang="zh-CN" sz="1000" dirty="0"/>
              <a:t> $r1, $r2;</a:t>
            </a:r>
          </a:p>
          <a:p>
            <a:pPr marL="0" indent="0">
              <a:buNone/>
            </a:pPr>
            <a:r>
              <a:rPr lang="en-US" altLang="zh-CN" sz="1000" dirty="0"/>
              <a:t>    </a:t>
            </a:r>
            <a:r>
              <a:rPr lang="en-US" altLang="zh-CN" sz="1000" dirty="0" err="1"/>
              <a:t>java.lang.Exception</a:t>
            </a:r>
            <a:r>
              <a:rPr lang="en-US" altLang="zh-CN" sz="1000" dirty="0"/>
              <a:t> $r3, r4;</a:t>
            </a:r>
          </a:p>
          <a:p>
            <a:pPr marL="0" indent="0">
              <a:buNone/>
            </a:pPr>
            <a:endParaRPr lang="en-US" altLang="zh-CN" sz="1000" dirty="0"/>
          </a:p>
          <a:p>
            <a:pPr marL="0" indent="0">
              <a:buNone/>
            </a:pPr>
            <a:r>
              <a:rPr lang="en-US" altLang="zh-CN" sz="1000" dirty="0"/>
              <a:t>    r0 := @parameter0;</a:t>
            </a:r>
          </a:p>
          <a:p>
            <a:pPr marL="0" indent="0">
              <a:buNone/>
            </a:pPr>
            <a:r>
              <a:rPr lang="en-US" altLang="zh-CN" sz="1000" dirty="0"/>
              <a:t>    i0 = 2;</a:t>
            </a:r>
          </a:p>
          <a:p>
            <a:pPr marL="0" indent="0">
              <a:buNone/>
            </a:pPr>
            <a:r>
              <a:rPr lang="en-US" altLang="zh-CN" sz="1000" dirty="0"/>
              <a:t>    i1 = 6;</a:t>
            </a:r>
          </a:p>
          <a:p>
            <a:pPr marL="0" indent="0">
              <a:buNone/>
            </a:pPr>
            <a:r>
              <a:rPr lang="en-US" altLang="zh-CN" sz="1000" dirty="0"/>
              <a:t>    $r1 = </a:t>
            </a:r>
            <a:r>
              <a:rPr lang="en-US" altLang="zh-CN" sz="1000" dirty="0" err="1"/>
              <a:t>java.lang.System.out</a:t>
            </a:r>
            <a:r>
              <a:rPr lang="en-US" altLang="zh-CN" sz="1000" dirty="0"/>
              <a:t>;</a:t>
            </a:r>
          </a:p>
          <a:p>
            <a:pPr marL="0" indent="0">
              <a:buNone/>
            </a:pPr>
            <a:r>
              <a:rPr lang="en-US" altLang="zh-CN" sz="1000" dirty="0"/>
              <a:t>    $r1.println(``Hi!'');</a:t>
            </a:r>
          </a:p>
          <a:p>
            <a:pPr marL="0" indent="0">
              <a:buNone/>
            </a:pPr>
            <a:r>
              <a:rPr lang="en-US" altLang="zh-CN" sz="1000" dirty="0"/>
              <a:t>    $r2 = </a:t>
            </a:r>
            <a:r>
              <a:rPr lang="en-US" altLang="zh-CN" sz="1000" dirty="0" err="1"/>
              <a:t>java.lang.System.out</a:t>
            </a:r>
            <a:r>
              <a:rPr lang="en-US" altLang="zh-CN" sz="1000" dirty="0"/>
              <a:t>;</a:t>
            </a:r>
          </a:p>
          <a:p>
            <a:pPr marL="0" indent="0">
              <a:buNone/>
            </a:pPr>
            <a:r>
              <a:rPr lang="en-US" altLang="zh-CN" sz="1000" dirty="0"/>
              <a:t>    $i3 = i0 * i1;</a:t>
            </a:r>
          </a:p>
          <a:p>
            <a:pPr marL="0" indent="0">
              <a:buNone/>
            </a:pPr>
            <a:r>
              <a:rPr lang="en-US" altLang="zh-CN" sz="1000" dirty="0"/>
              <a:t>    $i4 = $i3 + i1;</a:t>
            </a:r>
          </a:p>
          <a:p>
            <a:pPr marL="0" indent="0">
              <a:buNone/>
            </a:pPr>
            <a:r>
              <a:rPr lang="en-US" altLang="zh-CN" sz="1000" dirty="0"/>
              <a:t>    $r2.println($i4);</a:t>
            </a:r>
          </a:p>
          <a:p>
            <a:pPr marL="0" indent="0">
              <a:buNone/>
            </a:pPr>
            <a:endParaRPr lang="en-US" altLang="zh-CN" sz="1000" dirty="0"/>
          </a:p>
          <a:p>
            <a:pPr marL="0" indent="0">
              <a:buNone/>
            </a:pPr>
            <a:r>
              <a:rPr lang="en-US" altLang="zh-CN" sz="1000" dirty="0"/>
              <a:t> label0:</a:t>
            </a:r>
          </a:p>
          <a:p>
            <a:pPr marL="0" indent="0">
              <a:buNone/>
            </a:pPr>
            <a:r>
              <a:rPr lang="en-US" altLang="zh-CN" sz="1000" dirty="0"/>
              <a:t>    i2 = i1 * i0;</a:t>
            </a:r>
          </a:p>
          <a:p>
            <a:pPr marL="0" indent="0">
              <a:buNone/>
            </a:pPr>
            <a:endParaRPr lang="en-US" altLang="zh-CN" sz="1000" dirty="0"/>
          </a:p>
          <a:p>
            <a:pPr marL="0" indent="0">
              <a:buNone/>
            </a:pPr>
            <a:r>
              <a:rPr lang="en-US" altLang="zh-CN" sz="1000" dirty="0"/>
              <a:t> label1:</a:t>
            </a:r>
          </a:p>
          <a:p>
            <a:pPr marL="0" indent="0">
              <a:buNone/>
            </a:pPr>
            <a:r>
              <a:rPr lang="en-US" altLang="zh-CN" sz="1000" dirty="0"/>
              <a:t>    </a:t>
            </a:r>
            <a:r>
              <a:rPr lang="en-US" altLang="zh-CN" sz="1000" dirty="0" err="1"/>
              <a:t>goto</a:t>
            </a:r>
            <a:r>
              <a:rPr lang="en-US" altLang="zh-CN" sz="1000" dirty="0"/>
              <a:t> label3;</a:t>
            </a:r>
          </a:p>
          <a:p>
            <a:pPr marL="0" indent="0">
              <a:buNone/>
            </a:pPr>
            <a:endParaRPr lang="en-US" altLang="zh-CN" sz="1000" dirty="0"/>
          </a:p>
          <a:p>
            <a:pPr marL="0" indent="0">
              <a:buNone/>
            </a:pPr>
            <a:r>
              <a:rPr lang="en-US" altLang="zh-CN" sz="1000" dirty="0"/>
              <a:t> label2:</a:t>
            </a:r>
          </a:p>
          <a:p>
            <a:pPr marL="0" indent="0">
              <a:buNone/>
            </a:pPr>
            <a:r>
              <a:rPr lang="en-US" altLang="zh-CN" sz="1000" dirty="0"/>
              <a:t>    $r3 := @</a:t>
            </a:r>
            <a:r>
              <a:rPr lang="en-US" altLang="zh-CN" sz="1000" dirty="0" err="1"/>
              <a:t>caughtexception</a:t>
            </a:r>
            <a:r>
              <a:rPr lang="en-US" altLang="zh-CN" sz="1000" dirty="0"/>
              <a:t>;</a:t>
            </a:r>
          </a:p>
          <a:p>
            <a:pPr marL="0" indent="0">
              <a:buNone/>
            </a:pPr>
            <a:r>
              <a:rPr lang="en-US" altLang="zh-CN" sz="1000" dirty="0"/>
              <a:t>    r4 = $r3;</a:t>
            </a:r>
          </a:p>
          <a:p>
            <a:pPr marL="0" indent="0">
              <a:buNone/>
            </a:pPr>
            <a:r>
              <a:rPr lang="en-US" altLang="zh-CN" sz="1000" dirty="0"/>
              <a:t>    throw r4;</a:t>
            </a:r>
          </a:p>
          <a:p>
            <a:pPr marL="0" indent="0">
              <a:buNone/>
            </a:pPr>
            <a:endParaRPr lang="en-US" altLang="zh-CN" sz="1000" dirty="0"/>
          </a:p>
          <a:p>
            <a:pPr marL="0" indent="0">
              <a:buNone/>
            </a:pPr>
            <a:r>
              <a:rPr lang="en-US" altLang="zh-CN" sz="1000" dirty="0"/>
              <a:t> label3:</a:t>
            </a:r>
          </a:p>
          <a:p>
            <a:pPr marL="0" indent="0">
              <a:buNone/>
            </a:pPr>
            <a:r>
              <a:rPr lang="en-US" altLang="zh-CN" sz="1000" dirty="0"/>
              <a:t>    return;</a:t>
            </a:r>
          </a:p>
          <a:p>
            <a:pPr marL="0" indent="0">
              <a:buNone/>
            </a:pPr>
            <a:endParaRPr lang="en-US" altLang="zh-CN" sz="1000" dirty="0"/>
          </a:p>
          <a:p>
            <a:pPr marL="0" indent="0">
              <a:buNone/>
            </a:pPr>
            <a:r>
              <a:rPr lang="en-US" altLang="zh-CN" sz="1000" dirty="0"/>
              <a:t>    catch </a:t>
            </a:r>
            <a:r>
              <a:rPr lang="en-US" altLang="zh-CN" sz="1000" dirty="0" err="1"/>
              <a:t>java.lang.Exception</a:t>
            </a:r>
            <a:r>
              <a:rPr lang="en-US" altLang="zh-CN" sz="1000" dirty="0"/>
              <a:t> from label0 to label1 with label2;</a:t>
            </a:r>
          </a:p>
          <a:p>
            <a:pPr marL="0" indent="0">
              <a:buNone/>
            </a:pPr>
            <a:r>
              <a:rPr lang="en-US" altLang="zh-CN" sz="1000" dirty="0"/>
              <a:t>}</a:t>
            </a:r>
            <a:endParaRPr lang="zh-CN" altLang="en-US" sz="1000" dirty="0"/>
          </a:p>
        </p:txBody>
      </p:sp>
      <p:sp>
        <p:nvSpPr>
          <p:cNvPr id="88068" name="右大括号 6">
            <a:extLst>
              <a:ext uri="{FF2B5EF4-FFF2-40B4-BE49-F238E27FC236}">
                <a16:creationId xmlns:a16="http://schemas.microsoft.com/office/drawing/2014/main" id="{0CA36A2D-7851-4305-853A-A08B925767C1}"/>
              </a:ext>
            </a:extLst>
          </p:cNvPr>
          <p:cNvSpPr>
            <a:spLocks/>
          </p:cNvSpPr>
          <p:nvPr/>
        </p:nvSpPr>
        <p:spPr bwMode="auto">
          <a:xfrm>
            <a:off x="6516690" y="836613"/>
            <a:ext cx="287337" cy="647700"/>
          </a:xfrm>
          <a:prstGeom prst="rightBrace">
            <a:avLst>
              <a:gd name="adj1" fmla="val 8349"/>
              <a:gd name="adj2" fmla="val 50000"/>
            </a:avLst>
          </a:prstGeom>
          <a:solidFill>
            <a:schemeClr val="accent1"/>
          </a:solidFill>
          <a:ln w="9525" algn="ctr">
            <a:solidFill>
              <a:schemeClr val="tx1"/>
            </a:solidFill>
            <a:round/>
            <a:headEnd/>
            <a:tailEnd/>
          </a:ln>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88069" name="文本框 8">
            <a:extLst>
              <a:ext uri="{FF2B5EF4-FFF2-40B4-BE49-F238E27FC236}">
                <a16:creationId xmlns:a16="http://schemas.microsoft.com/office/drawing/2014/main" id="{D21C0E12-922A-46CD-B7B6-7D5B3CD2B38B}"/>
              </a:ext>
            </a:extLst>
          </p:cNvPr>
          <p:cNvSpPr txBox="1">
            <a:spLocks noChangeArrowheads="1"/>
          </p:cNvSpPr>
          <p:nvPr/>
        </p:nvSpPr>
        <p:spPr bwMode="auto">
          <a:xfrm>
            <a:off x="6948490" y="992190"/>
            <a:ext cx="11525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1200"/>
              <a:t>Local chain</a:t>
            </a:r>
            <a:endParaRPr lang="zh-CN" altLang="en-US" sz="1200"/>
          </a:p>
        </p:txBody>
      </p:sp>
      <p:sp>
        <p:nvSpPr>
          <p:cNvPr id="88070" name="右大括号 9">
            <a:extLst>
              <a:ext uri="{FF2B5EF4-FFF2-40B4-BE49-F238E27FC236}">
                <a16:creationId xmlns:a16="http://schemas.microsoft.com/office/drawing/2014/main" id="{F07FF6C4-EE20-4A2B-90E4-FCDD98CA0D23}"/>
              </a:ext>
            </a:extLst>
          </p:cNvPr>
          <p:cNvSpPr>
            <a:spLocks/>
          </p:cNvSpPr>
          <p:nvPr/>
        </p:nvSpPr>
        <p:spPr bwMode="auto">
          <a:xfrm>
            <a:off x="6553200" y="1773240"/>
            <a:ext cx="287338" cy="4103687"/>
          </a:xfrm>
          <a:prstGeom prst="rightBrace">
            <a:avLst>
              <a:gd name="adj1" fmla="val 8331"/>
              <a:gd name="adj2" fmla="val 50000"/>
            </a:avLst>
          </a:prstGeom>
          <a:solidFill>
            <a:schemeClr val="accent1"/>
          </a:solidFill>
          <a:ln w="9525" algn="ctr">
            <a:solidFill>
              <a:schemeClr val="tx1"/>
            </a:solidFill>
            <a:round/>
            <a:headEnd/>
            <a:tailEnd/>
          </a:ln>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88071" name="文本框 10">
            <a:extLst>
              <a:ext uri="{FF2B5EF4-FFF2-40B4-BE49-F238E27FC236}">
                <a16:creationId xmlns:a16="http://schemas.microsoft.com/office/drawing/2014/main" id="{2B805BEB-3CB1-4891-904E-F9E28EEA2CCC}"/>
              </a:ext>
            </a:extLst>
          </p:cNvPr>
          <p:cNvSpPr txBox="1">
            <a:spLocks noChangeArrowheads="1"/>
          </p:cNvSpPr>
          <p:nvPr/>
        </p:nvSpPr>
        <p:spPr bwMode="auto">
          <a:xfrm>
            <a:off x="7956550" y="6048377"/>
            <a:ext cx="973138"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1200"/>
              <a:t>Traps Chain</a:t>
            </a:r>
            <a:endParaRPr lang="zh-CN" altLang="en-US" sz="1200"/>
          </a:p>
        </p:txBody>
      </p:sp>
      <p:sp>
        <p:nvSpPr>
          <p:cNvPr id="88072" name="右大括号 11">
            <a:extLst>
              <a:ext uri="{FF2B5EF4-FFF2-40B4-BE49-F238E27FC236}">
                <a16:creationId xmlns:a16="http://schemas.microsoft.com/office/drawing/2014/main" id="{05A2B7FB-E912-43FD-8A1E-4EFEA593A36E}"/>
              </a:ext>
            </a:extLst>
          </p:cNvPr>
          <p:cNvSpPr>
            <a:spLocks/>
          </p:cNvSpPr>
          <p:nvPr/>
        </p:nvSpPr>
        <p:spPr bwMode="auto">
          <a:xfrm>
            <a:off x="7596190" y="5992815"/>
            <a:ext cx="288925" cy="388937"/>
          </a:xfrm>
          <a:prstGeom prst="rightBrace">
            <a:avLst>
              <a:gd name="adj1" fmla="val 8320"/>
              <a:gd name="adj2" fmla="val 50000"/>
            </a:avLst>
          </a:prstGeom>
          <a:solidFill>
            <a:schemeClr val="accent1"/>
          </a:solidFill>
          <a:ln w="9525" algn="ctr">
            <a:solidFill>
              <a:schemeClr val="tx1"/>
            </a:solidFill>
            <a:round/>
            <a:headEnd/>
            <a:tailEnd/>
          </a:ln>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88073" name="文本框 12">
            <a:extLst>
              <a:ext uri="{FF2B5EF4-FFF2-40B4-BE49-F238E27FC236}">
                <a16:creationId xmlns:a16="http://schemas.microsoft.com/office/drawing/2014/main" id="{27AC7B71-0EBF-4878-BDFC-C9BADEDFB6AB}"/>
              </a:ext>
            </a:extLst>
          </p:cNvPr>
          <p:cNvSpPr txBox="1">
            <a:spLocks noChangeArrowheads="1"/>
          </p:cNvSpPr>
          <p:nvPr/>
        </p:nvSpPr>
        <p:spPr bwMode="auto">
          <a:xfrm>
            <a:off x="6972300" y="3686177"/>
            <a:ext cx="97155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1200"/>
              <a:t>Units Chain</a:t>
            </a:r>
            <a:endParaRPr lang="zh-CN" altLang="en-US" sz="1200"/>
          </a:p>
        </p:txBody>
      </p:sp>
      <p:cxnSp>
        <p:nvCxnSpPr>
          <p:cNvPr id="3" name="直接连接符 2">
            <a:extLst>
              <a:ext uri="{FF2B5EF4-FFF2-40B4-BE49-F238E27FC236}">
                <a16:creationId xmlns:a16="http://schemas.microsoft.com/office/drawing/2014/main" id="{8BEAE1F9-C8FE-434A-8001-5289DE5B8E60}"/>
              </a:ext>
            </a:extLst>
          </p:cNvPr>
          <p:cNvCxnSpPr/>
          <p:nvPr/>
        </p:nvCxnSpPr>
        <p:spPr bwMode="auto">
          <a:xfrm>
            <a:off x="4499992" y="1124744"/>
            <a:ext cx="504056" cy="0"/>
          </a:xfrm>
          <a:prstGeom prst="line">
            <a:avLst/>
          </a:prstGeom>
          <a:solidFill>
            <a:schemeClr val="accent1"/>
          </a:solidFill>
          <a:ln w="9525" cap="flat" cmpd="sng" algn="ctr">
            <a:solidFill>
              <a:srgbClr val="FF0000"/>
            </a:solidFill>
            <a:prstDash val="solid"/>
            <a:round/>
            <a:headEnd type="none" w="med" len="med"/>
            <a:tailEnd type="none" w="med" len="med"/>
          </a:ln>
          <a:effectLst/>
        </p:spPr>
      </p:cxnSp>
      <p:sp>
        <p:nvSpPr>
          <p:cNvPr id="4" name="文本框 3">
            <a:extLst>
              <a:ext uri="{FF2B5EF4-FFF2-40B4-BE49-F238E27FC236}">
                <a16:creationId xmlns:a16="http://schemas.microsoft.com/office/drawing/2014/main" id="{9B0F424E-71EF-4035-97DC-800705BC297D}"/>
              </a:ext>
            </a:extLst>
          </p:cNvPr>
          <p:cNvSpPr txBox="1"/>
          <p:nvPr/>
        </p:nvSpPr>
        <p:spPr>
          <a:xfrm>
            <a:off x="3132413" y="784439"/>
            <a:ext cx="1145331" cy="415498"/>
          </a:xfrm>
          <a:prstGeom prst="rect">
            <a:avLst/>
          </a:prstGeom>
          <a:noFill/>
        </p:spPr>
        <p:txBody>
          <a:bodyPr wrap="square" rtlCol="0">
            <a:spAutoFit/>
          </a:bodyPr>
          <a:lstStyle/>
          <a:p>
            <a:r>
              <a:rPr lang="zh-CN" altLang="en-US" sz="1050" dirty="0">
                <a:solidFill>
                  <a:srgbClr val="FF0000"/>
                </a:solidFill>
              </a:rPr>
              <a:t>局部变量，对应</a:t>
            </a:r>
            <a:r>
              <a:rPr lang="en-US" altLang="zh-CN" sz="1050" dirty="0">
                <a:solidFill>
                  <a:srgbClr val="FF0000"/>
                </a:solidFill>
              </a:rPr>
              <a:t>x, y</a:t>
            </a:r>
            <a:r>
              <a:rPr lang="zh-CN" altLang="en-US" sz="1050" dirty="0">
                <a:solidFill>
                  <a:srgbClr val="FF0000"/>
                </a:solidFill>
              </a:rPr>
              <a:t>和</a:t>
            </a:r>
            <a:r>
              <a:rPr lang="en-US" altLang="zh-CN" sz="1050" dirty="0">
                <a:solidFill>
                  <a:srgbClr val="FF0000"/>
                </a:solidFill>
              </a:rPr>
              <a:t>z</a:t>
            </a:r>
            <a:endParaRPr lang="zh-CN" altLang="en-US" sz="1050" dirty="0">
              <a:solidFill>
                <a:srgbClr val="FF0000"/>
              </a:solidFill>
            </a:endParaRPr>
          </a:p>
        </p:txBody>
      </p:sp>
      <p:cxnSp>
        <p:nvCxnSpPr>
          <p:cNvPr id="13" name="直接连接符 12">
            <a:extLst>
              <a:ext uri="{FF2B5EF4-FFF2-40B4-BE49-F238E27FC236}">
                <a16:creationId xmlns:a16="http://schemas.microsoft.com/office/drawing/2014/main" id="{3BED934B-964A-47A6-BD8D-40CA96F66CBE}"/>
              </a:ext>
            </a:extLst>
          </p:cNvPr>
          <p:cNvCxnSpPr>
            <a:cxnSpLocks/>
            <a:stCxn id="4" idx="3"/>
          </p:cNvCxnSpPr>
          <p:nvPr/>
        </p:nvCxnSpPr>
        <p:spPr bwMode="auto">
          <a:xfrm>
            <a:off x="4277742" y="992188"/>
            <a:ext cx="222250" cy="132556"/>
          </a:xfrm>
          <a:prstGeom prst="line">
            <a:avLst/>
          </a:prstGeom>
          <a:solidFill>
            <a:schemeClr val="accent1"/>
          </a:solidFill>
          <a:ln w="9525" cap="flat" cmpd="sng" algn="ctr">
            <a:solidFill>
              <a:srgbClr val="FF0000"/>
            </a:solidFill>
            <a:prstDash val="solid"/>
            <a:round/>
            <a:headEnd type="none" w="med" len="med"/>
            <a:tailEnd type="none" w="med" len="med"/>
          </a:ln>
          <a:effectLst/>
        </p:spPr>
      </p:cxnSp>
      <p:sp>
        <p:nvSpPr>
          <p:cNvPr id="16" name="文本框 15">
            <a:extLst>
              <a:ext uri="{FF2B5EF4-FFF2-40B4-BE49-F238E27FC236}">
                <a16:creationId xmlns:a16="http://schemas.microsoft.com/office/drawing/2014/main" id="{D2422DFD-5BAF-4460-9BA8-DA67E66340D1}"/>
              </a:ext>
            </a:extLst>
          </p:cNvPr>
          <p:cNvSpPr txBox="1"/>
          <p:nvPr/>
        </p:nvSpPr>
        <p:spPr>
          <a:xfrm>
            <a:off x="5695209" y="622862"/>
            <a:ext cx="1145331" cy="253916"/>
          </a:xfrm>
          <a:prstGeom prst="rect">
            <a:avLst/>
          </a:prstGeom>
          <a:noFill/>
        </p:spPr>
        <p:txBody>
          <a:bodyPr wrap="square" rtlCol="0">
            <a:spAutoFit/>
          </a:bodyPr>
          <a:lstStyle/>
          <a:p>
            <a:r>
              <a:rPr lang="zh-CN" altLang="en-US" sz="1050" dirty="0">
                <a:solidFill>
                  <a:srgbClr val="FF0000"/>
                </a:solidFill>
              </a:rPr>
              <a:t>存放输入变量</a:t>
            </a:r>
          </a:p>
        </p:txBody>
      </p:sp>
      <p:cxnSp>
        <p:nvCxnSpPr>
          <p:cNvPr id="17" name="直接连接符 16">
            <a:extLst>
              <a:ext uri="{FF2B5EF4-FFF2-40B4-BE49-F238E27FC236}">
                <a16:creationId xmlns:a16="http://schemas.microsoft.com/office/drawing/2014/main" id="{71D8B733-C283-4FBA-909C-2AB94DCF6635}"/>
              </a:ext>
            </a:extLst>
          </p:cNvPr>
          <p:cNvCxnSpPr>
            <a:cxnSpLocks/>
          </p:cNvCxnSpPr>
          <p:nvPr/>
        </p:nvCxnSpPr>
        <p:spPr bwMode="auto">
          <a:xfrm flipV="1">
            <a:off x="5430592" y="788929"/>
            <a:ext cx="323589" cy="76597"/>
          </a:xfrm>
          <a:prstGeom prst="line">
            <a:avLst/>
          </a:prstGeom>
          <a:solidFill>
            <a:schemeClr val="accent1"/>
          </a:solidFill>
          <a:ln w="9525" cap="flat" cmpd="sng" algn="ctr">
            <a:solidFill>
              <a:srgbClr val="FF0000"/>
            </a:solidFill>
            <a:prstDash val="solid"/>
            <a:round/>
            <a:headEnd type="none" w="med" len="med"/>
            <a:tailEnd type="none" w="med" len="med"/>
          </a:ln>
          <a:effectLst/>
        </p:spPr>
      </p:cxnSp>
      <p:sp>
        <p:nvSpPr>
          <p:cNvPr id="20" name="文本框 19">
            <a:extLst>
              <a:ext uri="{FF2B5EF4-FFF2-40B4-BE49-F238E27FC236}">
                <a16:creationId xmlns:a16="http://schemas.microsoft.com/office/drawing/2014/main" id="{6C751F63-48DE-4769-A3A2-14E3FE94EF8B}"/>
              </a:ext>
            </a:extLst>
          </p:cNvPr>
          <p:cNvSpPr txBox="1"/>
          <p:nvPr/>
        </p:nvSpPr>
        <p:spPr>
          <a:xfrm>
            <a:off x="5430592" y="926629"/>
            <a:ext cx="1386087" cy="253916"/>
          </a:xfrm>
          <a:prstGeom prst="rect">
            <a:avLst/>
          </a:prstGeom>
          <a:noFill/>
        </p:spPr>
        <p:txBody>
          <a:bodyPr wrap="square" rtlCol="0">
            <a:spAutoFit/>
          </a:bodyPr>
          <a:lstStyle/>
          <a:p>
            <a:r>
              <a:rPr lang="en-US" altLang="zh-CN" sz="1050" dirty="0">
                <a:solidFill>
                  <a:srgbClr val="FF0000"/>
                </a:solidFill>
              </a:rPr>
              <a:t>$</a:t>
            </a:r>
            <a:r>
              <a:rPr lang="zh-CN" altLang="en-US" sz="1050" dirty="0">
                <a:solidFill>
                  <a:srgbClr val="FF0000"/>
                </a:solidFill>
              </a:rPr>
              <a:t>开头：中间变量</a:t>
            </a:r>
          </a:p>
        </p:txBody>
      </p:sp>
      <p:cxnSp>
        <p:nvCxnSpPr>
          <p:cNvPr id="21" name="直接连接符 20">
            <a:extLst>
              <a:ext uri="{FF2B5EF4-FFF2-40B4-BE49-F238E27FC236}">
                <a16:creationId xmlns:a16="http://schemas.microsoft.com/office/drawing/2014/main" id="{ED470339-5D09-4764-9165-C42EC57A2C9E}"/>
              </a:ext>
            </a:extLst>
          </p:cNvPr>
          <p:cNvCxnSpPr>
            <a:cxnSpLocks/>
          </p:cNvCxnSpPr>
          <p:nvPr/>
        </p:nvCxnSpPr>
        <p:spPr bwMode="auto">
          <a:xfrm>
            <a:off x="533326" y="3519559"/>
            <a:ext cx="3606874" cy="166616"/>
          </a:xfrm>
          <a:prstGeom prst="line">
            <a:avLst/>
          </a:prstGeom>
          <a:solidFill>
            <a:schemeClr val="accent1"/>
          </a:solidFill>
          <a:ln w="9525" cap="flat" cmpd="sng" algn="ctr">
            <a:solidFill>
              <a:srgbClr val="FF0000"/>
            </a:solidFill>
            <a:prstDash val="solid"/>
            <a:round/>
            <a:headEnd type="none" w="med" len="med"/>
            <a:tailEnd type="none" w="med" len="med"/>
          </a:ln>
          <a:effectLst/>
        </p:spPr>
      </p:cxnSp>
      <p:cxnSp>
        <p:nvCxnSpPr>
          <p:cNvPr id="25" name="直接连接符 24">
            <a:extLst>
              <a:ext uri="{FF2B5EF4-FFF2-40B4-BE49-F238E27FC236}">
                <a16:creationId xmlns:a16="http://schemas.microsoft.com/office/drawing/2014/main" id="{0C74B5E9-1609-466A-B422-F9D89EC74082}"/>
              </a:ext>
            </a:extLst>
          </p:cNvPr>
          <p:cNvCxnSpPr>
            <a:cxnSpLocks/>
          </p:cNvCxnSpPr>
          <p:nvPr/>
        </p:nvCxnSpPr>
        <p:spPr bwMode="auto">
          <a:xfrm>
            <a:off x="611562" y="4077072"/>
            <a:ext cx="3620641" cy="144016"/>
          </a:xfrm>
          <a:prstGeom prst="line">
            <a:avLst/>
          </a:prstGeom>
          <a:solidFill>
            <a:schemeClr val="accent1"/>
          </a:solidFill>
          <a:ln w="9525" cap="flat" cmpd="sng" algn="ctr">
            <a:solidFill>
              <a:srgbClr val="FF0000"/>
            </a:solidFill>
            <a:prstDash val="solid"/>
            <a:round/>
            <a:headEnd type="none" w="med" len="med"/>
            <a:tailEnd type="none" w="med" len="med"/>
          </a:ln>
          <a:effectLst/>
        </p:spPr>
      </p:cxnSp>
      <p:cxnSp>
        <p:nvCxnSpPr>
          <p:cNvPr id="27" name="直接连接符 26">
            <a:extLst>
              <a:ext uri="{FF2B5EF4-FFF2-40B4-BE49-F238E27FC236}">
                <a16:creationId xmlns:a16="http://schemas.microsoft.com/office/drawing/2014/main" id="{AFCC868D-AAC7-44C1-BD89-A72AD6AE718B}"/>
              </a:ext>
            </a:extLst>
          </p:cNvPr>
          <p:cNvCxnSpPr>
            <a:cxnSpLocks/>
          </p:cNvCxnSpPr>
          <p:nvPr/>
        </p:nvCxnSpPr>
        <p:spPr bwMode="auto">
          <a:xfrm>
            <a:off x="2012952" y="4437112"/>
            <a:ext cx="2219251" cy="288032"/>
          </a:xfrm>
          <a:prstGeom prst="line">
            <a:avLst/>
          </a:prstGeom>
          <a:solidFill>
            <a:schemeClr val="accent1"/>
          </a:solidFill>
          <a:ln w="9525" cap="flat" cmpd="sng" algn="ctr">
            <a:solidFill>
              <a:srgbClr val="FF0000"/>
            </a:solidFill>
            <a:prstDash val="solid"/>
            <a:round/>
            <a:headEnd type="none" w="med" len="med"/>
            <a:tailEnd type="none" w="med" len="med"/>
          </a:ln>
          <a:effectLst/>
        </p:spPr>
      </p:cxnSp>
      <p:cxnSp>
        <p:nvCxnSpPr>
          <p:cNvPr id="19" name="直接连接符 18">
            <a:extLst>
              <a:ext uri="{FF2B5EF4-FFF2-40B4-BE49-F238E27FC236}">
                <a16:creationId xmlns:a16="http://schemas.microsoft.com/office/drawing/2014/main" id="{ED470339-5D09-4764-9165-C42EC57A2C9E}"/>
              </a:ext>
            </a:extLst>
          </p:cNvPr>
          <p:cNvCxnSpPr>
            <a:cxnSpLocks/>
          </p:cNvCxnSpPr>
          <p:nvPr/>
        </p:nvCxnSpPr>
        <p:spPr bwMode="auto">
          <a:xfrm flipV="1">
            <a:off x="2012950" y="1508126"/>
            <a:ext cx="3430588" cy="2844672"/>
          </a:xfrm>
          <a:prstGeom prst="line">
            <a:avLst/>
          </a:prstGeom>
          <a:solidFill>
            <a:schemeClr val="accent1"/>
          </a:solidFill>
          <a:ln w="9525" cap="flat" cmpd="sng" algn="ctr">
            <a:solidFill>
              <a:srgbClr val="FF0000"/>
            </a:solidFill>
            <a:prstDash val="solid"/>
            <a:round/>
            <a:headEnd type="none" w="med" len="med"/>
            <a:tailEnd type="none" w="med" len="med"/>
          </a:ln>
          <a:effectLst/>
        </p:spPr>
      </p:cxnSp>
      <p:cxnSp>
        <p:nvCxnSpPr>
          <p:cNvPr id="22" name="直接连接符 21">
            <a:extLst>
              <a:ext uri="{FF2B5EF4-FFF2-40B4-BE49-F238E27FC236}">
                <a16:creationId xmlns:a16="http://schemas.microsoft.com/office/drawing/2014/main" id="{ED470339-5D09-4764-9165-C42EC57A2C9E}"/>
              </a:ext>
            </a:extLst>
          </p:cNvPr>
          <p:cNvCxnSpPr>
            <a:cxnSpLocks/>
          </p:cNvCxnSpPr>
          <p:nvPr/>
        </p:nvCxnSpPr>
        <p:spPr bwMode="auto">
          <a:xfrm flipV="1">
            <a:off x="1376364" y="1508128"/>
            <a:ext cx="4303713" cy="3461885"/>
          </a:xfrm>
          <a:prstGeom prst="line">
            <a:avLst/>
          </a:prstGeom>
          <a:solidFill>
            <a:schemeClr val="accent1"/>
          </a:solidFill>
          <a:ln w="9525" cap="flat" cmpd="sng" algn="ctr">
            <a:solidFill>
              <a:srgbClr val="FF0000"/>
            </a:solidFill>
            <a:prstDash val="solid"/>
            <a:round/>
            <a:headEnd type="none" w="med" len="med"/>
            <a:tailEnd type="none" w="med" len="med"/>
          </a:ln>
          <a:effectLst/>
        </p:spPr>
      </p:cxnSp>
      <p:sp>
        <p:nvSpPr>
          <p:cNvPr id="2" name="文本框 1">
            <a:extLst>
              <a:ext uri="{FF2B5EF4-FFF2-40B4-BE49-F238E27FC236}">
                <a16:creationId xmlns:a16="http://schemas.microsoft.com/office/drawing/2014/main" id="{2012E674-EAD3-4D74-B8B0-84477CB3ACBE}"/>
              </a:ext>
            </a:extLst>
          </p:cNvPr>
          <p:cNvSpPr txBox="1"/>
          <p:nvPr/>
        </p:nvSpPr>
        <p:spPr>
          <a:xfrm>
            <a:off x="2267744" y="5676492"/>
            <a:ext cx="1944216" cy="369332"/>
          </a:xfrm>
          <a:prstGeom prst="rect">
            <a:avLst/>
          </a:prstGeom>
          <a:noFill/>
        </p:spPr>
        <p:txBody>
          <a:bodyPr wrap="square" rtlCol="0">
            <a:spAutoFit/>
          </a:bodyPr>
          <a:lstStyle/>
          <a:p>
            <a:r>
              <a:rPr lang="zh-CN" altLang="en-US" sz="1800" dirty="0">
                <a:solidFill>
                  <a:srgbClr val="0070C0"/>
                </a:solidFill>
              </a:rPr>
              <a:t>无异常正常返回</a:t>
            </a:r>
          </a:p>
        </p:txBody>
      </p:sp>
      <p:sp>
        <p:nvSpPr>
          <p:cNvPr id="23" name="文本框 22">
            <a:extLst>
              <a:ext uri="{FF2B5EF4-FFF2-40B4-BE49-F238E27FC236}">
                <a16:creationId xmlns:a16="http://schemas.microsoft.com/office/drawing/2014/main" id="{5053C850-9E22-4F48-BAED-9E35B13A4010}"/>
              </a:ext>
            </a:extLst>
          </p:cNvPr>
          <p:cNvSpPr txBox="1"/>
          <p:nvPr/>
        </p:nvSpPr>
        <p:spPr>
          <a:xfrm>
            <a:off x="899594" y="6060288"/>
            <a:ext cx="3320145" cy="369332"/>
          </a:xfrm>
          <a:prstGeom prst="rect">
            <a:avLst/>
          </a:prstGeom>
          <a:noFill/>
        </p:spPr>
        <p:txBody>
          <a:bodyPr wrap="square" rtlCol="0">
            <a:spAutoFit/>
          </a:bodyPr>
          <a:lstStyle/>
          <a:p>
            <a:r>
              <a:rPr lang="zh-CN" altLang="en-US" sz="1800" dirty="0">
                <a:solidFill>
                  <a:srgbClr val="0070C0"/>
                </a:solidFill>
              </a:rPr>
              <a:t>表达异常的捕捉范围和响应者</a:t>
            </a:r>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EBA3B999-740C-44C1-BB4A-45835CA1B0D8}"/>
              </a:ext>
            </a:extLst>
          </p:cNvPr>
          <p:cNvSpPr>
            <a:spLocks noGrp="1"/>
          </p:cNvSpPr>
          <p:nvPr>
            <p:ph type="title"/>
          </p:nvPr>
        </p:nvSpPr>
        <p:spPr/>
        <p:txBody>
          <a:bodyPr/>
          <a:lstStyle/>
          <a:p>
            <a:r>
              <a:rPr lang="en-US" altLang="zh-CN" dirty="0"/>
              <a:t>APIs</a:t>
            </a:r>
            <a:endParaRPr lang="zh-CN" altLang="en-US" dirty="0"/>
          </a:p>
        </p:txBody>
      </p:sp>
      <p:sp>
        <p:nvSpPr>
          <p:cNvPr id="6" name="内容占位符 5">
            <a:extLst>
              <a:ext uri="{FF2B5EF4-FFF2-40B4-BE49-F238E27FC236}">
                <a16:creationId xmlns:a16="http://schemas.microsoft.com/office/drawing/2014/main" id="{4D68BA11-EAD4-431D-AD4E-A422F1DA5923}"/>
              </a:ext>
            </a:extLst>
          </p:cNvPr>
          <p:cNvSpPr>
            <a:spLocks noGrp="1"/>
          </p:cNvSpPr>
          <p:nvPr>
            <p:ph idx="1"/>
          </p:nvPr>
        </p:nvSpPr>
        <p:spPr/>
        <p:txBody>
          <a:bodyPr/>
          <a:lstStyle/>
          <a:p>
            <a:r>
              <a:rPr lang="en-US" altLang="zh-CN" dirty="0"/>
              <a:t>Value factories</a:t>
            </a:r>
          </a:p>
          <a:p>
            <a:pPr lvl="1"/>
            <a:r>
              <a:rPr lang="en-US" altLang="zh-CN" sz="1800" dirty="0">
                <a:solidFill>
                  <a:srgbClr val="000000"/>
                </a:solidFill>
                <a:latin typeface="Courier"/>
              </a:rPr>
              <a:t>v()</a:t>
            </a:r>
            <a:r>
              <a:rPr lang="zh-CN" altLang="en-US" sz="1800" dirty="0">
                <a:solidFill>
                  <a:srgbClr val="000000"/>
                </a:solidFill>
                <a:latin typeface="Courier"/>
              </a:rPr>
              <a:t>是创建</a:t>
            </a:r>
            <a:r>
              <a:rPr lang="en-US" altLang="zh-CN" sz="1800" dirty="0">
                <a:solidFill>
                  <a:srgbClr val="000000"/>
                </a:solidFill>
                <a:latin typeface="Times-Roman"/>
              </a:rPr>
              <a:t>the instances</a:t>
            </a:r>
            <a:r>
              <a:rPr lang="zh-CN" altLang="en-US" sz="1800" dirty="0">
                <a:solidFill>
                  <a:srgbClr val="000000"/>
                </a:solidFill>
                <a:latin typeface="Times-Roman"/>
              </a:rPr>
              <a:t>的</a:t>
            </a:r>
            <a:r>
              <a:rPr lang="en-US" altLang="zh-CN" sz="1800" dirty="0">
                <a:latin typeface="Times-Roman"/>
              </a:rPr>
              <a:t>factory method</a:t>
            </a:r>
            <a:r>
              <a:rPr lang="zh-CN" altLang="en-US" sz="1800" dirty="0">
                <a:solidFill>
                  <a:srgbClr val="000000"/>
                </a:solidFill>
                <a:latin typeface="Times-Roman"/>
              </a:rPr>
              <a:t>。</a:t>
            </a:r>
            <a:r>
              <a:rPr lang="en-US" altLang="zh-CN" dirty="0"/>
              <a:t> </a:t>
            </a:r>
          </a:p>
          <a:p>
            <a:pPr lvl="1"/>
            <a:r>
              <a:rPr lang="en-US" altLang="zh-CN" sz="1800" dirty="0" err="1">
                <a:solidFill>
                  <a:srgbClr val="000000"/>
                </a:solidFill>
                <a:latin typeface="Courier"/>
              </a:rPr>
              <a:t>RefType.v</a:t>
            </a:r>
            <a:r>
              <a:rPr lang="en-US" altLang="zh-CN" sz="1800" dirty="0">
                <a:solidFill>
                  <a:srgbClr val="000000"/>
                </a:solidFill>
                <a:latin typeface="Courier"/>
              </a:rPr>
              <a:t>(“</a:t>
            </a:r>
            <a:r>
              <a:rPr lang="en-US" altLang="zh-CN" sz="1800" dirty="0" err="1">
                <a:solidFill>
                  <a:srgbClr val="000000"/>
                </a:solidFill>
                <a:latin typeface="Courier"/>
              </a:rPr>
              <a:t>java.lang.String</a:t>
            </a:r>
            <a:r>
              <a:rPr lang="en-US" altLang="zh-CN" sz="1800" dirty="0">
                <a:solidFill>
                  <a:srgbClr val="000000"/>
                </a:solidFill>
                <a:latin typeface="Courier"/>
              </a:rPr>
              <a:t>”) </a:t>
            </a:r>
            <a:r>
              <a:rPr lang="zh-CN" altLang="en-US" sz="1800" dirty="0">
                <a:solidFill>
                  <a:srgbClr val="000000"/>
                </a:solidFill>
                <a:latin typeface="Courier"/>
              </a:rPr>
              <a:t>创建了一个字符串。</a:t>
            </a:r>
            <a:endParaRPr lang="en-US" altLang="zh-CN" sz="1800" dirty="0">
              <a:solidFill>
                <a:srgbClr val="000000"/>
              </a:solidFill>
              <a:latin typeface="Times-Roman"/>
            </a:endParaRPr>
          </a:p>
          <a:p>
            <a:pPr lvl="1"/>
            <a:r>
              <a:rPr lang="en-US" altLang="zh-CN" sz="1800" dirty="0">
                <a:solidFill>
                  <a:srgbClr val="000000"/>
                </a:solidFill>
                <a:latin typeface="Times-Roman"/>
              </a:rPr>
              <a:t>and </a:t>
            </a:r>
            <a:r>
              <a:rPr lang="en-US" altLang="zh-CN" sz="1800" dirty="0" err="1">
                <a:solidFill>
                  <a:srgbClr val="000000"/>
                </a:solidFill>
                <a:latin typeface="Courier"/>
              </a:rPr>
              <a:t>IntConstant.v</a:t>
            </a:r>
            <a:r>
              <a:rPr lang="en-US" altLang="zh-CN" sz="1800" dirty="0">
                <a:solidFill>
                  <a:srgbClr val="000000"/>
                </a:solidFill>
                <a:latin typeface="Courier"/>
              </a:rPr>
              <a:t>(5)</a:t>
            </a:r>
            <a:r>
              <a:rPr lang="zh-CN" altLang="en-US" sz="1800" dirty="0">
                <a:solidFill>
                  <a:srgbClr val="000000"/>
                </a:solidFill>
                <a:latin typeface="Courier"/>
              </a:rPr>
              <a:t>创建整型常量</a:t>
            </a:r>
            <a:r>
              <a:rPr lang="en-US" altLang="zh-CN" sz="1800" dirty="0">
                <a:solidFill>
                  <a:srgbClr val="000000"/>
                </a:solidFill>
                <a:latin typeface="Times-Roman"/>
              </a:rPr>
              <a:t>5</a:t>
            </a:r>
            <a:r>
              <a:rPr lang="zh-CN" altLang="en-US" sz="1800" dirty="0">
                <a:solidFill>
                  <a:srgbClr val="000000"/>
                </a:solidFill>
                <a:latin typeface="Times-Roman"/>
              </a:rPr>
              <a:t>。</a:t>
            </a:r>
            <a:r>
              <a:rPr lang="en-US" altLang="zh-CN" dirty="0"/>
              <a:t> </a:t>
            </a:r>
            <a:br>
              <a:rPr lang="en-US" altLang="zh-CN" dirty="0"/>
            </a:br>
            <a:br>
              <a:rPr lang="en-US" altLang="zh-CN" dirty="0"/>
            </a:br>
            <a:endParaRPr lang="zh-CN" altLang="en-US" dirty="0"/>
          </a:p>
        </p:txBody>
      </p:sp>
      <p:sp>
        <p:nvSpPr>
          <p:cNvPr id="2" name="文本框 1">
            <a:extLst>
              <a:ext uri="{FF2B5EF4-FFF2-40B4-BE49-F238E27FC236}">
                <a16:creationId xmlns:a16="http://schemas.microsoft.com/office/drawing/2014/main" id="{24D72E2D-FCD3-415F-9FBD-8F392C723A45}"/>
              </a:ext>
            </a:extLst>
          </p:cNvPr>
          <p:cNvSpPr txBox="1"/>
          <p:nvPr/>
        </p:nvSpPr>
        <p:spPr>
          <a:xfrm>
            <a:off x="323528" y="3425048"/>
            <a:ext cx="1944216" cy="338554"/>
          </a:xfrm>
          <a:prstGeom prst="rect">
            <a:avLst/>
          </a:prstGeom>
          <a:noFill/>
        </p:spPr>
        <p:txBody>
          <a:bodyPr wrap="square" rtlCol="0">
            <a:spAutoFit/>
          </a:bodyPr>
          <a:lstStyle/>
          <a:p>
            <a:r>
              <a:rPr lang="en-US" altLang="zh-CN" sz="1600" dirty="0">
                <a:solidFill>
                  <a:srgbClr val="FF0000"/>
                </a:solidFill>
              </a:rPr>
              <a:t>Type of the instance</a:t>
            </a:r>
            <a:endParaRPr lang="zh-CN" altLang="en-US" sz="1600" dirty="0">
              <a:solidFill>
                <a:srgbClr val="FF0000"/>
              </a:solidFill>
            </a:endParaRPr>
          </a:p>
        </p:txBody>
      </p:sp>
      <p:cxnSp>
        <p:nvCxnSpPr>
          <p:cNvPr id="4" name="直接连接符 3">
            <a:extLst>
              <a:ext uri="{FF2B5EF4-FFF2-40B4-BE49-F238E27FC236}">
                <a16:creationId xmlns:a16="http://schemas.microsoft.com/office/drawing/2014/main" id="{F087DE91-EA02-4B64-8F53-6FA3FD2D72E5}"/>
              </a:ext>
            </a:extLst>
          </p:cNvPr>
          <p:cNvCxnSpPr/>
          <p:nvPr/>
        </p:nvCxnSpPr>
        <p:spPr bwMode="auto">
          <a:xfrm flipV="1">
            <a:off x="685800" y="2276872"/>
            <a:ext cx="789856" cy="1152128"/>
          </a:xfrm>
          <a:prstGeom prst="line">
            <a:avLst/>
          </a:prstGeom>
          <a:solidFill>
            <a:schemeClr val="accent1"/>
          </a:solidFill>
          <a:ln w="9525" cap="flat" cmpd="sng" algn="ctr">
            <a:solidFill>
              <a:srgbClr val="FF0000"/>
            </a:solidFill>
            <a:prstDash val="solid"/>
            <a:round/>
            <a:headEnd type="none" w="med" len="med"/>
            <a:tailEnd type="none" w="med" len="med"/>
          </a:ln>
          <a:effectLst/>
        </p:spPr>
      </p:cxnSp>
      <p:cxnSp>
        <p:nvCxnSpPr>
          <p:cNvPr id="7" name="直接连接符 6">
            <a:extLst>
              <a:ext uri="{FF2B5EF4-FFF2-40B4-BE49-F238E27FC236}">
                <a16:creationId xmlns:a16="http://schemas.microsoft.com/office/drawing/2014/main" id="{65872E17-5078-4563-859A-267C51E88472}"/>
              </a:ext>
            </a:extLst>
          </p:cNvPr>
          <p:cNvCxnSpPr>
            <a:cxnSpLocks/>
            <a:stCxn id="2" idx="0"/>
          </p:cNvCxnSpPr>
          <p:nvPr/>
        </p:nvCxnSpPr>
        <p:spPr bwMode="auto">
          <a:xfrm flipV="1">
            <a:off x="1295636" y="2780928"/>
            <a:ext cx="972108" cy="644120"/>
          </a:xfrm>
          <a:prstGeom prst="line">
            <a:avLst/>
          </a:prstGeom>
          <a:solidFill>
            <a:schemeClr val="accent1"/>
          </a:solidFill>
          <a:ln w="9525" cap="flat" cmpd="sng" algn="ctr">
            <a:solidFill>
              <a:srgbClr val="FF0000"/>
            </a:solidFill>
            <a:prstDash val="solid"/>
            <a:round/>
            <a:headEnd type="none" w="med" len="med"/>
            <a:tailEnd type="none" w="med" len="med"/>
          </a:ln>
          <a:effectLst/>
        </p:spPr>
      </p:cxnSp>
      <p:sp>
        <p:nvSpPr>
          <p:cNvPr id="10" name="文本框 9">
            <a:extLst>
              <a:ext uri="{FF2B5EF4-FFF2-40B4-BE49-F238E27FC236}">
                <a16:creationId xmlns:a16="http://schemas.microsoft.com/office/drawing/2014/main" id="{A3F8C042-6C7B-467C-B69F-C473D4C106F7}"/>
              </a:ext>
            </a:extLst>
          </p:cNvPr>
          <p:cNvSpPr txBox="1"/>
          <p:nvPr/>
        </p:nvSpPr>
        <p:spPr>
          <a:xfrm>
            <a:off x="4716016" y="3259723"/>
            <a:ext cx="1944216" cy="338554"/>
          </a:xfrm>
          <a:prstGeom prst="rect">
            <a:avLst/>
          </a:prstGeom>
          <a:noFill/>
        </p:spPr>
        <p:txBody>
          <a:bodyPr wrap="square" rtlCol="0">
            <a:spAutoFit/>
          </a:bodyPr>
          <a:lstStyle/>
          <a:p>
            <a:r>
              <a:rPr lang="en-US" altLang="zh-CN" sz="1600" dirty="0">
                <a:solidFill>
                  <a:srgbClr val="FF0000"/>
                </a:solidFill>
              </a:rPr>
              <a:t>value of the instance</a:t>
            </a:r>
            <a:endParaRPr lang="zh-CN" altLang="en-US" sz="1600" dirty="0">
              <a:solidFill>
                <a:srgbClr val="FF0000"/>
              </a:solidFill>
            </a:endParaRPr>
          </a:p>
        </p:txBody>
      </p:sp>
      <p:cxnSp>
        <p:nvCxnSpPr>
          <p:cNvPr id="11" name="直接连接符 10">
            <a:extLst>
              <a:ext uri="{FF2B5EF4-FFF2-40B4-BE49-F238E27FC236}">
                <a16:creationId xmlns:a16="http://schemas.microsoft.com/office/drawing/2014/main" id="{159A70BB-FD26-4E45-BCB0-E04466E2C7E9}"/>
              </a:ext>
            </a:extLst>
          </p:cNvPr>
          <p:cNvCxnSpPr>
            <a:cxnSpLocks/>
          </p:cNvCxnSpPr>
          <p:nvPr/>
        </p:nvCxnSpPr>
        <p:spPr bwMode="auto">
          <a:xfrm flipH="1" flipV="1">
            <a:off x="4139952" y="2272922"/>
            <a:ext cx="2016224" cy="986803"/>
          </a:xfrm>
          <a:prstGeom prst="line">
            <a:avLst/>
          </a:prstGeom>
          <a:solidFill>
            <a:schemeClr val="accent1"/>
          </a:solidFill>
          <a:ln w="9525" cap="flat" cmpd="sng" algn="ctr">
            <a:solidFill>
              <a:srgbClr val="FF0000"/>
            </a:solidFill>
            <a:prstDash val="solid"/>
            <a:round/>
            <a:headEnd type="none" w="med" len="med"/>
            <a:tailEnd type="none" w="med" len="med"/>
          </a:ln>
          <a:effectLst/>
        </p:spPr>
      </p:cxnSp>
      <p:cxnSp>
        <p:nvCxnSpPr>
          <p:cNvPr id="13" name="直接连接符 12">
            <a:extLst>
              <a:ext uri="{FF2B5EF4-FFF2-40B4-BE49-F238E27FC236}">
                <a16:creationId xmlns:a16="http://schemas.microsoft.com/office/drawing/2014/main" id="{C703B644-76F9-4A0B-AEAE-49A84EDF05F6}"/>
              </a:ext>
            </a:extLst>
          </p:cNvPr>
          <p:cNvCxnSpPr>
            <a:cxnSpLocks/>
          </p:cNvCxnSpPr>
          <p:nvPr/>
        </p:nvCxnSpPr>
        <p:spPr bwMode="auto">
          <a:xfrm flipH="1" flipV="1">
            <a:off x="3851920" y="2780930"/>
            <a:ext cx="1440160" cy="478795"/>
          </a:xfrm>
          <a:prstGeom prst="line">
            <a:avLst/>
          </a:prstGeom>
          <a:solidFill>
            <a:schemeClr val="accent1"/>
          </a:solidFill>
          <a:ln w="9525" cap="flat" cmpd="sng" algn="ctr">
            <a:solidFill>
              <a:srgbClr val="FF0000"/>
            </a:solidFill>
            <a:prstDash val="solid"/>
            <a:round/>
            <a:headEnd type="none" w="med" len="med"/>
            <a:tailEnd type="none" w="med" len="med"/>
          </a:ln>
          <a:effectLst/>
        </p:spPr>
      </p:cxnSp>
    </p:spTree>
    <p:extLst>
      <p:ext uri="{BB962C8B-B14F-4D97-AF65-F5344CB8AC3E}">
        <p14:creationId xmlns:p14="http://schemas.microsoft.com/office/powerpoint/2010/main" val="3141719624"/>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ED85B9-1559-467E-9948-B72993F58A48}"/>
              </a:ext>
            </a:extLst>
          </p:cNvPr>
          <p:cNvSpPr>
            <a:spLocks noGrp="1"/>
          </p:cNvSpPr>
          <p:nvPr>
            <p:ph type="title"/>
          </p:nvPr>
        </p:nvSpPr>
        <p:spPr/>
        <p:txBody>
          <a:bodyPr/>
          <a:lstStyle/>
          <a:p>
            <a:r>
              <a:rPr lang="en-US" altLang="zh-CN" dirty="0"/>
              <a:t>APIs: Scene</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17360F06-70B0-476F-8BE1-0EF6303F0244}"/>
                  </a:ext>
                </a:extLst>
              </p:cNvPr>
              <p:cNvSpPr>
                <a:spLocks noGrp="1"/>
              </p:cNvSpPr>
              <p:nvPr>
                <p:ph idx="1"/>
              </p:nvPr>
            </p:nvSpPr>
            <p:spPr/>
            <p:txBody>
              <a:bodyPr/>
              <a:lstStyle/>
              <a:p>
                <a:r>
                  <a:rPr lang="zh-CN" altLang="en-US" dirty="0"/>
                  <a:t>生成的应用由一个</a:t>
                </a:r>
                <a14:m>
                  <m:oMath xmlns:m="http://schemas.openxmlformats.org/officeDocument/2006/math">
                    <m:r>
                      <a:rPr lang="en-US" altLang="zh-CN" i="1" dirty="0" smtClean="0">
                        <a:latin typeface="Cambria Math" panose="02040503050406030204" pitchFamily="18" charset="0"/>
                      </a:rPr>
                      <m:t>𝑆𝑐𝑒𝑛𝑒</m:t>
                    </m:r>
                  </m:oMath>
                </a14:m>
                <a:r>
                  <a:rPr lang="zh-CN" altLang="en-US" dirty="0"/>
                  <a:t>对象代表。</a:t>
                </a:r>
                <a:endParaRPr lang="en-US" altLang="zh-CN" dirty="0"/>
              </a:p>
              <a:p>
                <a:pPr lvl="1"/>
                <a14:m>
                  <m:oMath xmlns:m="http://schemas.openxmlformats.org/officeDocument/2006/math">
                    <m:r>
                      <a:rPr lang="en-US" altLang="zh-CN" i="1" dirty="0" smtClean="0">
                        <a:latin typeface="Cambria Math" panose="02040503050406030204" pitchFamily="18" charset="0"/>
                      </a:rPr>
                      <m:t>𝑆𝑜𝑜𝑡𝐶𝑙𝑎𝑠𝑠</m:t>
                    </m:r>
                    <m:r>
                      <a:rPr lang="en-US" altLang="zh-CN" i="1" dirty="0" smtClean="0">
                        <a:latin typeface="Cambria Math" panose="02040503050406030204" pitchFamily="18" charset="0"/>
                      </a:rPr>
                      <m:t> </m:t>
                    </m:r>
                    <m:r>
                      <a:rPr lang="en-US" altLang="zh-CN" i="1" dirty="0" err="1" smtClean="0">
                        <a:latin typeface="Cambria Math" panose="02040503050406030204" pitchFamily="18" charset="0"/>
                      </a:rPr>
                      <m:t>𝑙𝑜𝑎𝑑𝐶𝑙𝑎𝑠𝑠𝐴𝑛𝑑𝑆𝑢𝑝𝑝𝑜𝑟𝑡</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𝑆𝑡𝑟𝑖𝑛𝑔</m:t>
                    </m:r>
                    <m:r>
                      <a:rPr lang="en-US" altLang="zh-CN" i="1" dirty="0" smtClean="0">
                        <a:latin typeface="Cambria Math" panose="02040503050406030204" pitchFamily="18" charset="0"/>
                      </a:rPr>
                      <m:t> </m:t>
                    </m:r>
                    <m:r>
                      <a:rPr lang="en-US" altLang="zh-CN" i="1" dirty="0" err="1" smtClean="0">
                        <a:latin typeface="Cambria Math" panose="02040503050406030204" pitchFamily="18" charset="0"/>
                      </a:rPr>
                      <m:t>𝑐𝑙𝑎𝑠𝑠𝑁𝑎𝑚𝑒</m:t>
                    </m:r>
                    <m:r>
                      <a:rPr lang="en-US" altLang="zh-CN" i="1" dirty="0" smtClean="0">
                        <a:latin typeface="Cambria Math" panose="02040503050406030204" pitchFamily="18" charset="0"/>
                      </a:rPr>
                      <m:t>)</m:t>
                    </m:r>
                  </m:oMath>
                </a14:m>
                <a:endParaRPr lang="en-US" altLang="zh-CN" dirty="0"/>
              </a:p>
              <a:p>
                <a:pPr lvl="2"/>
                <a:r>
                  <a:rPr lang="en-US" altLang="zh-CN" dirty="0"/>
                  <a:t>Loads the given class and resolves all the classes necessary to support that class, that is, the transitive closure of all the references of classes within the class.</a:t>
                </a:r>
                <a:r>
                  <a:rPr lang="zh-CN" altLang="en-US" dirty="0"/>
                  <a:t>（加载类及被该类引用的类。）</a:t>
                </a:r>
                <a:endParaRPr lang="en-US" altLang="zh-CN" dirty="0"/>
              </a:p>
              <a:p>
                <a:pPr lvl="1"/>
                <a14:m>
                  <m:oMath xmlns:m="http://schemas.openxmlformats.org/officeDocument/2006/math">
                    <m:r>
                      <a:rPr lang="en-US" altLang="zh-CN" i="1" dirty="0" smtClean="0">
                        <a:latin typeface="Cambria Math" panose="02040503050406030204" pitchFamily="18" charset="0"/>
                      </a:rPr>
                      <m:t>𝑣𝑜𝑖𝑑</m:t>
                    </m:r>
                    <m:r>
                      <a:rPr lang="en-US" altLang="zh-CN" i="1" dirty="0" smtClean="0">
                        <a:latin typeface="Cambria Math" panose="02040503050406030204" pitchFamily="18" charset="0"/>
                      </a:rPr>
                      <m:t> </m:t>
                    </m:r>
                    <m:r>
                      <a:rPr lang="en-US" altLang="zh-CN" i="1" dirty="0" err="1" smtClean="0">
                        <a:latin typeface="Cambria Math" panose="02040503050406030204" pitchFamily="18" charset="0"/>
                      </a:rPr>
                      <m:t>𝑎𝑑𝑑𝐶𝑙𝑎𝑠𝑠</m:t>
                    </m:r>
                    <m:r>
                      <a:rPr lang="en-US" altLang="zh-CN" i="1" dirty="0" smtClean="0">
                        <a:latin typeface="Cambria Math" panose="02040503050406030204" pitchFamily="18" charset="0"/>
                      </a:rPr>
                      <m:t>(</m:t>
                    </m:r>
                    <m:r>
                      <a:rPr lang="en-US" altLang="zh-CN" i="1" dirty="0" err="1" smtClean="0">
                        <a:latin typeface="Cambria Math" panose="02040503050406030204" pitchFamily="18" charset="0"/>
                      </a:rPr>
                      <m:t>𝑆𝑜𝑜𝑡𝐶𝑙𝑎𝑠𝑠</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𝑐𝑙𝑎𝑠𝑠</m:t>
                    </m:r>
                    <m:r>
                      <a:rPr lang="en-US" altLang="zh-CN" i="1" dirty="0" smtClean="0">
                        <a:latin typeface="Cambria Math" panose="02040503050406030204" pitchFamily="18" charset="0"/>
                      </a:rPr>
                      <m:t>)</m:t>
                    </m:r>
                  </m:oMath>
                </a14:m>
                <a:endParaRPr lang="en-US" altLang="zh-CN" dirty="0"/>
              </a:p>
              <a:p>
                <a:pPr lvl="2"/>
                <a:r>
                  <a:rPr lang="zh-CN" altLang="en-US" dirty="0"/>
                  <a:t>把</a:t>
                </a:r>
                <a:r>
                  <a:rPr lang="en-US" altLang="zh-CN" dirty="0" err="1"/>
                  <a:t>SootClass</a:t>
                </a:r>
                <a:r>
                  <a:rPr lang="zh-CN" altLang="en-US" dirty="0"/>
                  <a:t>对象加入</a:t>
                </a:r>
                <a:r>
                  <a:rPr lang="en-US" altLang="zh-CN" dirty="0"/>
                  <a:t>Scene. </a:t>
                </a:r>
                <a:endParaRPr lang="zh-CN" altLang="en-US" dirty="0"/>
              </a:p>
            </p:txBody>
          </p:sp>
        </mc:Choice>
        <mc:Fallback xmlns="">
          <p:sp>
            <p:nvSpPr>
              <p:cNvPr id="3" name="内容占位符 2">
                <a:extLst>
                  <a:ext uri="{FF2B5EF4-FFF2-40B4-BE49-F238E27FC236}">
                    <a16:creationId xmlns:a16="http://schemas.microsoft.com/office/drawing/2014/main" id="{17360F06-70B0-476F-8BE1-0EF6303F0244}"/>
                  </a:ext>
                </a:extLst>
              </p:cNvPr>
              <p:cNvSpPr>
                <a:spLocks noGrp="1" noRot="1" noChangeAspect="1" noMove="1" noResize="1" noEditPoints="1" noAdjustHandles="1" noChangeArrowheads="1" noChangeShapeType="1" noTextEdit="1"/>
              </p:cNvSpPr>
              <p:nvPr>
                <p:ph idx="1"/>
              </p:nvPr>
            </p:nvSpPr>
            <p:spPr>
              <a:blipFill>
                <a:blip r:embed="rId2"/>
                <a:stretch>
                  <a:fillRect l="-1412" t="-1795" r="-400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325991539"/>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74A91C-89B2-46EB-AA4F-9FEEB1AF9E1E}"/>
              </a:ext>
            </a:extLst>
          </p:cNvPr>
          <p:cNvSpPr>
            <a:spLocks noGrp="1"/>
          </p:cNvSpPr>
          <p:nvPr>
            <p:ph type="title"/>
          </p:nvPr>
        </p:nvSpPr>
        <p:spPr/>
        <p:txBody>
          <a:bodyPr/>
          <a:lstStyle/>
          <a:p>
            <a:r>
              <a:rPr lang="en-US" altLang="zh-CN" dirty="0"/>
              <a:t>APIs: </a:t>
            </a:r>
            <a:r>
              <a:rPr lang="en-US" altLang="zh-CN" dirty="0" err="1"/>
              <a:t>SootClass</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7E9399E7-3E64-420C-813E-154B6A17FA2F}"/>
                  </a:ext>
                </a:extLst>
              </p:cNvPr>
              <p:cNvSpPr>
                <a:spLocks noGrp="1"/>
              </p:cNvSpPr>
              <p:nvPr>
                <p:ph idx="1"/>
              </p:nvPr>
            </p:nvSpPr>
            <p:spPr/>
            <p:txBody>
              <a:bodyPr/>
              <a:lstStyle/>
              <a:p>
                <a:r>
                  <a:rPr lang="en-US" altLang="zh-CN" dirty="0"/>
                  <a:t>Scene</a:t>
                </a:r>
                <a:r>
                  <a:rPr lang="zh-CN" altLang="en-US" dirty="0"/>
                  <a:t>中的具体的类由</a:t>
                </a:r>
                <a14:m>
                  <m:oMath xmlns:m="http://schemas.openxmlformats.org/officeDocument/2006/math">
                    <m:r>
                      <a:rPr lang="en-US" altLang="zh-CN" i="1" dirty="0" smtClean="0">
                        <a:latin typeface="Cambria Math" panose="02040503050406030204" pitchFamily="18" charset="0"/>
                      </a:rPr>
                      <m:t>𝑆𝑜𝑜𝑡𝐶𝑙𝑎𝑠𝑠</m:t>
                    </m:r>
                  </m:oMath>
                </a14:m>
                <a:r>
                  <a:rPr lang="zh-CN" altLang="en-US" dirty="0"/>
                  <a:t>类表示。</a:t>
                </a:r>
                <a:endParaRPr lang="en-US" altLang="zh-CN" dirty="0"/>
              </a:p>
              <a:p>
                <a:pPr lvl="1"/>
                <a14:m>
                  <m:oMath xmlns:m="http://schemas.openxmlformats.org/officeDocument/2006/math">
                    <m:r>
                      <a:rPr lang="en-US" altLang="zh-CN" i="1" dirty="0" smtClean="0">
                        <a:latin typeface="Cambria Math" panose="02040503050406030204" pitchFamily="18" charset="0"/>
                      </a:rPr>
                      <m:t>𝑛𝑒𝑤</m:t>
                    </m:r>
                    <m:r>
                      <a:rPr lang="en-US" altLang="zh-CN" i="1" dirty="0" smtClean="0">
                        <a:latin typeface="Cambria Math" panose="02040503050406030204" pitchFamily="18" charset="0"/>
                      </a:rPr>
                      <m:t> </m:t>
                    </m:r>
                    <m:r>
                      <a:rPr lang="en-US" altLang="zh-CN" i="1" dirty="0" err="1" smtClean="0">
                        <a:latin typeface="Cambria Math" panose="02040503050406030204" pitchFamily="18" charset="0"/>
                      </a:rPr>
                      <m:t>𝑆𝑜𝑜𝑡𝐶𝑙𝑎𝑠𝑠</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𝑆𝑡𝑟𝑖𝑛𝑔</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𝑛𝑎𝑚𝑒</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𝑖𝑛𝑡</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𝑚𝑜𝑑𝑖𝑓𝑖𝑒𝑟𝑠</m:t>
                    </m:r>
                    <m:r>
                      <a:rPr lang="en-US" altLang="zh-CN" i="1" dirty="0" smtClean="0">
                        <a:latin typeface="Cambria Math" panose="02040503050406030204" pitchFamily="18" charset="0"/>
                      </a:rPr>
                      <m:t>)</m:t>
                    </m:r>
                  </m:oMath>
                </a14:m>
                <a:endParaRPr lang="en-US" altLang="zh-CN" dirty="0"/>
              </a:p>
              <a:p>
                <a:pPr lvl="2"/>
                <a:r>
                  <a:rPr lang="zh-CN" altLang="en-US" dirty="0"/>
                  <a:t>构造</a:t>
                </a:r>
                <a14:m>
                  <m:oMath xmlns:m="http://schemas.openxmlformats.org/officeDocument/2006/math">
                    <m:r>
                      <a:rPr lang="en-US" altLang="zh-CN" i="1" dirty="0" smtClean="0">
                        <a:latin typeface="Cambria Math" panose="02040503050406030204" pitchFamily="18" charset="0"/>
                      </a:rPr>
                      <m:t>𝑆𝑜𝑜𝑡𝐶𝑙𝑎𝑠𝑠</m:t>
                    </m:r>
                  </m:oMath>
                </a14:m>
                <a:r>
                  <a:rPr lang="zh-CN" altLang="en-US" dirty="0"/>
                  <a:t>实例。</a:t>
                </a:r>
                <a:endParaRPr lang="en-US" altLang="zh-CN" dirty="0"/>
              </a:p>
              <a:p>
                <a:pPr lvl="1"/>
                <a14:m>
                  <m:oMath xmlns:m="http://schemas.openxmlformats.org/officeDocument/2006/math">
                    <m:r>
                      <a:rPr lang="en-US" altLang="zh-CN" i="1" dirty="0" smtClean="0">
                        <a:latin typeface="Cambria Math" panose="02040503050406030204" pitchFamily="18" charset="0"/>
                      </a:rPr>
                      <m:t>𝑣𝑜𝑖𝑑</m:t>
                    </m:r>
                    <m:r>
                      <a:rPr lang="en-US" altLang="zh-CN" i="1" dirty="0" smtClean="0">
                        <a:latin typeface="Cambria Math" panose="02040503050406030204" pitchFamily="18" charset="0"/>
                      </a:rPr>
                      <m:t> </m:t>
                    </m:r>
                    <m:r>
                      <a:rPr lang="en-US" altLang="zh-CN" i="1" dirty="0" err="1" smtClean="0">
                        <a:latin typeface="Cambria Math" panose="02040503050406030204" pitchFamily="18" charset="0"/>
                      </a:rPr>
                      <m:t>𝑎𝑑𝑑𝐹𝑖𝑒𝑙𝑑</m:t>
                    </m:r>
                    <m:r>
                      <a:rPr lang="en-US" altLang="zh-CN" i="1" dirty="0" smtClean="0">
                        <a:latin typeface="Cambria Math" panose="02040503050406030204" pitchFamily="18" charset="0"/>
                      </a:rPr>
                      <m:t>(</m:t>
                    </m:r>
                    <m:r>
                      <a:rPr lang="en-US" altLang="zh-CN" i="1" dirty="0" err="1" smtClean="0">
                        <a:latin typeface="Cambria Math" panose="02040503050406030204" pitchFamily="18" charset="0"/>
                      </a:rPr>
                      <m:t>𝑆𝑜𝑜𝑡𝐹𝑖𝑒𝑙𝑑</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𝑓</m:t>
                    </m:r>
                    <m:r>
                      <a:rPr lang="en-US" altLang="zh-CN" i="1" dirty="0" smtClean="0">
                        <a:latin typeface="Cambria Math" panose="02040503050406030204" pitchFamily="18" charset="0"/>
                      </a:rPr>
                      <m:t>)</m:t>
                    </m:r>
                  </m:oMath>
                </a14:m>
                <a:endParaRPr lang="en-US" altLang="zh-CN" dirty="0"/>
              </a:p>
              <a:p>
                <a:pPr lvl="2"/>
                <a:r>
                  <a:rPr lang="zh-CN" altLang="en-US" dirty="0"/>
                  <a:t>为该类添加</a:t>
                </a:r>
                <a:r>
                  <a:rPr lang="en-US" altLang="zh-CN" dirty="0"/>
                  <a:t>field</a:t>
                </a:r>
                <a:r>
                  <a:rPr lang="zh-CN" altLang="en-US" dirty="0"/>
                  <a:t>。</a:t>
                </a:r>
                <a:endParaRPr lang="en-US" altLang="zh-CN" i="1" dirty="0">
                  <a:latin typeface="Cambria Math" panose="02040503050406030204" pitchFamily="18" charset="0"/>
                </a:endParaRPr>
              </a:p>
              <a:p>
                <a:pPr lvl="1"/>
                <a14:m>
                  <m:oMath xmlns:m="http://schemas.openxmlformats.org/officeDocument/2006/math">
                    <m:r>
                      <a:rPr lang="en-US" altLang="zh-CN" i="1" dirty="0" smtClean="0">
                        <a:latin typeface="Cambria Math" panose="02040503050406030204" pitchFamily="18" charset="0"/>
                      </a:rPr>
                      <m:t>𝑣𝑜𝑖𝑑</m:t>
                    </m:r>
                    <m:r>
                      <a:rPr lang="en-US" altLang="zh-CN" i="1" dirty="0" smtClean="0">
                        <a:latin typeface="Cambria Math" panose="02040503050406030204" pitchFamily="18" charset="0"/>
                      </a:rPr>
                      <m:t> </m:t>
                    </m:r>
                    <m:r>
                      <a:rPr lang="en-US" altLang="zh-CN" i="1" dirty="0" err="1" smtClean="0">
                        <a:latin typeface="Cambria Math" panose="02040503050406030204" pitchFamily="18" charset="0"/>
                      </a:rPr>
                      <m:t>𝑎𝑑𝑑𝑀𝑒𝑡h𝑜𝑑</m:t>
                    </m:r>
                    <m:r>
                      <a:rPr lang="en-US" altLang="zh-CN" i="1" dirty="0" smtClean="0">
                        <a:latin typeface="Cambria Math" panose="02040503050406030204" pitchFamily="18" charset="0"/>
                      </a:rPr>
                      <m:t>(</m:t>
                    </m:r>
                    <m:r>
                      <a:rPr lang="en-US" altLang="zh-CN" i="1" dirty="0" err="1" smtClean="0">
                        <a:latin typeface="Cambria Math" panose="02040503050406030204" pitchFamily="18" charset="0"/>
                      </a:rPr>
                      <m:t>𝑆𝑜𝑜𝑡𝑀𝑒𝑡h𝑜𝑑</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𝑚</m:t>
                    </m:r>
                    <m:r>
                      <a:rPr lang="en-US" altLang="zh-CN" i="1" dirty="0" smtClean="0">
                        <a:latin typeface="Cambria Math" panose="02040503050406030204" pitchFamily="18" charset="0"/>
                      </a:rPr>
                      <m:t>)</m:t>
                    </m:r>
                  </m:oMath>
                </a14:m>
                <a:endParaRPr lang="en-US" altLang="zh-CN" dirty="0"/>
              </a:p>
              <a:p>
                <a:pPr lvl="2"/>
                <a:r>
                  <a:rPr lang="zh-CN" altLang="en-US" dirty="0"/>
                  <a:t>为该类添加</a:t>
                </a:r>
                <a:r>
                  <a:rPr lang="en-US" altLang="zh-CN" dirty="0"/>
                  <a:t>method</a:t>
                </a:r>
                <a:r>
                  <a:rPr lang="zh-CN" altLang="en-US" dirty="0"/>
                  <a:t>。</a:t>
                </a:r>
                <a:endParaRPr lang="en-US" altLang="zh-CN" dirty="0"/>
              </a:p>
            </p:txBody>
          </p:sp>
        </mc:Choice>
        <mc:Fallback xmlns="">
          <p:sp>
            <p:nvSpPr>
              <p:cNvPr id="3" name="内容占位符 2">
                <a:extLst>
                  <a:ext uri="{FF2B5EF4-FFF2-40B4-BE49-F238E27FC236}">
                    <a16:creationId xmlns:a16="http://schemas.microsoft.com/office/drawing/2014/main" id="{7E9399E7-3E64-420C-813E-154B6A17FA2F}"/>
                  </a:ext>
                </a:extLst>
              </p:cNvPr>
              <p:cNvSpPr>
                <a:spLocks noGrp="1" noRot="1" noChangeAspect="1" noMove="1" noResize="1" noEditPoints="1" noAdjustHandles="1" noChangeArrowheads="1" noChangeShapeType="1" noTextEdit="1"/>
              </p:cNvSpPr>
              <p:nvPr>
                <p:ph idx="1"/>
              </p:nvPr>
            </p:nvSpPr>
            <p:spPr>
              <a:blipFill>
                <a:blip r:embed="rId2"/>
                <a:stretch>
                  <a:fillRect l="-1412" t="-179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22543063"/>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CF5860-E6ED-492D-A193-5F69EB9DE81E}"/>
              </a:ext>
            </a:extLst>
          </p:cNvPr>
          <p:cNvSpPr>
            <a:spLocks noGrp="1"/>
          </p:cNvSpPr>
          <p:nvPr>
            <p:ph type="title"/>
          </p:nvPr>
        </p:nvSpPr>
        <p:spPr/>
        <p:txBody>
          <a:bodyPr/>
          <a:lstStyle/>
          <a:p>
            <a:r>
              <a:rPr lang="en-US" altLang="zh-CN" dirty="0"/>
              <a:t>APIs: </a:t>
            </a:r>
            <a:r>
              <a:rPr lang="en-US" altLang="zh-CN" dirty="0" err="1"/>
              <a:t>SootField</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69C6C75E-BBCD-4F4A-8A3A-52868B4EF5EF}"/>
                  </a:ext>
                </a:extLst>
              </p:cNvPr>
              <p:cNvSpPr>
                <a:spLocks noGrp="1"/>
              </p:cNvSpPr>
              <p:nvPr>
                <p:ph idx="1"/>
              </p:nvPr>
            </p:nvSpPr>
            <p:spPr/>
            <p:txBody>
              <a:bodyPr/>
              <a:lstStyle/>
              <a:p>
                <a14:m>
                  <m:oMath xmlns:m="http://schemas.openxmlformats.org/officeDocument/2006/math">
                    <m:r>
                      <a:rPr lang="en-US" altLang="zh-CN" i="1" dirty="0" smtClean="0">
                        <a:latin typeface="Cambria Math" panose="02040503050406030204" pitchFamily="18" charset="0"/>
                      </a:rPr>
                      <m:t>𝑆𝑜𝑜𝑡𝐹𝑖𝑒𝑙𝑑</m:t>
                    </m:r>
                  </m:oMath>
                </a14:m>
                <a:r>
                  <a:rPr lang="zh-CN" altLang="en-US" dirty="0"/>
                  <a:t>类的实例代表</a:t>
                </a:r>
                <a:r>
                  <a:rPr lang="en-US" altLang="zh-CN" dirty="0"/>
                  <a:t>Java</a:t>
                </a:r>
                <a:r>
                  <a:rPr lang="zh-CN" altLang="en-US" dirty="0"/>
                  <a:t>。</a:t>
                </a:r>
                <a:endParaRPr lang="en-US" altLang="zh-CN" dirty="0"/>
              </a:p>
              <a:p>
                <a:pPr lvl="1"/>
                <a14:m>
                  <m:oMath xmlns:m="http://schemas.openxmlformats.org/officeDocument/2006/math">
                    <m:r>
                      <a:rPr lang="en-US" altLang="zh-CN" i="1" dirty="0" smtClean="0">
                        <a:latin typeface="Cambria Math" panose="02040503050406030204" pitchFamily="18" charset="0"/>
                      </a:rPr>
                      <m:t>𝑆𝑜𝑜𝑡𝐹𝑖𝑒𝑙𝑑</m:t>
                    </m:r>
                    <m:r>
                      <a:rPr lang="en-US" altLang="zh-CN" i="1" dirty="0" smtClean="0">
                        <a:latin typeface="Cambria Math" panose="02040503050406030204" pitchFamily="18" charset="0"/>
                      </a:rPr>
                      <m:t>(</m:t>
                    </m:r>
                    <m:r>
                      <a:rPr lang="en-US" altLang="zh-CN" i="1" dirty="0" err="1" smtClean="0">
                        <a:latin typeface="Cambria Math" panose="02040503050406030204" pitchFamily="18" charset="0"/>
                      </a:rPr>
                      <m:t>𝑗𝑎𝑣𝑎</m:t>
                    </m:r>
                    <m:r>
                      <a:rPr lang="en-US" altLang="zh-CN" i="1" dirty="0" err="1" smtClean="0">
                        <a:latin typeface="Cambria Math" panose="02040503050406030204" pitchFamily="18" charset="0"/>
                      </a:rPr>
                      <m:t>.</m:t>
                    </m:r>
                    <m:r>
                      <a:rPr lang="en-US" altLang="zh-CN" i="1" dirty="0" err="1" smtClean="0">
                        <a:latin typeface="Cambria Math" panose="02040503050406030204" pitchFamily="18" charset="0"/>
                      </a:rPr>
                      <m:t>𝑙𝑎𝑛𝑔</m:t>
                    </m:r>
                    <m:r>
                      <a:rPr lang="en-US" altLang="zh-CN" i="1" dirty="0" err="1" smtClean="0">
                        <a:latin typeface="Cambria Math" panose="02040503050406030204" pitchFamily="18" charset="0"/>
                      </a:rPr>
                      <m:t>.</m:t>
                    </m:r>
                    <m:r>
                      <a:rPr lang="en-US" altLang="zh-CN" i="1" dirty="0" err="1" smtClean="0">
                        <a:latin typeface="Cambria Math" panose="02040503050406030204" pitchFamily="18" charset="0"/>
                      </a:rPr>
                      <m:t>𝑆𝑡𝑟𝑖𝑛𝑔</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𝑛𝑎𝑚𝑒</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𝑇𝑦𝑝𝑒</m:t>
                    </m:r>
                    <m:r>
                      <a:rPr lang="en-US" altLang="zh-CN" i="1" dirty="0" smtClean="0">
                        <a:latin typeface="Cambria Math" panose="02040503050406030204" pitchFamily="18" charset="0"/>
                      </a:rPr>
                      <m:t> </m:t>
                    </m:r>
                    <m:r>
                      <a:rPr lang="en-US" altLang="zh-CN" i="1" dirty="0" err="1" smtClean="0">
                        <a:latin typeface="Cambria Math" panose="02040503050406030204" pitchFamily="18" charset="0"/>
                      </a:rPr>
                      <m:t>𝑡𝑦𝑝𝑒</m:t>
                    </m:r>
                    <m:r>
                      <a:rPr lang="en-US" altLang="zh-CN" i="1" dirty="0" smtClean="0">
                        <a:latin typeface="Cambria Math" panose="02040503050406030204" pitchFamily="18" charset="0"/>
                      </a:rPr>
                      <m:t>, </m:t>
                    </m:r>
                  </m:oMath>
                </a14:m>
                <a:endParaRPr lang="en-US" altLang="zh-CN" i="1" dirty="0">
                  <a:latin typeface="Cambria Math" panose="02040503050406030204" pitchFamily="18" charset="0"/>
                </a:endParaRPr>
              </a:p>
              <a:p>
                <a:pPr marL="457200" lvl="1" indent="0">
                  <a:buNone/>
                </a:pPr>
                <a:r>
                  <a:rPr lang="en-US" altLang="zh-CN" dirty="0"/>
                  <a:t>                       </a:t>
                </a:r>
                <a14:m>
                  <m:oMath xmlns:m="http://schemas.openxmlformats.org/officeDocument/2006/math">
                    <m:r>
                      <a:rPr lang="en-US" altLang="zh-CN" i="1" dirty="0" smtClean="0">
                        <a:latin typeface="Cambria Math" panose="02040503050406030204" pitchFamily="18" charset="0"/>
                      </a:rPr>
                      <m:t>𝑖𝑛𝑡</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𝑚𝑜𝑑𝑖𝑓𝑖𝑒𝑟𝑠</m:t>
                    </m:r>
                    <m:r>
                      <a:rPr lang="en-US" altLang="zh-CN" i="1" dirty="0" smtClean="0">
                        <a:latin typeface="Cambria Math" panose="02040503050406030204" pitchFamily="18" charset="0"/>
                      </a:rPr>
                      <m:t>)</m:t>
                    </m:r>
                  </m:oMath>
                </a14:m>
                <a:endParaRPr lang="en-US" altLang="zh-CN" dirty="0"/>
              </a:p>
              <a:p>
                <a:pPr lvl="2"/>
                <a14:m>
                  <m:oMath xmlns:m="http://schemas.openxmlformats.org/officeDocument/2006/math">
                    <m:r>
                      <a:rPr lang="en-US" altLang="zh-CN" i="1" dirty="0" smtClean="0">
                        <a:latin typeface="Cambria Math" panose="02040503050406030204" pitchFamily="18" charset="0"/>
                      </a:rPr>
                      <m:t>𝑆𝑜𝑜𝑡𝐹𝑖𝑒𝑙𝑑</m:t>
                    </m:r>
                  </m:oMath>
                </a14:m>
                <a:r>
                  <a:rPr lang="zh-CN" altLang="en-US" dirty="0"/>
                  <a:t>类的构造函数。</a:t>
                </a:r>
              </a:p>
            </p:txBody>
          </p:sp>
        </mc:Choice>
        <mc:Fallback xmlns="">
          <p:sp>
            <p:nvSpPr>
              <p:cNvPr id="3" name="内容占位符 2">
                <a:extLst>
                  <a:ext uri="{FF2B5EF4-FFF2-40B4-BE49-F238E27FC236}">
                    <a16:creationId xmlns:a16="http://schemas.microsoft.com/office/drawing/2014/main" id="{69C6C75E-BBCD-4F4A-8A3A-52868B4EF5EF}"/>
                  </a:ext>
                </a:extLst>
              </p:cNvPr>
              <p:cNvSpPr>
                <a:spLocks noGrp="1" noRot="1" noChangeAspect="1" noMove="1" noResize="1" noEditPoints="1" noAdjustHandles="1" noChangeArrowheads="1" noChangeShapeType="1" noTextEdit="1"/>
              </p:cNvSpPr>
              <p:nvPr>
                <p:ph idx="1"/>
              </p:nvPr>
            </p:nvSpPr>
            <p:spPr>
              <a:blipFill>
                <a:blip r:embed="rId2"/>
                <a:stretch>
                  <a:fillRect t="-179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28590937"/>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072ECB-86CE-4CB1-9D6C-D7A040A21936}"/>
              </a:ext>
            </a:extLst>
          </p:cNvPr>
          <p:cNvSpPr>
            <a:spLocks noGrp="1"/>
          </p:cNvSpPr>
          <p:nvPr>
            <p:ph type="title"/>
          </p:nvPr>
        </p:nvSpPr>
        <p:spPr/>
        <p:txBody>
          <a:bodyPr/>
          <a:lstStyle/>
          <a:p>
            <a:r>
              <a:rPr lang="en-US" altLang="zh-CN" dirty="0"/>
              <a:t>APIs: </a:t>
            </a:r>
            <a:r>
              <a:rPr lang="en-US" altLang="zh-CN" dirty="0" err="1"/>
              <a:t>SootMethod</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40915E68-B5BF-46CB-86A1-CCA25D7D57CA}"/>
                  </a:ext>
                </a:extLst>
              </p:cNvPr>
              <p:cNvSpPr>
                <a:spLocks noGrp="1"/>
              </p:cNvSpPr>
              <p:nvPr>
                <p:ph idx="1"/>
              </p:nvPr>
            </p:nvSpPr>
            <p:spPr/>
            <p:txBody>
              <a:bodyPr/>
              <a:lstStyle/>
              <a:p>
                <a14:m>
                  <m:oMath xmlns:m="http://schemas.openxmlformats.org/officeDocument/2006/math">
                    <m:r>
                      <a:rPr lang="en-US" altLang="zh-CN" i="1" dirty="0" smtClean="0">
                        <a:latin typeface="Cambria Math" panose="02040503050406030204" pitchFamily="18" charset="0"/>
                      </a:rPr>
                      <m:t>𝑆𝑜𝑜𝑡𝑀𝑒𝑡h𝑜𝑑</m:t>
                    </m:r>
                  </m:oMath>
                </a14:m>
                <a:r>
                  <a:rPr lang="zh-CN" altLang="en-US" dirty="0"/>
                  <a:t>类的实例代表</a:t>
                </a:r>
                <a:r>
                  <a:rPr lang="en-US" altLang="zh-CN" dirty="0"/>
                  <a:t>Java</a:t>
                </a:r>
                <a:r>
                  <a:rPr lang="zh-CN" altLang="en-US" dirty="0"/>
                  <a:t>方法。</a:t>
                </a:r>
                <a:r>
                  <a:rPr lang="en-US" altLang="zh-CN" dirty="0"/>
                  <a:t> </a:t>
                </a:r>
              </a:p>
              <a:p>
                <a:pPr lvl="1"/>
                <a14:m>
                  <m:oMath xmlns:m="http://schemas.openxmlformats.org/officeDocument/2006/math">
                    <m:r>
                      <a:rPr lang="en-US" altLang="zh-CN" i="1" dirty="0" smtClean="0">
                        <a:latin typeface="Cambria Math" panose="02040503050406030204" pitchFamily="18" charset="0"/>
                      </a:rPr>
                      <m:t>𝑆𝑜𝑜𝑡𝑀𝑒𝑡h𝑜𝑑</m:t>
                    </m:r>
                    <m:r>
                      <a:rPr lang="en-US" altLang="zh-CN" i="1" dirty="0" smtClean="0">
                        <a:latin typeface="Cambria Math" panose="02040503050406030204" pitchFamily="18" charset="0"/>
                      </a:rPr>
                      <m:t>(</m:t>
                    </m:r>
                    <m:r>
                      <a:rPr lang="en-US" altLang="zh-CN" i="1" dirty="0" err="1" smtClean="0">
                        <a:latin typeface="Cambria Math" panose="02040503050406030204" pitchFamily="18" charset="0"/>
                      </a:rPr>
                      <m:t>𝑗𝑎𝑣𝑎</m:t>
                    </m:r>
                    <m:r>
                      <a:rPr lang="en-US" altLang="zh-CN" i="1" dirty="0" err="1" smtClean="0">
                        <a:latin typeface="Cambria Math" panose="02040503050406030204" pitchFamily="18" charset="0"/>
                      </a:rPr>
                      <m:t>.</m:t>
                    </m:r>
                    <m:r>
                      <a:rPr lang="en-US" altLang="zh-CN" i="1" dirty="0" err="1" smtClean="0">
                        <a:latin typeface="Cambria Math" panose="02040503050406030204" pitchFamily="18" charset="0"/>
                      </a:rPr>
                      <m:t>𝑙𝑎𝑛𝑔</m:t>
                    </m:r>
                    <m:r>
                      <a:rPr lang="en-US" altLang="zh-CN" i="1" dirty="0" err="1" smtClean="0">
                        <a:latin typeface="Cambria Math" panose="02040503050406030204" pitchFamily="18" charset="0"/>
                      </a:rPr>
                      <m:t>.</m:t>
                    </m:r>
                    <m:r>
                      <a:rPr lang="en-US" altLang="zh-CN" i="1" dirty="0" err="1" smtClean="0">
                        <a:latin typeface="Cambria Math" panose="02040503050406030204" pitchFamily="18" charset="0"/>
                      </a:rPr>
                      <m:t>𝑆𝑡𝑟𝑖𝑛𝑔</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𝑛𝑎𝑚𝑒</m:t>
                    </m:r>
                    <m:r>
                      <a:rPr lang="en-US" altLang="zh-CN" i="1" dirty="0" smtClean="0">
                        <a:latin typeface="Cambria Math" panose="02040503050406030204" pitchFamily="18" charset="0"/>
                      </a:rPr>
                      <m:t>, </m:t>
                    </m:r>
                  </m:oMath>
                </a14:m>
                <a:endParaRPr lang="en-US" altLang="zh-CN" i="1" dirty="0">
                  <a:latin typeface="Cambria Math" panose="02040503050406030204" pitchFamily="18" charset="0"/>
                </a:endParaRPr>
              </a:p>
              <a:p>
                <a:pPr marL="457200" lvl="1" indent="0">
                  <a:buNone/>
                </a:pPr>
                <a:r>
                  <a:rPr lang="en-US" altLang="zh-CN" dirty="0"/>
                  <a:t>                           </a:t>
                </a:r>
                <a14:m>
                  <m:oMath xmlns:m="http://schemas.openxmlformats.org/officeDocument/2006/math">
                    <m:r>
                      <a:rPr lang="en-US" altLang="zh-CN" i="1" dirty="0" err="1" smtClean="0">
                        <a:latin typeface="Cambria Math" panose="02040503050406030204" pitchFamily="18" charset="0"/>
                      </a:rPr>
                      <m:t>𝑗𝑎𝑣𝑎</m:t>
                    </m:r>
                    <m:r>
                      <a:rPr lang="en-US" altLang="zh-CN" i="1" dirty="0" err="1" smtClean="0">
                        <a:latin typeface="Cambria Math" panose="02040503050406030204" pitchFamily="18" charset="0"/>
                      </a:rPr>
                      <m:t>.</m:t>
                    </m:r>
                    <m:r>
                      <a:rPr lang="en-US" altLang="zh-CN" i="1" dirty="0" err="1" smtClean="0">
                        <a:latin typeface="Cambria Math" panose="02040503050406030204" pitchFamily="18" charset="0"/>
                      </a:rPr>
                      <m:t>𝑢𝑡𝑖𝑙</m:t>
                    </m:r>
                    <m:r>
                      <a:rPr lang="en-US" altLang="zh-CN" i="1" dirty="0" err="1" smtClean="0">
                        <a:latin typeface="Cambria Math" panose="02040503050406030204" pitchFamily="18" charset="0"/>
                      </a:rPr>
                      <m:t>.</m:t>
                    </m:r>
                    <m:r>
                      <a:rPr lang="en-US" altLang="zh-CN" i="1" dirty="0" err="1" smtClean="0">
                        <a:latin typeface="Cambria Math" panose="02040503050406030204" pitchFamily="18" charset="0"/>
                      </a:rPr>
                      <m:t>𝐿𝑖𝑠𝑡</m:t>
                    </m:r>
                    <m:r>
                      <a:rPr lang="en-US" altLang="zh-CN" i="1" dirty="0" smtClean="0">
                        <a:latin typeface="Cambria Math" panose="02040503050406030204" pitchFamily="18" charset="0"/>
                      </a:rPr>
                      <m:t> </m:t>
                    </m:r>
                    <m:r>
                      <a:rPr lang="en-US" altLang="zh-CN" i="1" dirty="0" err="1" smtClean="0">
                        <a:latin typeface="Cambria Math" panose="02040503050406030204" pitchFamily="18" charset="0"/>
                      </a:rPr>
                      <m:t>𝑝𝑎𝑟𝑎𝑚𝑇𝑦𝑝𝑒𝑠</m:t>
                    </m:r>
                    <m:r>
                      <a:rPr lang="en-US" altLang="zh-CN" i="1" dirty="0" smtClean="0">
                        <a:latin typeface="Cambria Math" panose="02040503050406030204" pitchFamily="18" charset="0"/>
                      </a:rPr>
                      <m:t>, </m:t>
                    </m:r>
                  </m:oMath>
                </a14:m>
                <a:r>
                  <a:rPr lang="en-US" altLang="zh-CN" i="1" dirty="0">
                    <a:latin typeface="Cambria Math" panose="02040503050406030204" pitchFamily="18" charset="0"/>
                  </a:rPr>
                  <a:t> </a:t>
                </a:r>
              </a:p>
              <a:p>
                <a:pPr marL="457200" lvl="1" indent="0">
                  <a:buNone/>
                </a:pPr>
                <a:r>
                  <a:rPr lang="en-US" altLang="zh-CN" dirty="0"/>
                  <a:t>                           </a:t>
                </a:r>
                <a14:m>
                  <m:oMath xmlns:m="http://schemas.openxmlformats.org/officeDocument/2006/math">
                    <m:r>
                      <a:rPr lang="en-US" altLang="zh-CN" i="1" dirty="0" smtClean="0">
                        <a:latin typeface="Cambria Math" panose="02040503050406030204" pitchFamily="18" charset="0"/>
                      </a:rPr>
                      <m:t>𝑇𝑦𝑝𝑒</m:t>
                    </m:r>
                    <m:r>
                      <a:rPr lang="en-US" altLang="zh-CN" i="1" dirty="0" smtClean="0">
                        <a:latin typeface="Cambria Math" panose="02040503050406030204" pitchFamily="18" charset="0"/>
                      </a:rPr>
                      <m:t> </m:t>
                    </m:r>
                    <m:r>
                      <a:rPr lang="en-US" altLang="zh-CN" i="1" dirty="0" err="1" smtClean="0">
                        <a:latin typeface="Cambria Math" panose="02040503050406030204" pitchFamily="18" charset="0"/>
                      </a:rPr>
                      <m:t>𝑟𝑒𝑡𝑢𝑟𝑛𝑇𝑦𝑝𝑒</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𝑖𝑛𝑡</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𝑚𝑜𝑑𝑖𝑓𝑖𝑒𝑟𝑠</m:t>
                    </m:r>
                    <m:r>
                      <a:rPr lang="en-US" altLang="zh-CN" i="1" dirty="0" smtClean="0">
                        <a:latin typeface="Cambria Math" panose="02040503050406030204" pitchFamily="18" charset="0"/>
                      </a:rPr>
                      <m:t>)</m:t>
                    </m:r>
                  </m:oMath>
                </a14:m>
                <a:r>
                  <a:rPr lang="zh-CN" altLang="en-US" dirty="0"/>
                  <a:t> </a:t>
                </a:r>
                <a:endParaRPr lang="en-US" altLang="zh-CN" dirty="0"/>
              </a:p>
              <a:p>
                <a:pPr lvl="1"/>
                <a14:m>
                  <m:oMath xmlns:m="http://schemas.openxmlformats.org/officeDocument/2006/math">
                    <m:r>
                      <a:rPr lang="en-US" altLang="zh-CN" i="1" dirty="0" smtClean="0">
                        <a:latin typeface="Cambria Math" panose="02040503050406030204" pitchFamily="18" charset="0"/>
                      </a:rPr>
                      <m:t>𝑣𝑜𝑖𝑑</m:t>
                    </m:r>
                    <m:r>
                      <a:rPr lang="en-US" altLang="zh-CN" i="1" dirty="0" smtClean="0">
                        <a:latin typeface="Cambria Math" panose="02040503050406030204" pitchFamily="18" charset="0"/>
                      </a:rPr>
                      <m:t> </m:t>
                    </m:r>
                    <m:r>
                      <a:rPr lang="en-US" altLang="zh-CN" i="1" dirty="0" err="1" smtClean="0">
                        <a:latin typeface="Cambria Math" panose="02040503050406030204" pitchFamily="18" charset="0"/>
                      </a:rPr>
                      <m:t>𝑠𝑒𝑡𝑁𝑎𝑚𝑒</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𝑆𝑡𝑟𝑖𝑛𝑔</m:t>
                    </m:r>
                    <m:r>
                      <a:rPr lang="en-US" altLang="zh-CN" i="1" dirty="0" smtClean="0">
                        <a:latin typeface="Cambria Math" panose="02040503050406030204" pitchFamily="18" charset="0"/>
                      </a:rPr>
                      <m:t>)</m:t>
                    </m:r>
                  </m:oMath>
                </a14:m>
                <a:endParaRPr lang="en-US" altLang="zh-CN" i="1" dirty="0">
                  <a:latin typeface="Cambria Math" panose="02040503050406030204" pitchFamily="18" charset="0"/>
                </a:endParaRPr>
              </a:p>
              <a:p>
                <a:pPr lvl="1"/>
                <a14:m>
                  <m:oMath xmlns:m="http://schemas.openxmlformats.org/officeDocument/2006/math">
                    <m:r>
                      <a:rPr lang="en-US" altLang="zh-CN" i="1" dirty="0" smtClean="0">
                        <a:latin typeface="Cambria Math" panose="02040503050406030204" pitchFamily="18" charset="0"/>
                      </a:rPr>
                      <m:t>𝑣𝑜𝑖𝑑</m:t>
                    </m:r>
                    <m:r>
                      <a:rPr lang="en-US" altLang="zh-CN" i="1" dirty="0" smtClean="0">
                        <a:latin typeface="Cambria Math" panose="02040503050406030204" pitchFamily="18" charset="0"/>
                      </a:rPr>
                      <m:t> </m:t>
                    </m:r>
                    <m:r>
                      <a:rPr lang="en-US" altLang="zh-CN" i="1" dirty="0" err="1" smtClean="0">
                        <a:latin typeface="Cambria Math" panose="02040503050406030204" pitchFamily="18" charset="0"/>
                      </a:rPr>
                      <m:t>𝑠𝑒𝑡𝑅𝑒𝑡𝑢𝑟𝑛𝑇𝑦𝑝𝑒</m:t>
                    </m:r>
                    <m:d>
                      <m:dPr>
                        <m:ctrlPr>
                          <a:rPr lang="en-US" altLang="zh-CN" i="1" dirty="0" smtClean="0">
                            <a:latin typeface="Cambria Math" panose="02040503050406030204" pitchFamily="18" charset="0"/>
                          </a:rPr>
                        </m:ctrlPr>
                      </m:dPr>
                      <m:e>
                        <m:r>
                          <a:rPr lang="en-US" altLang="zh-CN" i="1" dirty="0" smtClean="0">
                            <a:latin typeface="Cambria Math" panose="02040503050406030204" pitchFamily="18" charset="0"/>
                          </a:rPr>
                          <m:t>𝑇𝑦𝑝𝑒</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𝑡</m:t>
                        </m:r>
                      </m:e>
                    </m:d>
                  </m:oMath>
                </a14:m>
                <a:endParaRPr lang="en-US" altLang="zh-CN" i="1" dirty="0">
                  <a:latin typeface="Cambria Math" panose="02040503050406030204" pitchFamily="18" charset="0"/>
                </a:endParaRPr>
              </a:p>
              <a:p>
                <a:pPr lvl="1"/>
                <a14:m>
                  <m:oMath xmlns:m="http://schemas.openxmlformats.org/officeDocument/2006/math">
                    <m:r>
                      <a:rPr lang="en-US" altLang="zh-CN" i="1" dirty="0" smtClean="0">
                        <a:latin typeface="Cambria Math" panose="02040503050406030204" pitchFamily="18" charset="0"/>
                      </a:rPr>
                      <m:t>𝑣𝑜𝑖𝑑</m:t>
                    </m:r>
                    <m:r>
                      <a:rPr lang="en-US" altLang="zh-CN" i="1" dirty="0" smtClean="0">
                        <a:latin typeface="Cambria Math" panose="02040503050406030204" pitchFamily="18" charset="0"/>
                      </a:rPr>
                      <m:t> </m:t>
                    </m:r>
                    <m:r>
                      <a:rPr lang="en-US" altLang="zh-CN" i="1" dirty="0" err="1" smtClean="0">
                        <a:latin typeface="Cambria Math" panose="02040503050406030204" pitchFamily="18" charset="0"/>
                      </a:rPr>
                      <m:t>𝑠𝑒𝑡𝑀𝑜𝑑𝑖𝑓𝑖𝑒𝑟𝑠</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𝑖𝑛𝑡</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𝑚</m:t>
                    </m:r>
                    <m:r>
                      <a:rPr lang="en-US" altLang="zh-CN" i="1" dirty="0" smtClean="0">
                        <a:latin typeface="Cambria Math" panose="02040503050406030204" pitchFamily="18" charset="0"/>
                      </a:rPr>
                      <m:t>)</m:t>
                    </m:r>
                  </m:oMath>
                </a14:m>
                <a:endParaRPr lang="en-US" altLang="zh-CN" i="1" dirty="0">
                  <a:latin typeface="Cambria Math" panose="02040503050406030204" pitchFamily="18" charset="0"/>
                </a:endParaRPr>
              </a:p>
              <a:p>
                <a:pPr lvl="1"/>
                <a14:m>
                  <m:oMath xmlns:m="http://schemas.openxmlformats.org/officeDocument/2006/math">
                    <m:r>
                      <a:rPr lang="en-US" altLang="zh-CN" i="1" dirty="0" smtClean="0">
                        <a:latin typeface="Cambria Math" panose="02040503050406030204" pitchFamily="18" charset="0"/>
                      </a:rPr>
                      <m:t>𝑣𝑜𝑖𝑑</m:t>
                    </m:r>
                    <m:r>
                      <a:rPr lang="en-US" altLang="zh-CN" i="1" dirty="0" smtClean="0">
                        <a:latin typeface="Cambria Math" panose="02040503050406030204" pitchFamily="18" charset="0"/>
                      </a:rPr>
                      <m:t> </m:t>
                    </m:r>
                    <m:r>
                      <a:rPr lang="en-US" altLang="zh-CN" i="1" dirty="0" err="1" smtClean="0">
                        <a:latin typeface="Cambria Math" panose="02040503050406030204" pitchFamily="18" charset="0"/>
                      </a:rPr>
                      <m:t>𝑠𝑒𝑡𝐴𝑐𝑡𝑖𝑣𝑒𝐵𝑜𝑑𝑦</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𝐵𝑜𝑑𝑦</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𝑏</m:t>
                    </m:r>
                    <m:r>
                      <a:rPr lang="en-US" altLang="zh-CN" i="1" dirty="0" smtClean="0">
                        <a:latin typeface="Cambria Math" panose="02040503050406030204" pitchFamily="18" charset="0"/>
                      </a:rPr>
                      <m:t>)</m:t>
                    </m:r>
                  </m:oMath>
                </a14:m>
                <a:endParaRPr lang="zh-CN" altLang="en-US" dirty="0"/>
              </a:p>
            </p:txBody>
          </p:sp>
        </mc:Choice>
        <mc:Fallback xmlns="">
          <p:sp>
            <p:nvSpPr>
              <p:cNvPr id="3" name="内容占位符 2">
                <a:extLst>
                  <a:ext uri="{FF2B5EF4-FFF2-40B4-BE49-F238E27FC236}">
                    <a16:creationId xmlns:a16="http://schemas.microsoft.com/office/drawing/2014/main" id="{40915E68-B5BF-46CB-86A1-CCA25D7D57CA}"/>
                  </a:ext>
                </a:extLst>
              </p:cNvPr>
              <p:cNvSpPr>
                <a:spLocks noGrp="1" noRot="1" noChangeAspect="1" noMove="1" noResize="1" noEditPoints="1" noAdjustHandles="1" noChangeArrowheads="1" noChangeShapeType="1" noTextEdit="1"/>
              </p:cNvSpPr>
              <p:nvPr>
                <p:ph idx="1"/>
              </p:nvPr>
            </p:nvSpPr>
            <p:spPr>
              <a:blipFill>
                <a:blip r:embed="rId2"/>
                <a:stretch>
                  <a:fillRect t="-179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55135383"/>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E3E99A-1986-4EFA-9E47-64F85C0912A1}"/>
              </a:ext>
            </a:extLst>
          </p:cNvPr>
          <p:cNvSpPr>
            <a:spLocks noGrp="1"/>
          </p:cNvSpPr>
          <p:nvPr>
            <p:ph type="title"/>
          </p:nvPr>
        </p:nvSpPr>
        <p:spPr/>
        <p:txBody>
          <a:bodyPr/>
          <a:lstStyle/>
          <a:p>
            <a:r>
              <a:rPr lang="en-US" altLang="zh-CN" dirty="0"/>
              <a:t>APIs: Body</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6D6388DF-C532-4E9B-8FAB-39B622446291}"/>
                  </a:ext>
                </a:extLst>
              </p:cNvPr>
              <p:cNvSpPr>
                <a:spLocks noGrp="1"/>
              </p:cNvSpPr>
              <p:nvPr>
                <p:ph idx="1"/>
              </p:nvPr>
            </p:nvSpPr>
            <p:spPr/>
            <p:txBody>
              <a:bodyPr/>
              <a:lstStyle/>
              <a:p>
                <a:r>
                  <a:rPr lang="zh-CN" altLang="en-US" dirty="0"/>
                  <a:t>方法体由</a:t>
                </a:r>
                <a14:m>
                  <m:oMath xmlns:m="http://schemas.openxmlformats.org/officeDocument/2006/math">
                    <m:r>
                      <a:rPr lang="en-US" altLang="zh-CN" i="1" dirty="0" smtClean="0">
                        <a:latin typeface="Cambria Math" panose="02040503050406030204" pitchFamily="18" charset="0"/>
                      </a:rPr>
                      <m:t>𝐽𝑖𝑚𝑝𝑙𝑒𝐵𝑜𝑑𝑦</m:t>
                    </m:r>
                  </m:oMath>
                </a14:m>
                <a:r>
                  <a:rPr lang="zh-CN" altLang="en-US" dirty="0"/>
                  <a:t>类的实例代表。</a:t>
                </a:r>
                <a:endParaRPr lang="en-US" altLang="zh-CN" dirty="0"/>
              </a:p>
              <a:p>
                <a:pPr lvl="1"/>
                <a14:m>
                  <m:oMath xmlns:m="http://schemas.openxmlformats.org/officeDocument/2006/math">
                    <m:r>
                      <a:rPr lang="en-US" altLang="zh-CN" i="1" dirty="0" smtClean="0">
                        <a:latin typeface="Cambria Math" panose="02040503050406030204" pitchFamily="18" charset="0"/>
                      </a:rPr>
                      <m:t>𝐶h𝑎𝑖𝑛</m:t>
                    </m:r>
                    <m:r>
                      <a:rPr lang="en-US" altLang="zh-CN" i="1" dirty="0" smtClean="0">
                        <a:latin typeface="Cambria Math" panose="02040503050406030204" pitchFamily="18" charset="0"/>
                      </a:rPr>
                      <m:t> </m:t>
                    </m:r>
                    <m:r>
                      <a:rPr lang="en-US" altLang="zh-CN" i="1" dirty="0" err="1" smtClean="0">
                        <a:latin typeface="Cambria Math" panose="02040503050406030204" pitchFamily="18" charset="0"/>
                      </a:rPr>
                      <m:t>𝑔𝑒𝑡𝐿𝑜𝑐𝑎𝑙𝑠</m:t>
                    </m:r>
                    <m:r>
                      <a:rPr lang="en-US" altLang="zh-CN" i="1" dirty="0" smtClean="0">
                        <a:latin typeface="Cambria Math" panose="02040503050406030204" pitchFamily="18" charset="0"/>
                      </a:rPr>
                      <m:t>()</m:t>
                    </m:r>
                  </m:oMath>
                </a14:m>
                <a:endParaRPr lang="en-US" altLang="zh-CN" dirty="0"/>
              </a:p>
              <a:p>
                <a:pPr lvl="2"/>
                <a:r>
                  <a:rPr lang="en-US" altLang="zh-CN" dirty="0"/>
                  <a:t>Returns a backed chain of the Locals in this method.</a:t>
                </a:r>
              </a:p>
              <a:p>
                <a:pPr lvl="1"/>
                <a14:m>
                  <m:oMath xmlns:m="http://schemas.openxmlformats.org/officeDocument/2006/math">
                    <m:r>
                      <a:rPr lang="en-US" altLang="zh-CN" i="1" dirty="0" smtClean="0">
                        <a:latin typeface="Cambria Math" panose="02040503050406030204" pitchFamily="18" charset="0"/>
                      </a:rPr>
                      <m:t>𝐶h𝑎𝑖𝑛</m:t>
                    </m:r>
                    <m:r>
                      <a:rPr lang="en-US" altLang="zh-CN" i="1" dirty="0" smtClean="0">
                        <a:latin typeface="Cambria Math" panose="02040503050406030204" pitchFamily="18" charset="0"/>
                      </a:rPr>
                      <m:t> </m:t>
                    </m:r>
                    <m:r>
                      <a:rPr lang="en-US" altLang="zh-CN" i="1" dirty="0" err="1" smtClean="0">
                        <a:latin typeface="Cambria Math" panose="02040503050406030204" pitchFamily="18" charset="0"/>
                      </a:rPr>
                      <m:t>𝑔𝑒𝑡𝑇𝑟𝑎𝑝𝑠</m:t>
                    </m:r>
                    <m:r>
                      <a:rPr lang="en-US" altLang="zh-CN" i="1" dirty="0" smtClean="0">
                        <a:latin typeface="Cambria Math" panose="02040503050406030204" pitchFamily="18" charset="0"/>
                      </a:rPr>
                      <m:t>()</m:t>
                    </m:r>
                  </m:oMath>
                </a14:m>
                <a:endParaRPr lang="en-US" altLang="zh-CN" dirty="0"/>
              </a:p>
              <a:p>
                <a:pPr lvl="2"/>
                <a:r>
                  <a:rPr lang="en-US" altLang="zh-CN" dirty="0"/>
                  <a:t>Returns a backed chain of the Traps in this method.</a:t>
                </a:r>
              </a:p>
              <a:p>
                <a:pPr lvl="1"/>
                <a14:m>
                  <m:oMath xmlns:m="http://schemas.openxmlformats.org/officeDocument/2006/math">
                    <m:r>
                      <a:rPr lang="en-US" altLang="zh-CN" i="1" dirty="0" smtClean="0">
                        <a:latin typeface="Cambria Math" panose="02040503050406030204" pitchFamily="18" charset="0"/>
                      </a:rPr>
                      <m:t>𝑃𝑎𝑡𝑐h𝑖𝑛𝑔𝐶h𝑎𝑖𝑛</m:t>
                    </m:r>
                    <m:r>
                      <a:rPr lang="en-US" altLang="zh-CN" i="1" dirty="0" smtClean="0">
                        <a:latin typeface="Cambria Math" panose="02040503050406030204" pitchFamily="18" charset="0"/>
                      </a:rPr>
                      <m:t> </m:t>
                    </m:r>
                    <m:r>
                      <a:rPr lang="en-US" altLang="zh-CN" i="1" dirty="0" err="1" smtClean="0">
                        <a:latin typeface="Cambria Math" panose="02040503050406030204" pitchFamily="18" charset="0"/>
                      </a:rPr>
                      <m:t>𝑔𝑒𝑡𝑈𝑛𝑖𝑡𝑠</m:t>
                    </m:r>
                    <m:r>
                      <a:rPr lang="en-US" altLang="zh-CN" i="1" dirty="0" smtClean="0">
                        <a:latin typeface="Cambria Math" panose="02040503050406030204" pitchFamily="18" charset="0"/>
                      </a:rPr>
                      <m:t>()</m:t>
                    </m:r>
                  </m:oMath>
                </a14:m>
                <a:endParaRPr lang="en-US" altLang="zh-CN" dirty="0"/>
              </a:p>
              <a:p>
                <a:pPr lvl="2"/>
                <a:r>
                  <a:rPr lang="en-US" altLang="zh-CN" dirty="0"/>
                  <a:t>Returns a backed patching chain of the Units (</a:t>
                </a:r>
                <a:r>
                  <a:rPr lang="zh-CN" altLang="en-US" dirty="0"/>
                  <a:t>语句</a:t>
                </a:r>
                <a:r>
                  <a:rPr lang="en-US" altLang="zh-CN" dirty="0"/>
                  <a:t>) in this method.</a:t>
                </a:r>
              </a:p>
              <a:p>
                <a:pPr lvl="2"/>
                <a:r>
                  <a:rPr lang="zh-CN" altLang="en-US" dirty="0"/>
                  <a:t>在</a:t>
                </a:r>
                <a:r>
                  <a:rPr lang="en-US" altLang="zh-CN" dirty="0"/>
                  <a:t>chain</a:t>
                </a:r>
                <a:r>
                  <a:rPr lang="zh-CN" altLang="en-US" dirty="0"/>
                  <a:t>中添加</a:t>
                </a:r>
                <a:r>
                  <a:rPr lang="en-US" altLang="zh-CN" dirty="0"/>
                  <a:t>statements (units)</a:t>
                </a:r>
                <a:r>
                  <a:rPr lang="zh-CN" altLang="en-US" dirty="0"/>
                  <a:t>的方法见</a:t>
                </a:r>
                <a:r>
                  <a:rPr lang="en-US" altLang="zh-CN" dirty="0" err="1"/>
                  <a:t>PatchingChain</a:t>
                </a:r>
                <a:r>
                  <a:rPr lang="zh-CN" altLang="en-US" dirty="0"/>
                  <a:t>的</a:t>
                </a:r>
                <a:r>
                  <a:rPr lang="en-US" altLang="zh-CN" dirty="0"/>
                  <a:t>API</a:t>
                </a:r>
                <a:r>
                  <a:rPr lang="zh-CN" altLang="en-US" dirty="0"/>
                  <a:t>（下页</a:t>
                </a:r>
                <a:r>
                  <a:rPr lang="en-US" altLang="zh-CN" dirty="0"/>
                  <a:t>ppt</a:t>
                </a:r>
                <a:r>
                  <a:rPr lang="zh-CN" altLang="en-US" dirty="0"/>
                  <a:t>）</a:t>
                </a:r>
              </a:p>
            </p:txBody>
          </p:sp>
        </mc:Choice>
        <mc:Fallback xmlns="">
          <p:sp>
            <p:nvSpPr>
              <p:cNvPr id="3" name="内容占位符 2">
                <a:extLst>
                  <a:ext uri="{FF2B5EF4-FFF2-40B4-BE49-F238E27FC236}">
                    <a16:creationId xmlns:a16="http://schemas.microsoft.com/office/drawing/2014/main" id="{6D6388DF-C532-4E9B-8FAB-39B622446291}"/>
                  </a:ext>
                </a:extLst>
              </p:cNvPr>
              <p:cNvSpPr>
                <a:spLocks noGrp="1" noRot="1" noChangeAspect="1" noMove="1" noResize="1" noEditPoints="1" noAdjustHandles="1" noChangeArrowheads="1" noChangeShapeType="1" noTextEdit="1"/>
              </p:cNvSpPr>
              <p:nvPr>
                <p:ph idx="1"/>
              </p:nvPr>
            </p:nvSpPr>
            <p:spPr>
              <a:blipFill>
                <a:blip r:embed="rId2"/>
                <a:stretch>
                  <a:fillRect l="-1412" t="-179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24312823"/>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8123AB-9818-46DB-86F9-9A135EA27D4A}"/>
              </a:ext>
            </a:extLst>
          </p:cNvPr>
          <p:cNvSpPr>
            <a:spLocks noGrp="1"/>
          </p:cNvSpPr>
          <p:nvPr>
            <p:ph type="title"/>
          </p:nvPr>
        </p:nvSpPr>
        <p:spPr/>
        <p:txBody>
          <a:bodyPr/>
          <a:lstStyle/>
          <a:p>
            <a:r>
              <a:rPr lang="en-US" altLang="zh-CN" dirty="0"/>
              <a:t>API: </a:t>
            </a:r>
            <a:r>
              <a:rPr lang="en-US" altLang="zh-CN" dirty="0" err="1"/>
              <a:t>PatchingChain</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D0997751-3A57-4E5F-AB12-7D6EE3445551}"/>
                  </a:ext>
                </a:extLst>
              </p:cNvPr>
              <p:cNvSpPr>
                <a:spLocks noGrp="1"/>
              </p:cNvSpPr>
              <p:nvPr>
                <p:ph idx="1"/>
              </p:nvPr>
            </p:nvSpPr>
            <p:spPr/>
            <p:txBody>
              <a:bodyPr/>
              <a:lstStyle/>
              <a:p>
                <a14:m>
                  <m:oMath xmlns:m="http://schemas.openxmlformats.org/officeDocument/2006/math">
                    <m:r>
                      <a:rPr lang="en-US" altLang="zh-CN" i="1" dirty="0" smtClean="0">
                        <a:latin typeface="Cambria Math" panose="02040503050406030204" pitchFamily="18" charset="0"/>
                      </a:rPr>
                      <m:t>𝐶𝑙𝑎𝑠𝑠</m:t>
                    </m:r>
                    <m:r>
                      <a:rPr lang="en-US" altLang="zh-CN" i="1" dirty="0" smtClean="0">
                        <a:latin typeface="Cambria Math" panose="02040503050406030204" pitchFamily="18" charset="0"/>
                      </a:rPr>
                      <m:t> </m:t>
                    </m:r>
                    <m:r>
                      <a:rPr lang="en-US" altLang="zh-CN" i="1" dirty="0" err="1" smtClean="0">
                        <a:latin typeface="Cambria Math" panose="02040503050406030204" pitchFamily="18" charset="0"/>
                      </a:rPr>
                      <m:t>𝑃𝑎𝑡𝑐h𝑖𝑛𝑔𝐶h𝑎𝑖𝑛</m:t>
                    </m:r>
                    <m:r>
                      <a:rPr lang="en-US" altLang="zh-CN" i="1" dirty="0" smtClean="0">
                        <a:latin typeface="Cambria Math" panose="02040503050406030204" pitchFamily="18" charset="0"/>
                      </a:rPr>
                      <m:t>&lt;</m:t>
                    </m:r>
                    <m:r>
                      <a:rPr lang="en-US" altLang="zh-CN" i="1" dirty="0" smtClean="0">
                        <a:latin typeface="Cambria Math" panose="02040503050406030204" pitchFamily="18" charset="0"/>
                      </a:rPr>
                      <m:t>𝐸</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𝑒𝑥𝑡𝑒𝑛𝑑𝑠</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𝑈𝑛𝑖𝑡</m:t>
                    </m:r>
                    <m:r>
                      <a:rPr lang="en-US" altLang="zh-CN" i="1" dirty="0" smtClean="0">
                        <a:latin typeface="Cambria Math" panose="02040503050406030204" pitchFamily="18" charset="0"/>
                      </a:rPr>
                      <m:t>&gt;</m:t>
                    </m:r>
                  </m:oMath>
                </a14:m>
                <a:endParaRPr lang="en-US" altLang="zh-CN" dirty="0"/>
              </a:p>
              <a:p>
                <a14:m>
                  <m:oMath xmlns:m="http://schemas.openxmlformats.org/officeDocument/2006/math">
                    <m:r>
                      <a:rPr lang="en-US" altLang="zh-CN" b="0" i="1" dirty="0" smtClean="0">
                        <a:latin typeface="Cambria Math" panose="02040503050406030204" pitchFamily="18" charset="0"/>
                      </a:rPr>
                      <m:t>𝑏𝑜𝑜𝑙𝑒𝑎𝑛</m:t>
                    </m:r>
                    <m:r>
                      <a:rPr lang="en-US" altLang="zh-CN" b="0" i="1" dirty="0" smtClean="0">
                        <a:latin typeface="Cambria Math" panose="02040503050406030204" pitchFamily="18" charset="0"/>
                      </a:rPr>
                      <m:t> </m:t>
                    </m:r>
                    <m:r>
                      <a:rPr lang="en-US" altLang="zh-CN" i="1" dirty="0" smtClean="0">
                        <a:latin typeface="Cambria Math" panose="02040503050406030204" pitchFamily="18" charset="0"/>
                      </a:rPr>
                      <m:t>𝑎𝑑𝑑</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𝐸</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𝑜</m:t>
                    </m:r>
                    <m:r>
                      <a:rPr lang="en-US" altLang="zh-CN" i="1" dirty="0" smtClean="0">
                        <a:latin typeface="Cambria Math" panose="02040503050406030204" pitchFamily="18" charset="0"/>
                      </a:rPr>
                      <m:t>)</m:t>
                    </m:r>
                  </m:oMath>
                </a14:m>
                <a:endParaRPr lang="en-US" altLang="zh-CN" dirty="0"/>
              </a:p>
              <a:p>
                <a:pPr lvl="1"/>
                <a:r>
                  <a:rPr lang="en-US" altLang="zh-CN" dirty="0"/>
                  <a:t>Adds the given object to this Chain.</a:t>
                </a:r>
              </a:p>
              <a:p>
                <a14:m>
                  <m:oMath xmlns:m="http://schemas.openxmlformats.org/officeDocument/2006/math">
                    <m:r>
                      <a:rPr lang="en-US" altLang="zh-CN" i="1" dirty="0" smtClean="0">
                        <a:latin typeface="Cambria Math" panose="02040503050406030204" pitchFamily="18" charset="0"/>
                      </a:rPr>
                      <m:t>𝑣𝑜𝑖𝑑</m:t>
                    </m:r>
                    <m:r>
                      <a:rPr lang="en-US" altLang="zh-CN" i="1" dirty="0" smtClean="0">
                        <a:latin typeface="Cambria Math" panose="02040503050406030204" pitchFamily="18" charset="0"/>
                      </a:rPr>
                      <m:t> </m:t>
                    </m:r>
                    <m:r>
                      <a:rPr lang="en-US" altLang="zh-CN" i="1" dirty="0" err="1" smtClean="0">
                        <a:latin typeface="Cambria Math" panose="02040503050406030204" pitchFamily="18" charset="0"/>
                      </a:rPr>
                      <m:t>𝑎𝑑𝑑𝐹𝑖𝑟𝑠𝑡</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𝐸</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𝑢</m:t>
                    </m:r>
                    <m:r>
                      <a:rPr lang="en-US" altLang="zh-CN" i="1" dirty="0" smtClean="0">
                        <a:latin typeface="Cambria Math" panose="02040503050406030204" pitchFamily="18" charset="0"/>
                      </a:rPr>
                      <m:t>)</m:t>
                    </m:r>
                  </m:oMath>
                </a14:m>
                <a:endParaRPr lang="en-US" altLang="zh-CN" dirty="0"/>
              </a:p>
              <a:p>
                <a:pPr lvl="1"/>
                <a:r>
                  <a:rPr lang="en-US" altLang="zh-CN" dirty="0"/>
                  <a:t>Adds the given object at the beginning of the Chain.</a:t>
                </a:r>
              </a:p>
              <a:p>
                <a14:m>
                  <m:oMath xmlns:m="http://schemas.openxmlformats.org/officeDocument/2006/math">
                    <m:r>
                      <a:rPr lang="en-US" altLang="zh-CN" i="1" dirty="0" smtClean="0">
                        <a:latin typeface="Cambria Math" panose="02040503050406030204" pitchFamily="18" charset="0"/>
                      </a:rPr>
                      <m:t>𝑣𝑜𝑖𝑑</m:t>
                    </m:r>
                    <m:r>
                      <a:rPr lang="en-US" altLang="zh-CN" i="1" dirty="0" smtClean="0">
                        <a:latin typeface="Cambria Math" panose="02040503050406030204" pitchFamily="18" charset="0"/>
                      </a:rPr>
                      <m:t> </m:t>
                    </m:r>
                    <m:r>
                      <a:rPr lang="en-US" altLang="zh-CN" i="1" dirty="0" err="1" smtClean="0">
                        <a:latin typeface="Cambria Math" panose="02040503050406030204" pitchFamily="18" charset="0"/>
                      </a:rPr>
                      <m:t>𝑎𝑑𝑑𝐿𝑎𝑠𝑡</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𝐸</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𝑢</m:t>
                    </m:r>
                    <m:r>
                      <a:rPr lang="en-US" altLang="zh-CN" i="1" dirty="0" smtClean="0">
                        <a:latin typeface="Cambria Math" panose="02040503050406030204" pitchFamily="18" charset="0"/>
                      </a:rPr>
                      <m:t>)</m:t>
                    </m:r>
                  </m:oMath>
                </a14:m>
                <a:endParaRPr lang="en-US" altLang="zh-CN" dirty="0"/>
              </a:p>
              <a:p>
                <a:pPr lvl="1"/>
                <a:r>
                  <a:rPr lang="en-US" altLang="zh-CN" dirty="0"/>
                  <a:t>Adds the given object at the end of the Chain.</a:t>
                </a:r>
                <a:endParaRPr lang="zh-CN" altLang="en-US" dirty="0"/>
              </a:p>
            </p:txBody>
          </p:sp>
        </mc:Choice>
        <mc:Fallback xmlns="">
          <p:sp>
            <p:nvSpPr>
              <p:cNvPr id="3" name="内容占位符 2">
                <a:extLst>
                  <a:ext uri="{FF2B5EF4-FFF2-40B4-BE49-F238E27FC236}">
                    <a16:creationId xmlns:a16="http://schemas.microsoft.com/office/drawing/2014/main" id="{D0997751-3A57-4E5F-AB12-7D6EE3445551}"/>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86187657"/>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319D09-6F72-4459-B2E7-DB5C046BB35E}"/>
              </a:ext>
            </a:extLst>
          </p:cNvPr>
          <p:cNvSpPr>
            <a:spLocks noGrp="1"/>
          </p:cNvSpPr>
          <p:nvPr>
            <p:ph type="title"/>
          </p:nvPr>
        </p:nvSpPr>
        <p:spPr/>
        <p:txBody>
          <a:bodyPr/>
          <a:lstStyle/>
          <a:p>
            <a:r>
              <a:rPr lang="en-US" altLang="zh-CN" dirty="0"/>
              <a:t>APIs: Local</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A66377C6-43FA-4291-B16A-DCAFFA1A4918}"/>
                  </a:ext>
                </a:extLst>
              </p:cNvPr>
              <p:cNvSpPr>
                <a:spLocks noGrp="1"/>
              </p:cNvSpPr>
              <p:nvPr>
                <p:ph idx="1"/>
              </p:nvPr>
            </p:nvSpPr>
            <p:spPr/>
            <p:txBody>
              <a:bodyPr/>
              <a:lstStyle/>
              <a:p>
                <a14:m>
                  <m:oMath xmlns:m="http://schemas.openxmlformats.org/officeDocument/2006/math">
                    <m:r>
                      <a:rPr lang="en-US" altLang="zh-CN" i="1" dirty="0" smtClean="0">
                        <a:latin typeface="Cambria Math" panose="02040503050406030204" pitchFamily="18" charset="0"/>
                      </a:rPr>
                      <m:t>𝑛𝑒𝑤𝐿𝑜𝑐𝑎𝑙</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𝑆𝑡𝑟𝑖𝑛𝑔</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𝑛𝑎𝑚𝑒</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𝑇𝑦𝑝𝑒</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𝑡</m:t>
                    </m:r>
                    <m:r>
                      <a:rPr lang="en-US" altLang="zh-CN" i="1" dirty="0" smtClean="0">
                        <a:latin typeface="Cambria Math" panose="02040503050406030204" pitchFamily="18" charset="0"/>
                      </a:rPr>
                      <m:t>)</m:t>
                    </m:r>
                  </m:oMath>
                </a14:m>
                <a:endParaRPr lang="en-US" altLang="zh-CN" dirty="0"/>
              </a:p>
              <a:p>
                <a:pPr lvl="1"/>
                <a14:m>
                  <m:oMath xmlns:m="http://schemas.openxmlformats.org/officeDocument/2006/math">
                    <m:r>
                      <a:rPr lang="en-US" altLang="zh-CN" i="1" dirty="0" smtClean="0">
                        <a:latin typeface="Cambria Math" panose="02040503050406030204" pitchFamily="18" charset="0"/>
                      </a:rPr>
                      <m:t>𝐽𝑖𝑚𝑝𝑙𝑒</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𝑣</m:t>
                    </m:r>
                    <m:r>
                      <a:rPr lang="en-US" altLang="zh-CN" i="1" dirty="0" smtClean="0">
                        <a:latin typeface="Cambria Math" panose="02040503050406030204" pitchFamily="18" charset="0"/>
                      </a:rPr>
                      <m:t>().</m:t>
                    </m:r>
                    <m:r>
                      <a:rPr lang="en-US" altLang="zh-CN" i="1" dirty="0" err="1" smtClean="0">
                        <a:latin typeface="Cambria Math" panose="02040503050406030204" pitchFamily="18" charset="0"/>
                      </a:rPr>
                      <m:t>𝑛𝑒𝑤𝐿𝑜𝑐𝑎𝑙</m:t>
                    </m:r>
                    <m:r>
                      <a:rPr lang="en-US" altLang="zh-CN" i="1" dirty="0" smtClean="0">
                        <a:latin typeface="Cambria Math" panose="02040503050406030204" pitchFamily="18" charset="0"/>
                      </a:rPr>
                      <m:t>(“</m:t>
                    </m:r>
                    <m:r>
                      <m:rPr>
                        <m:sty m:val="p"/>
                      </m:rPr>
                      <a:rPr lang="en-US" altLang="zh-CN" i="1" dirty="0" smtClean="0">
                        <a:latin typeface="Cambria Math" panose="02040503050406030204" pitchFamily="18" charset="0"/>
                      </a:rPr>
                      <m:t>a</m:t>
                    </m:r>
                    <m:r>
                      <a:rPr lang="en-US" altLang="zh-CN" i="1" dirty="0" smtClean="0">
                        <a:latin typeface="Cambria Math" panose="02040503050406030204" pitchFamily="18" charset="0"/>
                      </a:rPr>
                      <m:t>”, </m:t>
                    </m:r>
                    <m:r>
                      <a:rPr lang="en-US" altLang="zh-CN" i="1" dirty="0" err="1" smtClean="0">
                        <a:latin typeface="Cambria Math" panose="02040503050406030204" pitchFamily="18" charset="0"/>
                      </a:rPr>
                      <m:t>𝐼𝑛𝑡𝑇𝑦𝑝𝑒</m:t>
                    </m:r>
                    <m:r>
                      <a:rPr lang="en-US" altLang="zh-CN" i="1" dirty="0" err="1" smtClean="0">
                        <a:latin typeface="Cambria Math" panose="02040503050406030204" pitchFamily="18" charset="0"/>
                      </a:rPr>
                      <m:t>.</m:t>
                    </m:r>
                    <m:r>
                      <a:rPr lang="en-US" altLang="zh-CN" i="1" dirty="0" err="1" smtClean="0">
                        <a:latin typeface="Cambria Math" panose="02040503050406030204" pitchFamily="18" charset="0"/>
                      </a:rPr>
                      <m:t>𝑣</m:t>
                    </m:r>
                    <m:r>
                      <a:rPr lang="en-US" altLang="zh-CN" i="1" dirty="0" smtClean="0">
                        <a:latin typeface="Cambria Math" panose="02040503050406030204" pitchFamily="18" charset="0"/>
                      </a:rPr>
                      <m:t>())</m:t>
                    </m:r>
                  </m:oMath>
                </a14:m>
                <a:r>
                  <a:rPr lang="en-US" altLang="zh-CN" dirty="0"/>
                  <a:t> </a:t>
                </a:r>
                <a:r>
                  <a:rPr lang="zh-CN" altLang="en-US" dirty="0"/>
                  <a:t>创建一个</a:t>
                </a:r>
                <a14:m>
                  <m:oMath xmlns:m="http://schemas.openxmlformats.org/officeDocument/2006/math">
                    <m:r>
                      <a:rPr lang="en-US" altLang="zh-CN" i="1" dirty="0">
                        <a:latin typeface="Cambria Math" panose="02040503050406030204" pitchFamily="18" charset="0"/>
                      </a:rPr>
                      <m:t>𝑖𝑛𝑡𝑒𝑔𝑒𝑟</m:t>
                    </m:r>
                  </m:oMath>
                </a14:m>
                <a:r>
                  <a:rPr lang="zh-CN" altLang="en-US" dirty="0"/>
                  <a:t>类型的、名为</a:t>
                </a:r>
                <a14:m>
                  <m:oMath xmlns:m="http://schemas.openxmlformats.org/officeDocument/2006/math">
                    <m:r>
                      <a:rPr lang="en-US" altLang="zh-CN" i="1" dirty="0" smtClean="0">
                        <a:latin typeface="Cambria Math" panose="02040503050406030204" pitchFamily="18" charset="0"/>
                      </a:rPr>
                      <m:t>𝑎</m:t>
                    </m:r>
                  </m:oMath>
                </a14:m>
                <a:r>
                  <a:rPr lang="zh-CN" altLang="en-US" dirty="0"/>
                  <a:t>的函数作用域的</a:t>
                </a:r>
                <a:r>
                  <a:rPr lang="en-US" altLang="zh-CN" dirty="0" err="1"/>
                  <a:t>Jimple</a:t>
                </a:r>
                <a:r>
                  <a:rPr lang="en-US" altLang="zh-CN" dirty="0"/>
                  <a:t> variable</a:t>
                </a:r>
                <a:r>
                  <a:rPr lang="zh-CN" altLang="en-US" dirty="0"/>
                  <a:t>。</a:t>
                </a:r>
                <a:endParaRPr lang="en-US" altLang="zh-CN" dirty="0"/>
              </a:p>
              <a:p>
                <a14:m>
                  <m:oMath xmlns:m="http://schemas.openxmlformats.org/officeDocument/2006/math">
                    <m:r>
                      <a:rPr lang="en-US" altLang="zh-CN" i="1" dirty="0" smtClean="0">
                        <a:latin typeface="Cambria Math" panose="02040503050406030204" pitchFamily="18" charset="0"/>
                      </a:rPr>
                      <m:t>𝑣𝑜𝑖𝑑</m:t>
                    </m:r>
                    <m:r>
                      <a:rPr lang="en-US" altLang="zh-CN" i="1" dirty="0" smtClean="0">
                        <a:latin typeface="Cambria Math" panose="02040503050406030204" pitchFamily="18" charset="0"/>
                      </a:rPr>
                      <m:t> </m:t>
                    </m:r>
                    <m:r>
                      <a:rPr lang="en-US" altLang="zh-CN" i="1" dirty="0" err="1" smtClean="0">
                        <a:latin typeface="Cambria Math" panose="02040503050406030204" pitchFamily="18" charset="0"/>
                      </a:rPr>
                      <m:t>𝑠𝑒𝑡𝑁𝑎𝑚𝑒</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𝑆𝑡𝑟𝑖𝑛𝑔</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𝑠</m:t>
                    </m:r>
                    <m:r>
                      <a:rPr lang="en-US" altLang="zh-CN" i="1" dirty="0" smtClean="0">
                        <a:latin typeface="Cambria Math" panose="02040503050406030204" pitchFamily="18" charset="0"/>
                      </a:rPr>
                      <m:t>)</m:t>
                    </m:r>
                  </m:oMath>
                </a14:m>
                <a:endParaRPr lang="en-US" altLang="zh-CN" dirty="0"/>
              </a:p>
              <a:p>
                <a14:m>
                  <m:oMath xmlns:m="http://schemas.openxmlformats.org/officeDocument/2006/math">
                    <m:r>
                      <a:rPr lang="en-US" altLang="zh-CN" i="1" dirty="0" smtClean="0">
                        <a:latin typeface="Cambria Math" panose="02040503050406030204" pitchFamily="18" charset="0"/>
                      </a:rPr>
                      <m:t>𝑣𝑜𝑖𝑑</m:t>
                    </m:r>
                    <m:r>
                      <a:rPr lang="en-US" altLang="zh-CN" i="1" dirty="0" smtClean="0">
                        <a:latin typeface="Cambria Math" panose="02040503050406030204" pitchFamily="18" charset="0"/>
                      </a:rPr>
                      <m:t> </m:t>
                    </m:r>
                    <m:r>
                      <a:rPr lang="en-US" altLang="zh-CN" i="1" dirty="0" err="1" smtClean="0">
                        <a:latin typeface="Cambria Math" panose="02040503050406030204" pitchFamily="18" charset="0"/>
                      </a:rPr>
                      <m:t>𝑠𝑒𝑡𝑇𝑦𝑝𝑒</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𝑇𝑦𝑝𝑒</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𝑡</m:t>
                    </m:r>
                    <m:r>
                      <a:rPr lang="en-US" altLang="zh-CN" i="1" dirty="0" smtClean="0">
                        <a:latin typeface="Cambria Math" panose="02040503050406030204" pitchFamily="18" charset="0"/>
                      </a:rPr>
                      <m:t>)</m:t>
                    </m:r>
                  </m:oMath>
                </a14:m>
                <a:endParaRPr lang="zh-CN" altLang="en-US" dirty="0"/>
              </a:p>
            </p:txBody>
          </p:sp>
        </mc:Choice>
        <mc:Fallback xmlns="">
          <p:sp>
            <p:nvSpPr>
              <p:cNvPr id="3" name="内容占位符 2">
                <a:extLst>
                  <a:ext uri="{FF2B5EF4-FFF2-40B4-BE49-F238E27FC236}">
                    <a16:creationId xmlns:a16="http://schemas.microsoft.com/office/drawing/2014/main" id="{A66377C6-43FA-4291-B16A-DCAFFA1A4918}"/>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69864084"/>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D07C7E-3838-4EAE-8963-9234F0A83295}"/>
              </a:ext>
            </a:extLst>
          </p:cNvPr>
          <p:cNvSpPr>
            <a:spLocks noGrp="1"/>
          </p:cNvSpPr>
          <p:nvPr>
            <p:ph type="title"/>
          </p:nvPr>
        </p:nvSpPr>
        <p:spPr/>
        <p:txBody>
          <a:bodyPr/>
          <a:lstStyle/>
          <a:p>
            <a:r>
              <a:rPr lang="en-US" altLang="zh-CN" dirty="0"/>
              <a:t>APIs: Trap</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F20CEDC2-55B1-4A1D-9320-A5839A69EF15}"/>
                  </a:ext>
                </a:extLst>
              </p:cNvPr>
              <p:cNvSpPr>
                <a:spLocks noGrp="1"/>
              </p:cNvSpPr>
              <p:nvPr>
                <p:ph idx="1"/>
              </p:nvPr>
            </p:nvSpPr>
            <p:spPr/>
            <p:txBody>
              <a:bodyPr/>
              <a:lstStyle/>
              <a:p>
                <a14:m>
                  <m:oMath xmlns:m="http://schemas.openxmlformats.org/officeDocument/2006/math">
                    <m:r>
                      <a:rPr lang="en-US" altLang="zh-CN" i="1" dirty="0" smtClean="0">
                        <a:latin typeface="Cambria Math" panose="02040503050406030204" pitchFamily="18" charset="0"/>
                      </a:rPr>
                      <m:t>𝑇𝑟𝑎𝑝</m:t>
                    </m:r>
                  </m:oMath>
                </a14:m>
                <a:r>
                  <a:rPr lang="zh-CN" altLang="en-US" dirty="0"/>
                  <a:t>类的实例代表异常处理结构。</a:t>
                </a:r>
                <a:r>
                  <a:rPr lang="en-US" altLang="zh-CN" dirty="0"/>
                  <a:t> </a:t>
                </a:r>
              </a:p>
              <a:p>
                <a14:m>
                  <m:oMath xmlns:m="http://schemas.openxmlformats.org/officeDocument/2006/math">
                    <m:r>
                      <a:rPr lang="en-US" altLang="zh-CN" i="1" dirty="0" smtClean="0">
                        <a:latin typeface="Cambria Math" panose="02040503050406030204" pitchFamily="18" charset="0"/>
                      </a:rPr>
                      <m:t>𝑛𝑒𝑤𝑇𝑟𝑎𝑝</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𝑎</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𝑏</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𝑐</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𝑑</m:t>
                    </m:r>
                    <m:r>
                      <a:rPr lang="en-US" altLang="zh-CN" i="1" dirty="0" smtClean="0">
                        <a:latin typeface="Cambria Math" panose="02040503050406030204" pitchFamily="18" charset="0"/>
                      </a:rPr>
                      <m:t>)</m:t>
                    </m:r>
                  </m:oMath>
                </a14:m>
                <a:endParaRPr lang="en-US" altLang="zh-CN" dirty="0"/>
              </a:p>
              <a:p>
                <a:pPr lvl="1"/>
                <a14:m>
                  <m:oMath xmlns:m="http://schemas.openxmlformats.org/officeDocument/2006/math">
                    <m:r>
                      <a:rPr lang="en-US" altLang="zh-CN" i="1" dirty="0" smtClean="0">
                        <a:latin typeface="Cambria Math" panose="02040503050406030204" pitchFamily="18" charset="0"/>
                      </a:rPr>
                      <m:t>𝐽𝑖𝑚𝑝𝑙𝑒</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𝑣</m:t>
                    </m:r>
                    <m:r>
                      <a:rPr lang="en-US" altLang="zh-CN" i="1" dirty="0" smtClean="0">
                        <a:latin typeface="Cambria Math" panose="02040503050406030204" pitchFamily="18" charset="0"/>
                      </a:rPr>
                      <m:t>().</m:t>
                    </m:r>
                    <m:r>
                      <a:rPr lang="en-US" altLang="zh-CN" i="1" dirty="0" err="1" smtClean="0">
                        <a:latin typeface="Cambria Math" panose="02040503050406030204" pitchFamily="18" charset="0"/>
                      </a:rPr>
                      <m:t>𝑛𝑒𝑤𝑇𝑟𝑎𝑝</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𝑎</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𝑏</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𝑐</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𝑑</m:t>
                    </m:r>
                    <m:r>
                      <a:rPr lang="en-US" altLang="zh-CN" i="1" dirty="0" smtClean="0">
                        <a:latin typeface="Cambria Math" panose="02040503050406030204" pitchFamily="18" charset="0"/>
                      </a:rPr>
                      <m:t>)</m:t>
                    </m:r>
                  </m:oMath>
                </a14:m>
                <a:r>
                  <a:rPr lang="en-US" altLang="zh-CN" dirty="0"/>
                  <a:t> </a:t>
                </a:r>
                <a:r>
                  <a:rPr lang="zh-CN" altLang="en-US" dirty="0"/>
                  <a:t>创建一个</a:t>
                </a:r>
                <a:r>
                  <a:rPr lang="en-US" altLang="zh-CN" dirty="0" err="1"/>
                  <a:t>Jimple</a:t>
                </a:r>
                <a:r>
                  <a:rPr lang="en-US" altLang="zh-CN" dirty="0"/>
                  <a:t> trap </a:t>
                </a:r>
                <a:r>
                  <a:rPr lang="zh-CN" altLang="en-US" dirty="0"/>
                  <a:t>（异常处理结构），其中被捕获的异常类型为</a:t>
                </a:r>
                <a:r>
                  <a:rPr lang="en-US" altLang="zh-CN" dirty="0"/>
                  <a:t> </a:t>
                </a:r>
                <a14:m>
                  <m:oMath xmlns:m="http://schemas.openxmlformats.org/officeDocument/2006/math">
                    <m:r>
                      <a:rPr lang="en-US" altLang="zh-CN" i="1" dirty="0" smtClean="0">
                        <a:latin typeface="Cambria Math" panose="02040503050406030204" pitchFamily="18" charset="0"/>
                      </a:rPr>
                      <m:t>𝑑</m:t>
                    </m:r>
                    <m:r>
                      <a:rPr lang="zh-CN" altLang="en-US" i="1" dirty="0">
                        <a:latin typeface="Cambria Math" panose="02040503050406030204" pitchFamily="18" charset="0"/>
                      </a:rPr>
                      <m:t>，</m:t>
                    </m:r>
                  </m:oMath>
                </a14:m>
                <a:r>
                  <a:rPr lang="zh-CN" altLang="en-US" dirty="0"/>
                  <a:t>被监管的范围由</a:t>
                </a:r>
                <a14:m>
                  <m:oMath xmlns:m="http://schemas.openxmlformats.org/officeDocument/2006/math">
                    <m:r>
                      <a:rPr lang="en-US" altLang="zh-CN" i="1" dirty="0" smtClean="0">
                        <a:latin typeface="Cambria Math" panose="02040503050406030204" pitchFamily="18" charset="0"/>
                      </a:rPr>
                      <m:t>𝑎</m:t>
                    </m:r>
                  </m:oMath>
                </a14:m>
                <a:r>
                  <a:rPr lang="zh-CN" altLang="en-US" dirty="0"/>
                  <a:t>开始，由</a:t>
                </a:r>
                <a14:m>
                  <m:oMath xmlns:m="http://schemas.openxmlformats.org/officeDocument/2006/math">
                    <m:r>
                      <a:rPr lang="en-US" altLang="zh-CN" i="1" dirty="0" smtClean="0">
                        <a:latin typeface="Cambria Math" panose="02040503050406030204" pitchFamily="18" charset="0"/>
                      </a:rPr>
                      <m:t>𝑏</m:t>
                    </m:r>
                  </m:oMath>
                </a14:m>
                <a:r>
                  <a:rPr lang="zh-CN" altLang="en-US" dirty="0"/>
                  <a:t>结束，异常处理部分为</a:t>
                </a:r>
                <a14:m>
                  <m:oMath xmlns:m="http://schemas.openxmlformats.org/officeDocument/2006/math">
                    <m:r>
                      <a:rPr lang="en-US" altLang="zh-CN" i="1" dirty="0" smtClean="0">
                        <a:latin typeface="Cambria Math" panose="02040503050406030204" pitchFamily="18" charset="0"/>
                      </a:rPr>
                      <m:t>𝑐</m:t>
                    </m:r>
                  </m:oMath>
                </a14:m>
                <a:r>
                  <a:rPr lang="zh-CN" altLang="en-US" dirty="0"/>
                  <a:t>，</a:t>
                </a:r>
                <a14:m>
                  <m:oMath xmlns:m="http://schemas.openxmlformats.org/officeDocument/2006/math">
                    <m:r>
                      <a:rPr lang="en-US" altLang="zh-CN" i="1" dirty="0" smtClean="0">
                        <a:latin typeface="Cambria Math" panose="02040503050406030204" pitchFamily="18" charset="0"/>
                      </a:rPr>
                      <m:t>𝑎</m:t>
                    </m:r>
                    <m:r>
                      <a:rPr lang="zh-CN" altLang="en-US" i="1" dirty="0">
                        <a:latin typeface="Cambria Math" panose="02040503050406030204" pitchFamily="18" charset="0"/>
                      </a:rPr>
                      <m:t>、</m:t>
                    </m:r>
                    <m:r>
                      <a:rPr lang="en-US" altLang="zh-CN" i="1" dirty="0" smtClean="0">
                        <a:latin typeface="Cambria Math" panose="02040503050406030204" pitchFamily="18" charset="0"/>
                      </a:rPr>
                      <m:t>𝑏</m:t>
                    </m:r>
                    <m:r>
                      <a:rPr lang="zh-CN" altLang="en-US" i="1" dirty="0">
                        <a:latin typeface="Cambria Math" panose="02040503050406030204" pitchFamily="18" charset="0"/>
                      </a:rPr>
                      <m:t>、</m:t>
                    </m:r>
                    <m:r>
                      <a:rPr lang="en-US" altLang="zh-CN" i="1" dirty="0" smtClean="0">
                        <a:latin typeface="Cambria Math" panose="02040503050406030204" pitchFamily="18" charset="0"/>
                      </a:rPr>
                      <m:t>𝑐</m:t>
                    </m:r>
                    <m:r>
                      <a:rPr lang="zh-CN" altLang="en-US" i="1" dirty="0">
                        <a:latin typeface="Cambria Math" panose="02040503050406030204" pitchFamily="18" charset="0"/>
                      </a:rPr>
                      <m:t>为</m:t>
                    </m:r>
                  </m:oMath>
                </a14:m>
                <a:r>
                  <a:rPr lang="zh-CN" altLang="en-US" dirty="0"/>
                  <a:t>语句标签。</a:t>
                </a:r>
                <a:endParaRPr lang="en-US" altLang="zh-CN" dirty="0"/>
              </a:p>
              <a:p>
                <a14:m>
                  <m:oMath xmlns:m="http://schemas.openxmlformats.org/officeDocument/2006/math">
                    <m:r>
                      <a:rPr lang="en-US" altLang="zh-CN" i="1" dirty="0" smtClean="0">
                        <a:latin typeface="Cambria Math" panose="02040503050406030204" pitchFamily="18" charset="0"/>
                      </a:rPr>
                      <m:t>𝑣𝑜𝑖𝑑</m:t>
                    </m:r>
                    <m:r>
                      <a:rPr lang="en-US" altLang="zh-CN" i="1" dirty="0" smtClean="0">
                        <a:latin typeface="Cambria Math" panose="02040503050406030204" pitchFamily="18" charset="0"/>
                      </a:rPr>
                      <m:t> </m:t>
                    </m:r>
                    <m:r>
                      <a:rPr lang="en-US" altLang="zh-CN" i="1" dirty="0" err="1" smtClean="0">
                        <a:latin typeface="Cambria Math" panose="02040503050406030204" pitchFamily="18" charset="0"/>
                      </a:rPr>
                      <m:t>𝑠𝑒𝑡𝐵𝑒𝑔𝑖𝑛𝑈𝑛𝑖𝑡</m:t>
                    </m:r>
                    <m:d>
                      <m:dPr>
                        <m:ctrlPr>
                          <a:rPr lang="en-US" altLang="zh-CN" i="1" dirty="0" smtClean="0">
                            <a:latin typeface="Cambria Math" panose="02040503050406030204" pitchFamily="18" charset="0"/>
                          </a:rPr>
                        </m:ctrlPr>
                      </m:dPr>
                      <m:e>
                        <m:r>
                          <a:rPr lang="en-US" altLang="zh-CN" i="1" dirty="0" smtClean="0">
                            <a:latin typeface="Cambria Math" panose="02040503050406030204" pitchFamily="18" charset="0"/>
                          </a:rPr>
                          <m:t>𝑈𝑛𝑖𝑡</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𝑢</m:t>
                        </m:r>
                      </m:e>
                    </m:d>
                  </m:oMath>
                </a14:m>
                <a:endParaRPr lang="en-US" altLang="zh-CN" dirty="0"/>
              </a:p>
              <a:p>
                <a14:m>
                  <m:oMath xmlns:m="http://schemas.openxmlformats.org/officeDocument/2006/math">
                    <m:r>
                      <a:rPr lang="en-US" altLang="zh-CN" i="1" dirty="0" smtClean="0">
                        <a:latin typeface="Cambria Math" panose="02040503050406030204" pitchFamily="18" charset="0"/>
                      </a:rPr>
                      <m:t>𝑣𝑜𝑖𝑑</m:t>
                    </m:r>
                    <m:r>
                      <a:rPr lang="en-US" altLang="zh-CN" i="1" dirty="0" smtClean="0">
                        <a:latin typeface="Cambria Math" panose="02040503050406030204" pitchFamily="18" charset="0"/>
                      </a:rPr>
                      <m:t> </m:t>
                    </m:r>
                    <m:r>
                      <a:rPr lang="en-US" altLang="zh-CN" i="1" dirty="0" err="1" smtClean="0">
                        <a:latin typeface="Cambria Math" panose="02040503050406030204" pitchFamily="18" charset="0"/>
                      </a:rPr>
                      <m:t>𝑠𝑒𝑡𝐸𝑛𝑑𝑈𝑛𝑖𝑡</m:t>
                    </m:r>
                    <m:d>
                      <m:dPr>
                        <m:ctrlPr>
                          <a:rPr lang="en-US" altLang="zh-CN" i="1" dirty="0" smtClean="0">
                            <a:latin typeface="Cambria Math" panose="02040503050406030204" pitchFamily="18" charset="0"/>
                          </a:rPr>
                        </m:ctrlPr>
                      </m:dPr>
                      <m:e>
                        <m:r>
                          <a:rPr lang="en-US" altLang="zh-CN" i="1" dirty="0" smtClean="0">
                            <a:latin typeface="Cambria Math" panose="02040503050406030204" pitchFamily="18" charset="0"/>
                          </a:rPr>
                          <m:t>𝑈𝑛𝑖𝑡</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𝑢</m:t>
                        </m:r>
                      </m:e>
                    </m:d>
                  </m:oMath>
                </a14:m>
                <a:endParaRPr lang="en-US" altLang="zh-CN" dirty="0"/>
              </a:p>
              <a:p>
                <a14:m>
                  <m:oMath xmlns:m="http://schemas.openxmlformats.org/officeDocument/2006/math">
                    <m:r>
                      <a:rPr lang="en-US" altLang="zh-CN" i="1" dirty="0" smtClean="0">
                        <a:latin typeface="Cambria Math" panose="02040503050406030204" pitchFamily="18" charset="0"/>
                      </a:rPr>
                      <m:t>𝑣𝑜𝑖𝑑</m:t>
                    </m:r>
                    <m:r>
                      <a:rPr lang="en-US" altLang="zh-CN" i="1" dirty="0" smtClean="0">
                        <a:latin typeface="Cambria Math" panose="02040503050406030204" pitchFamily="18" charset="0"/>
                      </a:rPr>
                      <m:t> </m:t>
                    </m:r>
                    <m:r>
                      <a:rPr lang="en-US" altLang="zh-CN" i="1" dirty="0" err="1" smtClean="0">
                        <a:latin typeface="Cambria Math" panose="02040503050406030204" pitchFamily="18" charset="0"/>
                      </a:rPr>
                      <m:t>𝑠𝑒𝑡𝐻𝑎𝑛𝑑𝑙𝑒𝑟𝑈𝑛𝑖𝑡</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𝑈𝑛𝑖𝑡</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𝑢</m:t>
                    </m:r>
                    <m:r>
                      <a:rPr lang="en-US" altLang="zh-CN" i="1" dirty="0" smtClean="0">
                        <a:latin typeface="Cambria Math" panose="02040503050406030204" pitchFamily="18" charset="0"/>
                      </a:rPr>
                      <m:t>)</m:t>
                    </m:r>
                  </m:oMath>
                </a14:m>
                <a:endParaRPr lang="en-US" altLang="zh-CN" dirty="0"/>
              </a:p>
              <a:p>
                <a14:m>
                  <m:oMath xmlns:m="http://schemas.openxmlformats.org/officeDocument/2006/math">
                    <m:r>
                      <a:rPr lang="en-US" altLang="zh-CN" i="1" dirty="0" smtClean="0">
                        <a:latin typeface="Cambria Math" panose="02040503050406030204" pitchFamily="18" charset="0"/>
                      </a:rPr>
                      <m:t>𝑣𝑜𝑖𝑑</m:t>
                    </m:r>
                    <m:r>
                      <a:rPr lang="en-US" altLang="zh-CN" i="1" dirty="0" smtClean="0">
                        <a:latin typeface="Cambria Math" panose="02040503050406030204" pitchFamily="18" charset="0"/>
                      </a:rPr>
                      <m:t> </m:t>
                    </m:r>
                    <m:r>
                      <a:rPr lang="en-US" altLang="zh-CN" i="1" dirty="0" err="1" smtClean="0">
                        <a:latin typeface="Cambria Math" panose="02040503050406030204" pitchFamily="18" charset="0"/>
                      </a:rPr>
                      <m:t>𝑠𝑒𝑡𝐸𝑥𝑐𝑒𝑝𝑡𝑖𝑜𝑛</m:t>
                    </m:r>
                    <m:r>
                      <a:rPr lang="en-US" altLang="zh-CN" i="1" dirty="0" smtClean="0">
                        <a:latin typeface="Cambria Math" panose="02040503050406030204" pitchFamily="18" charset="0"/>
                      </a:rPr>
                      <m:t>(</m:t>
                    </m:r>
                    <m:r>
                      <a:rPr lang="en-US" altLang="zh-CN" i="1" dirty="0" err="1" smtClean="0">
                        <a:latin typeface="Cambria Math" panose="02040503050406030204" pitchFamily="18" charset="0"/>
                      </a:rPr>
                      <m:t>𝑆𝑜𝑜𝑡𝐶𝑙𝑎𝑠𝑠</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𝑐</m:t>
                    </m:r>
                    <m:r>
                      <a:rPr lang="en-US" altLang="zh-CN" i="1" dirty="0" smtClean="0">
                        <a:latin typeface="Cambria Math" panose="02040503050406030204" pitchFamily="18" charset="0"/>
                      </a:rPr>
                      <m:t>)</m:t>
                    </m:r>
                  </m:oMath>
                </a14:m>
                <a:endParaRPr lang="zh-CN" altLang="en-US" dirty="0"/>
              </a:p>
            </p:txBody>
          </p:sp>
        </mc:Choice>
        <mc:Fallback xmlns="">
          <p:sp>
            <p:nvSpPr>
              <p:cNvPr id="3" name="内容占位符 2">
                <a:extLst>
                  <a:ext uri="{FF2B5EF4-FFF2-40B4-BE49-F238E27FC236}">
                    <a16:creationId xmlns:a16="http://schemas.microsoft.com/office/drawing/2014/main" id="{F20CEDC2-55B1-4A1D-9320-A5839A69EF15}"/>
                  </a:ext>
                </a:extLst>
              </p:cNvPr>
              <p:cNvSpPr>
                <a:spLocks noGrp="1" noRot="1" noChangeAspect="1" noMove="1" noResize="1" noEditPoints="1" noAdjustHandles="1" noChangeArrowheads="1" noChangeShapeType="1" noTextEdit="1"/>
              </p:cNvSpPr>
              <p:nvPr>
                <p:ph idx="1"/>
              </p:nvPr>
            </p:nvSpPr>
            <p:spPr>
              <a:blipFill>
                <a:blip r:embed="rId2"/>
                <a:stretch>
                  <a:fillRect t="-1795" r="-23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05713875"/>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89F2B7-7B3A-4A7F-8FAE-274D9D649171}"/>
              </a:ext>
            </a:extLst>
          </p:cNvPr>
          <p:cNvSpPr>
            <a:spLocks noGrp="1"/>
          </p:cNvSpPr>
          <p:nvPr>
            <p:ph type="title"/>
          </p:nvPr>
        </p:nvSpPr>
        <p:spPr/>
        <p:txBody>
          <a:bodyPr/>
          <a:lstStyle/>
          <a:p>
            <a:r>
              <a:rPr lang="en-US" altLang="zh-CN" dirty="0"/>
              <a:t>APIs: Unit</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985D73B4-6DA5-4B30-ACBC-118CEB04C779}"/>
                  </a:ext>
                </a:extLst>
              </p:cNvPr>
              <p:cNvSpPr>
                <a:spLocks noGrp="1"/>
              </p:cNvSpPr>
              <p:nvPr>
                <p:ph idx="1"/>
              </p:nvPr>
            </p:nvSpPr>
            <p:spPr/>
            <p:txBody>
              <a:bodyPr/>
              <a:lstStyle/>
              <a:p>
                <a:r>
                  <a:rPr lang="en-US" altLang="zh-CN" dirty="0"/>
                  <a:t>The </a:t>
                </a:r>
                <a14:m>
                  <m:oMath xmlns:m="http://schemas.openxmlformats.org/officeDocument/2006/math">
                    <m:r>
                      <a:rPr lang="en-US" altLang="zh-CN" i="1" dirty="0" smtClean="0">
                        <a:latin typeface="Cambria Math" panose="02040503050406030204" pitchFamily="18" charset="0"/>
                      </a:rPr>
                      <m:t>𝑈𝑛𝑖𝑡</m:t>
                    </m:r>
                  </m:oMath>
                </a14:m>
                <a:r>
                  <a:rPr lang="en-US" altLang="zh-CN" dirty="0"/>
                  <a:t> interface </a:t>
                </a:r>
              </a:p>
              <a:p>
                <a:pPr lvl="1"/>
                <a:r>
                  <a:rPr lang="zh-CN" altLang="en-US" dirty="0"/>
                  <a:t>代表</a:t>
                </a:r>
                <a:r>
                  <a:rPr lang="en-US" altLang="zh-CN" dirty="0"/>
                  <a:t>instructions</a:t>
                </a:r>
                <a:r>
                  <a:rPr lang="zh-CN" altLang="en-US" dirty="0"/>
                  <a:t>或</a:t>
                </a:r>
                <a:r>
                  <a:rPr lang="en-US" altLang="zh-CN" dirty="0"/>
                  <a:t>statements</a:t>
                </a:r>
                <a:r>
                  <a:rPr lang="zh-CN" altLang="en-US" dirty="0"/>
                  <a:t>，即</a:t>
                </a:r>
                <a:r>
                  <a:rPr lang="en-US" altLang="zh-CN" dirty="0"/>
                  <a:t>3</a:t>
                </a:r>
                <a:r>
                  <a:rPr lang="zh-CN" altLang="en-US" dirty="0"/>
                  <a:t>地址语句。</a:t>
                </a:r>
                <a:endParaRPr lang="en-US" altLang="zh-CN" dirty="0"/>
              </a:p>
              <a:p>
                <a:pPr lvl="1"/>
                <a14:m>
                  <m:oMath xmlns:m="http://schemas.openxmlformats.org/officeDocument/2006/math">
                    <m:r>
                      <a:rPr lang="en-US" altLang="zh-CN" i="1" dirty="0">
                        <a:latin typeface="Cambria Math" panose="02040503050406030204" pitchFamily="18" charset="0"/>
                      </a:rPr>
                      <m:t>𝐴𝑠𝑠𝑖𝑔𝑛𝑆𝑡𝑚𝑡</m:t>
                    </m:r>
                    <m:r>
                      <a:rPr lang="en-US" altLang="zh-CN" i="1" dirty="0">
                        <a:latin typeface="Cambria Math" panose="02040503050406030204" pitchFamily="18" charset="0"/>
                      </a:rPr>
                      <m:t> </m:t>
                    </m:r>
                    <m:r>
                      <a:rPr lang="en-US" altLang="zh-CN" i="1" dirty="0" err="1">
                        <a:latin typeface="Cambria Math" panose="02040503050406030204" pitchFamily="18" charset="0"/>
                      </a:rPr>
                      <m:t>𝑛𝑒𝑤𝐴𝑠𝑠𝑖𝑔𝑛𝑆𝑡𝑚𝑡</m:t>
                    </m:r>
                    <m:r>
                      <a:rPr lang="en-US" altLang="zh-CN" i="1" dirty="0">
                        <a:latin typeface="Cambria Math" panose="02040503050406030204" pitchFamily="18" charset="0"/>
                      </a:rPr>
                      <m:t>(</m:t>
                    </m:r>
                    <m:r>
                      <a:rPr lang="en-US" altLang="zh-CN" i="1" dirty="0">
                        <a:latin typeface="Cambria Math" panose="02040503050406030204" pitchFamily="18" charset="0"/>
                      </a:rPr>
                      <m:t>𝑉𝑎𝑙𝑢𝑒</m:t>
                    </m:r>
                    <m:r>
                      <a:rPr lang="en-US" altLang="zh-CN" i="1" dirty="0">
                        <a:latin typeface="Cambria Math" panose="02040503050406030204" pitchFamily="18" charset="0"/>
                      </a:rPr>
                      <m:t> </m:t>
                    </m:r>
                    <m:r>
                      <a:rPr lang="en-US" altLang="zh-CN" i="1" dirty="0" err="1">
                        <a:latin typeface="Cambria Math" panose="02040503050406030204" pitchFamily="18" charset="0"/>
                      </a:rPr>
                      <m:t>𝑙𝑣𝑎𝑙𝑢𝑒</m:t>
                    </m:r>
                    <m:r>
                      <a:rPr lang="en-US" altLang="zh-CN" i="1" dirty="0">
                        <a:latin typeface="Cambria Math" panose="02040503050406030204" pitchFamily="18" charset="0"/>
                      </a:rPr>
                      <m:t>, </m:t>
                    </m:r>
                  </m:oMath>
                </a14:m>
                <a:endParaRPr lang="en-US" altLang="zh-CN" i="1" dirty="0">
                  <a:latin typeface="Cambria Math" panose="02040503050406030204" pitchFamily="18" charset="0"/>
                </a:endParaRPr>
              </a:p>
              <a:p>
                <a:pPr marL="457200" lvl="1" indent="0">
                  <a:buNone/>
                </a:pPr>
                <a14:m>
                  <m:oMathPara xmlns:m="http://schemas.openxmlformats.org/officeDocument/2006/math">
                    <m:oMathParaPr>
                      <m:jc m:val="centerGroup"/>
                    </m:oMathParaPr>
                    <m:oMath xmlns:m="http://schemas.openxmlformats.org/officeDocument/2006/math">
                      <m:r>
                        <m:rPr>
                          <m:nor/>
                        </m:rPr>
                        <a:rPr lang="en-US" altLang="zh-CN" dirty="0"/>
                        <m:t>                                                        </m:t>
                      </m:r>
                      <m:r>
                        <a:rPr lang="en-US" altLang="zh-CN" i="1" dirty="0">
                          <a:latin typeface="Cambria Math" panose="02040503050406030204" pitchFamily="18" charset="0"/>
                        </a:rPr>
                        <m:t>𝑉𝑎𝑙𝑢𝑒</m:t>
                      </m:r>
                      <m:r>
                        <a:rPr lang="en-US" altLang="zh-CN" i="1" dirty="0">
                          <a:latin typeface="Cambria Math" panose="02040503050406030204" pitchFamily="18" charset="0"/>
                        </a:rPr>
                        <m:t> </m:t>
                      </m:r>
                      <m:r>
                        <a:rPr lang="en-US" altLang="zh-CN" i="1" dirty="0" err="1">
                          <a:latin typeface="Cambria Math" panose="02040503050406030204" pitchFamily="18" charset="0"/>
                        </a:rPr>
                        <m:t>𝑟𝑣𝑎𝑙𝑢𝑒</m:t>
                      </m:r>
                      <m:r>
                        <a:rPr lang="en-US" altLang="zh-CN" i="1" dirty="0">
                          <a:latin typeface="Cambria Math" panose="02040503050406030204" pitchFamily="18" charset="0"/>
                        </a:rPr>
                        <m:t>)</m:t>
                      </m:r>
                    </m:oMath>
                  </m:oMathPara>
                </a14:m>
                <a:endParaRPr lang="en-US" altLang="zh-CN" dirty="0"/>
              </a:p>
              <a:p>
                <a:pPr lvl="2"/>
                <a:r>
                  <a:rPr lang="zh-CN" altLang="en-US" dirty="0"/>
                  <a:t>创建形如</a:t>
                </a:r>
                <a14:m>
                  <m:oMath xmlns:m="http://schemas.openxmlformats.org/officeDocument/2006/math">
                    <m:r>
                      <a:rPr lang="en-US" altLang="zh-CN" i="1" dirty="0">
                        <a:latin typeface="Cambria Math" panose="02040503050406030204" pitchFamily="18" charset="0"/>
                      </a:rPr>
                      <m:t>𝑙𝑣𝑎𝑙𝑢𝑒</m:t>
                    </m:r>
                    <m:r>
                      <a:rPr lang="en-US" altLang="zh-CN" i="1" dirty="0">
                        <a:latin typeface="Cambria Math" panose="02040503050406030204" pitchFamily="18" charset="0"/>
                      </a:rPr>
                      <m:t> = </m:t>
                    </m:r>
                    <m:r>
                      <a:rPr lang="en-US" altLang="zh-CN" i="1" dirty="0" err="1">
                        <a:latin typeface="Cambria Math" panose="02040503050406030204" pitchFamily="18" charset="0"/>
                      </a:rPr>
                      <m:t>𝑟𝑣𝑎𝑙𝑢𝑒</m:t>
                    </m:r>
                    <m:r>
                      <m:rPr>
                        <m:nor/>
                      </m:rPr>
                      <a:rPr lang="en-US" altLang="zh-CN" dirty="0" smtClean="0"/>
                      <m:t>.</m:t>
                    </m:r>
                    <m:r>
                      <a:rPr lang="zh-CN" altLang="en-US" i="1" dirty="0">
                        <a:latin typeface="Cambria Math" panose="02040503050406030204" pitchFamily="18" charset="0"/>
                      </a:rPr>
                      <m:t>的</m:t>
                    </m:r>
                  </m:oMath>
                </a14:m>
                <a:r>
                  <a:rPr lang="zh-CN" altLang="en-US" dirty="0"/>
                  <a:t>语句。</a:t>
                </a:r>
                <a:endParaRPr lang="en-US" altLang="zh-CN" dirty="0"/>
              </a:p>
              <a:p>
                <a:pPr lvl="1"/>
                <a14:m>
                  <m:oMath xmlns:m="http://schemas.openxmlformats.org/officeDocument/2006/math">
                    <m:r>
                      <a:rPr lang="en-US" altLang="zh-CN" i="1" dirty="0" smtClean="0">
                        <a:latin typeface="Cambria Math" panose="02040503050406030204" pitchFamily="18" charset="0"/>
                      </a:rPr>
                      <m:t>𝐼𝑑𝑒𝑛𝑡𝑖𝑡𝑦𝑆𝑡𝑚𝑡</m:t>
                    </m:r>
                    <m:r>
                      <a:rPr lang="en-US" altLang="zh-CN" i="1" dirty="0" smtClean="0">
                        <a:latin typeface="Cambria Math" panose="02040503050406030204" pitchFamily="18" charset="0"/>
                      </a:rPr>
                      <m:t> </m:t>
                    </m:r>
                    <m:r>
                      <a:rPr lang="en-US" altLang="zh-CN" i="1" dirty="0" err="1" smtClean="0">
                        <a:latin typeface="Cambria Math" panose="02040503050406030204" pitchFamily="18" charset="0"/>
                      </a:rPr>
                      <m:t>𝑛𝑒𝑤𝐼𝑑𝑒𝑛𝑡𝑖𝑡𝑦𝑆𝑡𝑚𝑡</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𝑉𝑎𝑙𝑢𝑒</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𝑙𝑜𝑐𝑎𝑙</m:t>
                    </m:r>
                    <m:r>
                      <a:rPr lang="en-US" altLang="zh-CN" i="1" dirty="0" smtClean="0">
                        <a:latin typeface="Cambria Math" panose="02040503050406030204" pitchFamily="18" charset="0"/>
                      </a:rPr>
                      <m:t>, </m:t>
                    </m:r>
                  </m:oMath>
                </a14:m>
                <a:endParaRPr lang="en-US" altLang="zh-CN" i="1" dirty="0">
                  <a:latin typeface="Cambria Math" panose="02040503050406030204" pitchFamily="18" charset="0"/>
                </a:endParaRPr>
              </a:p>
              <a:p>
                <a:pPr marL="457200" lvl="1" indent="0">
                  <a:buNone/>
                </a:pPr>
                <a:r>
                  <a:rPr lang="en-US" altLang="zh-CN" dirty="0"/>
                  <a:t>                                                       </a:t>
                </a:r>
                <a14:m>
                  <m:oMath xmlns:m="http://schemas.openxmlformats.org/officeDocument/2006/math">
                    <m:r>
                      <a:rPr lang="en-US" altLang="zh-CN" i="1" dirty="0" smtClean="0">
                        <a:latin typeface="Cambria Math" panose="02040503050406030204" pitchFamily="18" charset="0"/>
                      </a:rPr>
                      <m:t>𝑉𝑎𝑙𝑢𝑒</m:t>
                    </m:r>
                    <m:r>
                      <a:rPr lang="en-US" altLang="zh-CN" i="1" dirty="0" smtClean="0">
                        <a:latin typeface="Cambria Math" panose="02040503050406030204" pitchFamily="18" charset="0"/>
                      </a:rPr>
                      <m:t> </m:t>
                    </m:r>
                    <m:r>
                      <a:rPr lang="en-US" altLang="zh-CN" i="1" dirty="0" err="1" smtClean="0">
                        <a:latin typeface="Cambria Math" panose="02040503050406030204" pitchFamily="18" charset="0"/>
                      </a:rPr>
                      <m:t>𝑖𝑑𝑒𝑛𝑡𝑖𝑡𝑦𝑅𝑒𝑓</m:t>
                    </m:r>
                    <m:r>
                      <a:rPr lang="en-US" altLang="zh-CN" i="1" dirty="0" smtClean="0">
                        <a:latin typeface="Cambria Math" panose="02040503050406030204" pitchFamily="18" charset="0"/>
                      </a:rPr>
                      <m:t>)</m:t>
                    </m:r>
                  </m:oMath>
                </a14:m>
                <a:endParaRPr lang="en-US" altLang="zh-CN" dirty="0"/>
              </a:p>
              <a:p>
                <a:pPr lvl="2"/>
                <a:r>
                  <a:rPr lang="zh-CN" altLang="en-US" dirty="0"/>
                  <a:t>创建</a:t>
                </a:r>
                <a:r>
                  <a:rPr lang="en-US" altLang="zh-CN" dirty="0"/>
                  <a:t>an identity statement of the form </a:t>
                </a:r>
                <a14:m>
                  <m:oMath xmlns:m="http://schemas.openxmlformats.org/officeDocument/2006/math">
                    <m:r>
                      <a:rPr lang="en-US" altLang="zh-CN" i="1" dirty="0" smtClean="0">
                        <a:latin typeface="Cambria Math" panose="02040503050406030204" pitchFamily="18" charset="0"/>
                      </a:rPr>
                      <m:t>𝑙𝑜𝑐𝑎𝑙</m:t>
                    </m:r>
                    <m:r>
                      <a:rPr lang="en-US" altLang="zh-CN" i="1" dirty="0" smtClean="0">
                        <a:latin typeface="Cambria Math" panose="02040503050406030204" pitchFamily="18" charset="0"/>
                      </a:rPr>
                      <m:t> := </m:t>
                    </m:r>
                    <m:r>
                      <a:rPr lang="en-US" altLang="zh-CN" i="1" dirty="0" err="1" smtClean="0">
                        <a:latin typeface="Cambria Math" panose="02040503050406030204" pitchFamily="18" charset="0"/>
                      </a:rPr>
                      <m:t>𝑖𝑑𝑒𝑛𝑡𝑖𝑡𝑦𝑅𝑒𝑓</m:t>
                    </m:r>
                  </m:oMath>
                </a14:m>
                <a:r>
                  <a:rPr lang="en-US" altLang="zh-CN" dirty="0"/>
                  <a:t>.</a:t>
                </a:r>
              </a:p>
              <a:p>
                <a:pPr lvl="2"/>
                <a14:m>
                  <m:oMath xmlns:m="http://schemas.openxmlformats.org/officeDocument/2006/math">
                    <m:r>
                      <a:rPr lang="en-US" altLang="zh-CN" i="1" dirty="0" smtClean="0">
                        <a:latin typeface="Cambria Math" panose="02040503050406030204" pitchFamily="18" charset="0"/>
                      </a:rPr>
                      <m:t>𝑙𝑜𝑐𝑎𝑙</m:t>
                    </m:r>
                  </m:oMath>
                </a14:m>
                <a:r>
                  <a:rPr lang="en-US" altLang="zh-CN" dirty="0"/>
                  <a:t> is pre-loaded with meaning, such as </a:t>
                </a:r>
                <a14:m>
                  <m:oMath xmlns:m="http://schemas.openxmlformats.org/officeDocument/2006/math">
                    <m:r>
                      <a:rPr lang="en-US" altLang="zh-CN" i="1" dirty="0" smtClean="0">
                        <a:latin typeface="Cambria Math" panose="02040503050406030204" pitchFamily="18" charset="0"/>
                      </a:rPr>
                      <m:t>𝑡h𝑖𝑠</m:t>
                    </m:r>
                  </m:oMath>
                </a14:m>
                <a:r>
                  <a:rPr lang="en-US" altLang="zh-CN" dirty="0"/>
                  <a:t> or the contents of parameters.</a:t>
                </a:r>
                <a:r>
                  <a:rPr lang="zh-CN" altLang="en-US" dirty="0"/>
                  <a:t>（</a:t>
                </a:r>
                <a:r>
                  <a:rPr lang="en-US" altLang="zh-CN" dirty="0"/>
                  <a:t> </a:t>
                </a:r>
                <a14:m>
                  <m:oMath xmlns:m="http://schemas.openxmlformats.org/officeDocument/2006/math">
                    <m:r>
                      <a:rPr lang="en-US" altLang="zh-CN" i="1" dirty="0">
                        <a:latin typeface="Cambria Math" panose="02040503050406030204" pitchFamily="18" charset="0"/>
                      </a:rPr>
                      <m:t>𝑙𝑜𝑐𝑎𝑙</m:t>
                    </m:r>
                    <m:r>
                      <a:rPr lang="en-US" altLang="zh-CN" i="1" dirty="0">
                        <a:latin typeface="Cambria Math" panose="02040503050406030204" pitchFamily="18" charset="0"/>
                      </a:rPr>
                      <m:t> </m:t>
                    </m:r>
                  </m:oMath>
                </a14:m>
                <a:r>
                  <a:rPr lang="zh-CN" altLang="en-US" dirty="0"/>
                  <a:t>具有预定义的形式以及含义。）</a:t>
                </a:r>
                <a:endParaRPr lang="en-US" altLang="zh-CN" dirty="0"/>
              </a:p>
            </p:txBody>
          </p:sp>
        </mc:Choice>
        <mc:Fallback xmlns="">
          <p:sp>
            <p:nvSpPr>
              <p:cNvPr id="3" name="内容占位符 2">
                <a:extLst>
                  <a:ext uri="{FF2B5EF4-FFF2-40B4-BE49-F238E27FC236}">
                    <a16:creationId xmlns:a16="http://schemas.microsoft.com/office/drawing/2014/main" id="{985D73B4-6DA5-4B30-ACBC-118CEB04C779}"/>
                  </a:ext>
                </a:extLst>
              </p:cNvPr>
              <p:cNvSpPr>
                <a:spLocks noGrp="1" noRot="1" noChangeAspect="1" noMove="1" noResize="1" noEditPoints="1" noAdjustHandles="1" noChangeArrowheads="1" noChangeShapeType="1" noTextEdit="1"/>
              </p:cNvSpPr>
              <p:nvPr>
                <p:ph idx="1"/>
              </p:nvPr>
            </p:nvSpPr>
            <p:spPr>
              <a:blipFill>
                <a:blip r:embed="rId2"/>
                <a:stretch>
                  <a:fillRect l="-1412" t="-1410" r="-7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54678512"/>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93FA40-23F4-4DEB-917A-4E4A7EBB0BA4}"/>
              </a:ext>
            </a:extLst>
          </p:cNvPr>
          <p:cNvSpPr>
            <a:spLocks noGrp="1"/>
          </p:cNvSpPr>
          <p:nvPr>
            <p:ph type="title"/>
          </p:nvPr>
        </p:nvSpPr>
        <p:spPr/>
        <p:txBody>
          <a:bodyPr/>
          <a:lstStyle/>
          <a:p>
            <a:endParaRPr lang="zh-CN" altLang="en-US"/>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7C02646D-41AD-4962-8863-DBEA2DE41456}"/>
                  </a:ext>
                </a:extLst>
              </p:cNvPr>
              <p:cNvSpPr>
                <a:spLocks noGrp="1"/>
              </p:cNvSpPr>
              <p:nvPr>
                <p:ph idx="1"/>
              </p:nvPr>
            </p:nvSpPr>
            <p:spPr/>
            <p:txBody>
              <a:bodyPr/>
              <a:lstStyle/>
              <a:p>
                <a14:m>
                  <m:oMath xmlns:m="http://schemas.openxmlformats.org/officeDocument/2006/math">
                    <m:r>
                      <a:rPr lang="en-US" altLang="zh-CN" i="1" dirty="0" smtClean="0">
                        <a:latin typeface="Cambria Math" panose="02040503050406030204" pitchFamily="18" charset="0"/>
                      </a:rPr>
                      <m:t>𝐼𝑛𝑣𝑜𝑘𝑒𝑆𝑡𝑚𝑡</m:t>
                    </m:r>
                    <m:r>
                      <a:rPr lang="en-US" altLang="zh-CN" i="1" dirty="0" smtClean="0">
                        <a:latin typeface="Cambria Math" panose="02040503050406030204" pitchFamily="18" charset="0"/>
                      </a:rPr>
                      <m:t> </m:t>
                    </m:r>
                    <m:r>
                      <a:rPr lang="en-US" altLang="zh-CN" i="1" dirty="0" err="1" smtClean="0">
                        <a:latin typeface="Cambria Math" panose="02040503050406030204" pitchFamily="18" charset="0"/>
                      </a:rPr>
                      <m:t>𝑛𝑒𝑤𝐼𝑛𝑣𝑜𝑘𝑒𝑆𝑡𝑚𝑡</m:t>
                    </m:r>
                    <m:d>
                      <m:dPr>
                        <m:ctrlPr>
                          <a:rPr lang="en-US" altLang="zh-CN" i="1" dirty="0" smtClean="0">
                            <a:latin typeface="Cambria Math" panose="02040503050406030204" pitchFamily="18" charset="0"/>
                          </a:rPr>
                        </m:ctrlPr>
                      </m:dPr>
                      <m:e>
                        <m:r>
                          <a:rPr lang="en-US" altLang="zh-CN" i="1" dirty="0" err="1" smtClean="0">
                            <a:latin typeface="Cambria Math" panose="02040503050406030204" pitchFamily="18" charset="0"/>
                          </a:rPr>
                          <m:t>𝐼𝑛𝑣𝑜𝑘𝑒𝐸𝑥𝑝𝑟</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𝑒</m:t>
                        </m:r>
                      </m:e>
                    </m:d>
                  </m:oMath>
                </a14:m>
                <a:endParaRPr lang="en-US" altLang="zh-CN" dirty="0"/>
              </a:p>
              <a:p>
                <a:pPr lvl="1"/>
                <a14:m>
                  <m:oMath xmlns:m="http://schemas.openxmlformats.org/officeDocument/2006/math">
                    <m:r>
                      <a:rPr lang="en-US" altLang="zh-CN" b="0" i="1" smtClean="0">
                        <a:latin typeface="Cambria Math" panose="02040503050406030204" pitchFamily="18" charset="0"/>
                      </a:rPr>
                      <m:t>𝐼𝑛𝑣𝑜𝑘𝑒𝐸𝑥𝑝𝑟</m:t>
                    </m:r>
                  </m:oMath>
                </a14:m>
                <a:r>
                  <a:rPr lang="zh-CN" altLang="en-US" dirty="0"/>
                  <a:t>的</a:t>
                </a:r>
                <a:r>
                  <a:rPr lang="en-US" altLang="zh-CN" dirty="0"/>
                  <a:t>API</a:t>
                </a:r>
                <a:r>
                  <a:rPr lang="zh-CN" altLang="en-US" dirty="0"/>
                  <a:t>见下一页</a:t>
                </a:r>
                <a:r>
                  <a:rPr lang="en-US" altLang="zh-CN" dirty="0"/>
                  <a:t>ppt</a:t>
                </a:r>
              </a:p>
              <a:p>
                <a14:m>
                  <m:oMath xmlns:m="http://schemas.openxmlformats.org/officeDocument/2006/math">
                    <m:r>
                      <a:rPr lang="en-US" altLang="zh-CN" i="1" dirty="0" smtClean="0">
                        <a:latin typeface="Cambria Math" panose="02040503050406030204" pitchFamily="18" charset="0"/>
                      </a:rPr>
                      <m:t>𝑅𝑒𝑡𝑢𝑟𝑛𝑉𝑜𝑖𝑑𝑆𝑡𝑚𝑡</m:t>
                    </m:r>
                    <m:r>
                      <a:rPr lang="en-US" altLang="zh-CN" i="1" dirty="0" smtClean="0">
                        <a:latin typeface="Cambria Math" panose="02040503050406030204" pitchFamily="18" charset="0"/>
                      </a:rPr>
                      <m:t> </m:t>
                    </m:r>
                    <m:r>
                      <a:rPr lang="en-US" altLang="zh-CN" i="1" dirty="0" err="1" smtClean="0">
                        <a:latin typeface="Cambria Math" panose="02040503050406030204" pitchFamily="18" charset="0"/>
                      </a:rPr>
                      <m:t>𝑛𝑒𝑤𝑅𝑒𝑡𝑢𝑟𝑛𝑉𝑜𝑖𝑑𝑆𝑡𝑚𝑡</m:t>
                    </m:r>
                    <m:d>
                      <m:dPr>
                        <m:ctrlPr>
                          <a:rPr lang="en-US" altLang="zh-CN" i="1" dirty="0" smtClean="0">
                            <a:latin typeface="Cambria Math" panose="02040503050406030204" pitchFamily="18" charset="0"/>
                          </a:rPr>
                        </m:ctrlPr>
                      </m:dPr>
                      <m:e/>
                    </m:d>
                  </m:oMath>
                </a14:m>
                <a:endParaRPr lang="en-US" altLang="zh-CN" dirty="0"/>
              </a:p>
              <a:p>
                <a:endParaRPr lang="zh-CN" altLang="en-US" dirty="0"/>
              </a:p>
            </p:txBody>
          </p:sp>
        </mc:Choice>
        <mc:Fallback xmlns="">
          <p:sp>
            <p:nvSpPr>
              <p:cNvPr id="3" name="内容占位符 2">
                <a:extLst>
                  <a:ext uri="{FF2B5EF4-FFF2-40B4-BE49-F238E27FC236}">
                    <a16:creationId xmlns:a16="http://schemas.microsoft.com/office/drawing/2014/main" id="{7C02646D-41AD-4962-8863-DBEA2DE41456}"/>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07924350"/>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B55EC4-9921-410B-A9E5-6BC8C237596C}"/>
              </a:ext>
            </a:extLst>
          </p:cNvPr>
          <p:cNvSpPr>
            <a:spLocks noGrp="1"/>
          </p:cNvSpPr>
          <p:nvPr>
            <p:ph type="title"/>
          </p:nvPr>
        </p:nvSpPr>
        <p:spPr/>
        <p:txBody>
          <a:bodyPr/>
          <a:lstStyle/>
          <a:p>
            <a:r>
              <a:rPr lang="en-US" altLang="zh-CN" dirty="0"/>
              <a:t>APIs: </a:t>
            </a:r>
            <a:r>
              <a:rPr lang="en-US" altLang="zh-CN" dirty="0" err="1"/>
              <a:t>InvokeExpr</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EA2BBCE2-E5CF-4640-9EC9-1F2A086B66C6}"/>
                  </a:ext>
                </a:extLst>
              </p:cNvPr>
              <p:cNvSpPr>
                <a:spLocks noGrp="1"/>
              </p:cNvSpPr>
              <p:nvPr>
                <p:ph idx="1"/>
              </p:nvPr>
            </p:nvSpPr>
            <p:spPr/>
            <p:txBody>
              <a:bodyPr/>
              <a:lstStyle/>
              <a:p>
                <a:r>
                  <a:rPr lang="en-US" altLang="zh-CN" dirty="0" err="1"/>
                  <a:t>InvokeExpr</a:t>
                </a:r>
                <a:r>
                  <a:rPr lang="zh-CN" altLang="en-US" dirty="0"/>
                  <a:t>本身继承自</a:t>
                </a:r>
                <a:r>
                  <a:rPr lang="en-US" altLang="zh-CN" dirty="0"/>
                  <a:t>Value</a:t>
                </a:r>
                <a:r>
                  <a:rPr lang="zh-CN" altLang="en-US" dirty="0"/>
                  <a:t>类（后文介绍）。</a:t>
                </a:r>
                <a:endParaRPr lang="en-US" altLang="zh-CN" i="1" dirty="0">
                  <a:latin typeface="Cambria Math" panose="02040503050406030204" pitchFamily="18" charset="0"/>
                </a:endParaRPr>
              </a:p>
              <a:p>
                <a14:m>
                  <m:oMath xmlns:m="http://schemas.openxmlformats.org/officeDocument/2006/math">
                    <m:r>
                      <a:rPr lang="en-US" altLang="zh-CN" i="1" dirty="0" smtClean="0">
                        <a:latin typeface="Cambria Math" panose="02040503050406030204" pitchFamily="18" charset="0"/>
                      </a:rPr>
                      <m:t>𝑣𝑜𝑖𝑑</m:t>
                    </m:r>
                    <m:r>
                      <a:rPr lang="en-US" altLang="zh-CN" i="1" dirty="0" smtClean="0">
                        <a:latin typeface="Cambria Math" panose="02040503050406030204" pitchFamily="18" charset="0"/>
                      </a:rPr>
                      <m:t> </m:t>
                    </m:r>
                    <m:r>
                      <a:rPr lang="en-US" altLang="zh-CN" i="1" dirty="0" err="1" smtClean="0">
                        <a:latin typeface="Cambria Math" panose="02040503050406030204" pitchFamily="18" charset="0"/>
                      </a:rPr>
                      <m:t>𝑠𝑒𝑡𝐴𝑟𝑔</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𝑖𝑛𝑡</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𝑖𝑛𝑑𝑒𝑥</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𝑉𝑎𝑙𝑢𝑒</m:t>
                    </m:r>
                    <m:r>
                      <a:rPr lang="en-US" altLang="zh-CN" i="1" dirty="0" smtClean="0">
                        <a:latin typeface="Cambria Math" panose="02040503050406030204" pitchFamily="18" charset="0"/>
                      </a:rPr>
                      <m:t> </m:t>
                    </m:r>
                    <m:r>
                      <m:rPr>
                        <m:sty m:val="p"/>
                      </m:rPr>
                      <a:rPr lang="en-US" altLang="zh-CN" i="1" dirty="0" err="1" smtClean="0">
                        <a:latin typeface="Cambria Math" panose="02040503050406030204" pitchFamily="18" charset="0"/>
                      </a:rPr>
                      <m:t>arg</m:t>
                    </m:r>
                    <m:r>
                      <a:rPr lang="en-US" altLang="zh-CN" i="1" dirty="0" smtClean="0">
                        <a:latin typeface="Cambria Math" panose="02040503050406030204" pitchFamily="18" charset="0"/>
                      </a:rPr>
                      <m:t>)</m:t>
                    </m:r>
                  </m:oMath>
                </a14:m>
                <a:r>
                  <a:rPr lang="en-US" altLang="zh-CN" dirty="0"/>
                  <a:t>           </a:t>
                </a:r>
              </a:p>
              <a:p>
                <a14:m>
                  <m:oMath xmlns:m="http://schemas.openxmlformats.org/officeDocument/2006/math">
                    <m:r>
                      <a:rPr lang="en-US" altLang="zh-CN" i="1" dirty="0" smtClean="0">
                        <a:latin typeface="Cambria Math" panose="02040503050406030204" pitchFamily="18" charset="0"/>
                      </a:rPr>
                      <m:t>𝑣𝑜𝑖𝑑</m:t>
                    </m:r>
                    <m:r>
                      <a:rPr lang="en-US" altLang="zh-CN" i="1" dirty="0" smtClean="0">
                        <a:latin typeface="Cambria Math" panose="02040503050406030204" pitchFamily="18" charset="0"/>
                      </a:rPr>
                      <m:t> </m:t>
                    </m:r>
                    <m:r>
                      <a:rPr lang="en-US" altLang="zh-CN" i="1" dirty="0" err="1" smtClean="0">
                        <a:latin typeface="Cambria Math" panose="02040503050406030204" pitchFamily="18" charset="0"/>
                      </a:rPr>
                      <m:t>𝑠𝑒𝑡𝑀𝑒𝑡h𝑜𝑑𝑅𝑒𝑓</m:t>
                    </m:r>
                    <m:r>
                      <a:rPr lang="en-US" altLang="zh-CN" i="1" dirty="0" smtClean="0">
                        <a:latin typeface="Cambria Math" panose="02040503050406030204" pitchFamily="18" charset="0"/>
                      </a:rPr>
                      <m:t>(</m:t>
                    </m:r>
                    <m:r>
                      <a:rPr lang="en-US" altLang="zh-CN" i="1" dirty="0" err="1" smtClean="0">
                        <a:latin typeface="Cambria Math" panose="02040503050406030204" pitchFamily="18" charset="0"/>
                      </a:rPr>
                      <m:t>𝑆𝑜𝑜𝑡𝑀𝑒𝑡h𝑜𝑑𝑅𝑒𝑓</m:t>
                    </m:r>
                    <m:r>
                      <a:rPr lang="en-US" altLang="zh-CN" i="1" dirty="0" smtClean="0">
                        <a:latin typeface="Cambria Math" panose="02040503050406030204" pitchFamily="18" charset="0"/>
                      </a:rPr>
                      <m:t> </m:t>
                    </m:r>
                    <m:r>
                      <a:rPr lang="en-US" altLang="zh-CN" i="1" dirty="0" err="1" smtClean="0">
                        <a:latin typeface="Cambria Math" panose="02040503050406030204" pitchFamily="18" charset="0"/>
                      </a:rPr>
                      <m:t>𝑠𝑚𝑟</m:t>
                    </m:r>
                    <m:r>
                      <a:rPr lang="en-US" altLang="zh-CN" i="1" dirty="0" smtClean="0">
                        <a:latin typeface="Cambria Math" panose="02040503050406030204" pitchFamily="18" charset="0"/>
                      </a:rPr>
                      <m:t>)</m:t>
                    </m:r>
                  </m:oMath>
                </a14:m>
                <a:endParaRPr lang="en-US" altLang="zh-CN" dirty="0"/>
              </a:p>
              <a:p>
                <a14:m>
                  <m:oMath xmlns:m="http://schemas.openxmlformats.org/officeDocument/2006/math">
                    <m:r>
                      <a:rPr lang="en-US" altLang="zh-CN" i="1" dirty="0" smtClean="0">
                        <a:latin typeface="Cambria Math" panose="02040503050406030204" pitchFamily="18" charset="0"/>
                      </a:rPr>
                      <m:t>𝑣𝑜𝑖𝑑</m:t>
                    </m:r>
                    <m:r>
                      <a:rPr lang="en-US" altLang="zh-CN" i="1" dirty="0" smtClean="0">
                        <a:latin typeface="Cambria Math" panose="02040503050406030204" pitchFamily="18" charset="0"/>
                      </a:rPr>
                      <m:t> </m:t>
                    </m:r>
                    <m:r>
                      <a:rPr lang="en-US" altLang="zh-CN" i="1" dirty="0" err="1" smtClean="0">
                        <a:latin typeface="Cambria Math" panose="02040503050406030204" pitchFamily="18" charset="0"/>
                      </a:rPr>
                      <m:t>𝑠𝑒𝑡𝐵𝑎𝑠𝑒</m:t>
                    </m:r>
                    <m:d>
                      <m:dPr>
                        <m:ctrlPr>
                          <a:rPr lang="en-US" altLang="zh-CN" i="1" dirty="0" smtClean="0">
                            <a:latin typeface="Cambria Math" panose="02040503050406030204" pitchFamily="18" charset="0"/>
                          </a:rPr>
                        </m:ctrlPr>
                      </m:dPr>
                      <m:e>
                        <m:r>
                          <a:rPr lang="en-US" altLang="zh-CN" i="1" dirty="0" smtClean="0">
                            <a:latin typeface="Cambria Math" panose="02040503050406030204" pitchFamily="18" charset="0"/>
                          </a:rPr>
                          <m:t>𝑉𝑎𝑙𝑢𝑒</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𝑏𝑎𝑠𝑒</m:t>
                        </m:r>
                      </m:e>
                    </m:d>
                  </m:oMath>
                </a14:m>
                <a:endParaRPr lang="en-US" altLang="zh-CN" dirty="0"/>
              </a:p>
              <a:p>
                <a:pPr lvl="1"/>
                <a:r>
                  <a:rPr lang="zh-CN" altLang="en-US" dirty="0"/>
                  <a:t>指定调用哪一个</a:t>
                </a:r>
                <a:r>
                  <a:rPr lang="en-US" altLang="zh-CN" dirty="0"/>
                  <a:t>instance</a:t>
                </a:r>
                <a:r>
                  <a:rPr lang="zh-CN" altLang="en-US" dirty="0"/>
                  <a:t>的方法。</a:t>
                </a:r>
              </a:p>
            </p:txBody>
          </p:sp>
        </mc:Choice>
        <mc:Fallback xmlns="">
          <p:sp>
            <p:nvSpPr>
              <p:cNvPr id="3" name="内容占位符 2">
                <a:extLst>
                  <a:ext uri="{FF2B5EF4-FFF2-40B4-BE49-F238E27FC236}">
                    <a16:creationId xmlns:a16="http://schemas.microsoft.com/office/drawing/2014/main" id="{EA2BBCE2-E5CF-4640-9EC9-1F2A086B66C6}"/>
                  </a:ext>
                </a:extLst>
              </p:cNvPr>
              <p:cNvSpPr>
                <a:spLocks noGrp="1" noRot="1" noChangeAspect="1" noMove="1" noResize="1" noEditPoints="1" noAdjustHandles="1" noChangeArrowheads="1" noChangeShapeType="1" noTextEdit="1"/>
              </p:cNvSpPr>
              <p:nvPr>
                <p:ph idx="1"/>
              </p:nvPr>
            </p:nvSpPr>
            <p:spPr>
              <a:blipFill>
                <a:blip r:embed="rId2"/>
                <a:stretch>
                  <a:fillRect l="-1412" t="-179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3142000"/>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84F62C-21A4-4F90-9639-AFE95E9090D6}"/>
              </a:ext>
            </a:extLst>
          </p:cNvPr>
          <p:cNvSpPr>
            <a:spLocks noGrp="1"/>
          </p:cNvSpPr>
          <p:nvPr>
            <p:ph type="title"/>
          </p:nvPr>
        </p:nvSpPr>
        <p:spPr/>
        <p:txBody>
          <a:bodyPr/>
          <a:lstStyle/>
          <a:p>
            <a:r>
              <a:rPr lang="en-US" altLang="zh-CN" dirty="0"/>
              <a:t>APIs: Type</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532077D8-629D-4C87-8C2C-960FD1A0C15F}"/>
                  </a:ext>
                </a:extLst>
              </p:cNvPr>
              <p:cNvSpPr>
                <a:spLocks noGrp="1"/>
              </p:cNvSpPr>
              <p:nvPr>
                <p:ph idx="1"/>
              </p:nvPr>
            </p:nvSpPr>
            <p:spPr/>
            <p:txBody>
              <a:bodyPr/>
              <a:lstStyle/>
              <a:p>
                <a:r>
                  <a:rPr lang="en-US" altLang="zh-CN" dirty="0"/>
                  <a:t>Base types:</a:t>
                </a:r>
              </a:p>
              <a:p>
                <a:pPr lvl="1"/>
                <a14:m>
                  <m:oMath xmlns:m="http://schemas.openxmlformats.org/officeDocument/2006/math">
                    <m:r>
                      <a:rPr lang="en-US" altLang="zh-CN" i="1" dirty="0" smtClean="0">
                        <a:latin typeface="Cambria Math" panose="02040503050406030204" pitchFamily="18" charset="0"/>
                      </a:rPr>
                      <m:t>𝐵𝑜𝑜𝑙𝑒𝑎𝑛𝑇𝑦𝑝𝑒</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𝑣</m:t>
                    </m:r>
                    <m:r>
                      <a:rPr lang="en-US" altLang="zh-CN" i="1" dirty="0" smtClean="0">
                        <a:latin typeface="Cambria Math" panose="02040503050406030204" pitchFamily="18" charset="0"/>
                      </a:rPr>
                      <m:t>()</m:t>
                    </m:r>
                  </m:oMath>
                </a14:m>
                <a:r>
                  <a:rPr lang="en-US" altLang="zh-CN" dirty="0"/>
                  <a:t>, </a:t>
                </a:r>
                <a14:m>
                  <m:oMath xmlns:m="http://schemas.openxmlformats.org/officeDocument/2006/math">
                    <m:r>
                      <a:rPr lang="en-US" altLang="zh-CN" i="1" dirty="0" smtClean="0">
                        <a:latin typeface="Cambria Math" panose="02040503050406030204" pitchFamily="18" charset="0"/>
                      </a:rPr>
                      <m:t>𝐵𝑦𝑡𝑒𝑇𝑦𝑝𝑒</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𝑣</m:t>
                    </m:r>
                    <m:r>
                      <a:rPr lang="en-US" altLang="zh-CN" i="1" dirty="0" smtClean="0">
                        <a:latin typeface="Cambria Math" panose="02040503050406030204" pitchFamily="18" charset="0"/>
                      </a:rPr>
                      <m:t>()</m:t>
                    </m:r>
                  </m:oMath>
                </a14:m>
                <a:r>
                  <a:rPr lang="en-US" altLang="zh-CN" dirty="0"/>
                  <a:t>, </a:t>
                </a:r>
                <a14:m>
                  <m:oMath xmlns:m="http://schemas.openxmlformats.org/officeDocument/2006/math">
                    <m:r>
                      <a:rPr lang="en-US" altLang="zh-CN" i="1" dirty="0" smtClean="0">
                        <a:latin typeface="Cambria Math" panose="02040503050406030204" pitchFamily="18" charset="0"/>
                      </a:rPr>
                      <m:t>𝐶h𝑎𝑟𝑇𝑦𝑝𝑒</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𝑣</m:t>
                    </m:r>
                    <m:r>
                      <a:rPr lang="en-US" altLang="zh-CN" i="1" dirty="0" smtClean="0">
                        <a:latin typeface="Cambria Math" panose="02040503050406030204" pitchFamily="18" charset="0"/>
                      </a:rPr>
                      <m:t>()</m:t>
                    </m:r>
                  </m:oMath>
                </a14:m>
                <a:r>
                  <a:rPr lang="en-US" altLang="zh-CN" dirty="0"/>
                  <a:t>, </a:t>
                </a:r>
                <a14:m>
                  <m:oMath xmlns:m="http://schemas.openxmlformats.org/officeDocument/2006/math">
                    <m:r>
                      <a:rPr lang="en-US" altLang="zh-CN" i="1" dirty="0" smtClean="0">
                        <a:latin typeface="Cambria Math" panose="02040503050406030204" pitchFamily="18" charset="0"/>
                      </a:rPr>
                      <m:t>𝐷𝑜𝑢𝑏𝑙𝑒𝑇𝑦𝑝𝑒</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𝑣</m:t>
                    </m:r>
                    <m:r>
                      <a:rPr lang="en-US" altLang="zh-CN" i="1" dirty="0" smtClean="0">
                        <a:latin typeface="Cambria Math" panose="02040503050406030204" pitchFamily="18" charset="0"/>
                      </a:rPr>
                      <m:t>()</m:t>
                    </m:r>
                  </m:oMath>
                </a14:m>
                <a:r>
                  <a:rPr lang="en-US" altLang="zh-CN" dirty="0"/>
                  <a:t>, </a:t>
                </a:r>
                <a14:m>
                  <m:oMath xmlns:m="http://schemas.openxmlformats.org/officeDocument/2006/math">
                    <m:r>
                      <a:rPr lang="en-US" altLang="zh-CN" i="1" dirty="0" smtClean="0">
                        <a:latin typeface="Cambria Math" panose="02040503050406030204" pitchFamily="18" charset="0"/>
                      </a:rPr>
                      <m:t>𝐹𝑙𝑜𝑎𝑡𝑇𝑦𝑝𝑒</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𝑣</m:t>
                    </m:r>
                    <m:r>
                      <a:rPr lang="en-US" altLang="zh-CN" i="1" dirty="0" smtClean="0">
                        <a:latin typeface="Cambria Math" panose="02040503050406030204" pitchFamily="18" charset="0"/>
                      </a:rPr>
                      <m:t>()</m:t>
                    </m:r>
                  </m:oMath>
                </a14:m>
                <a:r>
                  <a:rPr lang="en-US" altLang="zh-CN" dirty="0"/>
                  <a:t>, </a:t>
                </a:r>
                <a14:m>
                  <m:oMath xmlns:m="http://schemas.openxmlformats.org/officeDocument/2006/math">
                    <m:r>
                      <a:rPr lang="en-US" altLang="zh-CN" i="1" dirty="0" smtClean="0">
                        <a:latin typeface="Cambria Math" panose="02040503050406030204" pitchFamily="18" charset="0"/>
                      </a:rPr>
                      <m:t>𝐼𝑛𝑡𝑇𝑦𝑝𝑒</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𝑣</m:t>
                    </m:r>
                    <m:r>
                      <a:rPr lang="en-US" altLang="zh-CN" i="1" dirty="0" smtClean="0">
                        <a:latin typeface="Cambria Math" panose="02040503050406030204" pitchFamily="18" charset="0"/>
                      </a:rPr>
                      <m:t>()</m:t>
                    </m:r>
                  </m:oMath>
                </a14:m>
                <a:r>
                  <a:rPr lang="en-US" altLang="zh-CN" dirty="0"/>
                  <a:t>, </a:t>
                </a:r>
                <a14:m>
                  <m:oMath xmlns:m="http://schemas.openxmlformats.org/officeDocument/2006/math">
                    <m:r>
                      <a:rPr lang="en-US" altLang="zh-CN" i="1" dirty="0" smtClean="0">
                        <a:latin typeface="Cambria Math" panose="02040503050406030204" pitchFamily="18" charset="0"/>
                      </a:rPr>
                      <m:t>𝐿𝑜𝑛𝑔𝑇𝑦𝑝𝑒</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𝑣</m:t>
                    </m:r>
                    <m:r>
                      <a:rPr lang="en-US" altLang="zh-CN" i="1" dirty="0" smtClean="0">
                        <a:latin typeface="Cambria Math" panose="02040503050406030204" pitchFamily="18" charset="0"/>
                      </a:rPr>
                      <m:t>()</m:t>
                    </m:r>
                  </m:oMath>
                </a14:m>
                <a:r>
                  <a:rPr lang="en-US" altLang="zh-CN" dirty="0"/>
                  <a:t>, </a:t>
                </a:r>
                <a14:m>
                  <m:oMath xmlns:m="http://schemas.openxmlformats.org/officeDocument/2006/math">
                    <m:r>
                      <a:rPr lang="en-US" altLang="zh-CN" i="1" dirty="0" smtClean="0">
                        <a:latin typeface="Cambria Math" panose="02040503050406030204" pitchFamily="18" charset="0"/>
                      </a:rPr>
                      <m:t>𝑆h𝑜𝑟𝑡𝑇𝑦𝑝𝑒</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𝑣</m:t>
                    </m:r>
                    <m:r>
                      <a:rPr lang="en-US" altLang="zh-CN" i="1" dirty="0" smtClean="0">
                        <a:latin typeface="Cambria Math" panose="02040503050406030204" pitchFamily="18" charset="0"/>
                      </a:rPr>
                      <m:t>()</m:t>
                    </m:r>
                  </m:oMath>
                </a14:m>
                <a:r>
                  <a:rPr lang="en-US" altLang="zh-CN" dirty="0"/>
                  <a:t>, </a:t>
                </a:r>
                <a14:m>
                  <m:oMath xmlns:m="http://schemas.openxmlformats.org/officeDocument/2006/math">
                    <m:r>
                      <a:rPr lang="en-US" altLang="zh-CN" i="1" dirty="0" smtClean="0">
                        <a:latin typeface="Cambria Math" panose="02040503050406030204" pitchFamily="18" charset="0"/>
                      </a:rPr>
                      <m:t>𝑉𝑜𝑖𝑑𝑇𝑦𝑝𝑒</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𝑣</m:t>
                    </m:r>
                    <m:r>
                      <a:rPr lang="en-US" altLang="zh-CN" i="1" dirty="0" smtClean="0">
                        <a:latin typeface="Cambria Math" panose="02040503050406030204" pitchFamily="18" charset="0"/>
                      </a:rPr>
                      <m:t>()</m:t>
                    </m:r>
                  </m:oMath>
                </a14:m>
                <a:endParaRPr lang="en-US" altLang="zh-CN" dirty="0"/>
              </a:p>
              <a:p>
                <a14:m>
                  <m:oMath xmlns:m="http://schemas.openxmlformats.org/officeDocument/2006/math">
                    <m:r>
                      <a:rPr lang="en-US" altLang="zh-CN" i="1" dirty="0" smtClean="0">
                        <a:latin typeface="Cambria Math" panose="02040503050406030204" pitchFamily="18" charset="0"/>
                      </a:rPr>
                      <m:t>𝐴𝑟𝑟𝑎𝑦𝑇𝑦𝑝𝑒</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𝑣</m:t>
                    </m:r>
                    <m:r>
                      <a:rPr lang="en-US" altLang="zh-CN" i="1" dirty="0" smtClean="0">
                        <a:latin typeface="Cambria Math" panose="02040503050406030204" pitchFamily="18" charset="0"/>
                      </a:rPr>
                      <m:t>(</m:t>
                    </m:r>
                    <m:r>
                      <a:rPr lang="en-US" altLang="zh-CN" i="1" dirty="0" err="1" smtClean="0">
                        <a:latin typeface="Cambria Math" panose="02040503050406030204" pitchFamily="18" charset="0"/>
                      </a:rPr>
                      <m:t>𝑎</m:t>
                    </m:r>
                    <m:r>
                      <a:rPr lang="en-US" altLang="zh-CN" i="1" dirty="0" err="1" smtClean="0">
                        <a:latin typeface="Cambria Math" panose="02040503050406030204" pitchFamily="18" charset="0"/>
                      </a:rPr>
                      <m:t>,</m:t>
                    </m:r>
                    <m:r>
                      <a:rPr lang="en-US" altLang="zh-CN" i="1" dirty="0" err="1" smtClean="0">
                        <a:latin typeface="Cambria Math" panose="02040503050406030204" pitchFamily="18" charset="0"/>
                      </a:rPr>
                      <m:t>𝑏</m:t>
                    </m:r>
                    <m:r>
                      <a:rPr lang="en-US" altLang="zh-CN" i="1" dirty="0" smtClean="0">
                        <a:latin typeface="Cambria Math" panose="02040503050406030204" pitchFamily="18" charset="0"/>
                      </a:rPr>
                      <m:t>)</m:t>
                    </m:r>
                  </m:oMath>
                </a14:m>
                <a:r>
                  <a:rPr lang="en-US" altLang="zh-CN" dirty="0"/>
                  <a:t> </a:t>
                </a:r>
              </a:p>
              <a:p>
                <a:pPr lvl="1"/>
                <a14:m>
                  <m:oMath xmlns:m="http://schemas.openxmlformats.org/officeDocument/2006/math">
                    <m:r>
                      <a:rPr lang="en-US" altLang="zh-CN" i="1" dirty="0" smtClean="0">
                        <a:latin typeface="Cambria Math" panose="02040503050406030204" pitchFamily="18" charset="0"/>
                      </a:rPr>
                      <m:t>𝑎</m:t>
                    </m:r>
                  </m:oMath>
                </a14:m>
                <a:r>
                  <a:rPr lang="zh-CN" altLang="en-US" dirty="0"/>
                  <a:t>是数组的元素的类型，</a:t>
                </a:r>
                <a14:m>
                  <m:oMath xmlns:m="http://schemas.openxmlformats.org/officeDocument/2006/math">
                    <m:r>
                      <a:rPr lang="en-US" altLang="zh-CN" i="1" dirty="0" smtClean="0">
                        <a:latin typeface="Cambria Math" panose="02040503050406030204" pitchFamily="18" charset="0"/>
                      </a:rPr>
                      <m:t>𝑏</m:t>
                    </m:r>
                  </m:oMath>
                </a14:m>
                <a:r>
                  <a:rPr lang="zh-CN" altLang="en-US" dirty="0"/>
                  <a:t>是维数。</a:t>
                </a:r>
                <a:endParaRPr lang="en-US" altLang="zh-CN" dirty="0"/>
              </a:p>
              <a:p>
                <a14:m>
                  <m:oMath xmlns:m="http://schemas.openxmlformats.org/officeDocument/2006/math">
                    <m:r>
                      <a:rPr lang="en-US" altLang="zh-CN" i="1" dirty="0" smtClean="0">
                        <a:latin typeface="Cambria Math" panose="02040503050406030204" pitchFamily="18" charset="0"/>
                      </a:rPr>
                      <m:t>𝑅𝑒𝑓𝑇𝑦𝑝𝑒</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𝑣</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𝑎</m:t>
                    </m:r>
                    <m:r>
                      <a:rPr lang="en-US" altLang="zh-CN" i="1" dirty="0" smtClean="0">
                        <a:latin typeface="Cambria Math" panose="02040503050406030204" pitchFamily="18" charset="0"/>
                      </a:rPr>
                      <m:t>)</m:t>
                    </m:r>
                  </m:oMath>
                </a14:m>
                <a:r>
                  <a:rPr lang="en-US" altLang="zh-CN" dirty="0"/>
                  <a:t> </a:t>
                </a:r>
              </a:p>
              <a:p>
                <a:pPr lvl="1"/>
                <a14:m>
                  <m:oMath xmlns:m="http://schemas.openxmlformats.org/officeDocument/2006/math">
                    <m:r>
                      <a:rPr lang="en-US" altLang="zh-CN" i="1" dirty="0" smtClean="0">
                        <a:latin typeface="Cambria Math" panose="02040503050406030204" pitchFamily="18" charset="0"/>
                      </a:rPr>
                      <m:t>𝑎</m:t>
                    </m:r>
                  </m:oMath>
                </a14:m>
                <a:r>
                  <a:rPr lang="zh-CN" altLang="en-US" dirty="0"/>
                  <a:t>是被引用的类的名字。</a:t>
                </a:r>
              </a:p>
            </p:txBody>
          </p:sp>
        </mc:Choice>
        <mc:Fallback xmlns="">
          <p:sp>
            <p:nvSpPr>
              <p:cNvPr id="3" name="内容占位符 2">
                <a:extLst>
                  <a:ext uri="{FF2B5EF4-FFF2-40B4-BE49-F238E27FC236}">
                    <a16:creationId xmlns:a16="http://schemas.microsoft.com/office/drawing/2014/main" id="{532077D8-629D-4C87-8C2C-960FD1A0C15F}"/>
                  </a:ext>
                </a:extLst>
              </p:cNvPr>
              <p:cNvSpPr>
                <a:spLocks noGrp="1" noRot="1" noChangeAspect="1" noMove="1" noResize="1" noEditPoints="1" noAdjustHandles="1" noChangeArrowheads="1" noChangeShapeType="1" noTextEdit="1"/>
              </p:cNvSpPr>
              <p:nvPr>
                <p:ph idx="1"/>
              </p:nvPr>
            </p:nvSpPr>
            <p:spPr>
              <a:blipFill>
                <a:blip r:embed="rId2"/>
                <a:stretch>
                  <a:fillRect l="-1412" t="-141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563813386"/>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AEB5FF9-42B3-4F65-940B-BB6B4BA763BF}"/>
              </a:ext>
            </a:extLst>
          </p:cNvPr>
          <p:cNvSpPr>
            <a:spLocks noGrp="1"/>
          </p:cNvSpPr>
          <p:nvPr>
            <p:ph type="title"/>
          </p:nvPr>
        </p:nvSpPr>
        <p:spPr/>
        <p:txBody>
          <a:bodyPr/>
          <a:lstStyle/>
          <a:p>
            <a:r>
              <a:rPr lang="en-US" altLang="zh-CN" dirty="0"/>
              <a:t>APIs: Modifier</a:t>
            </a:r>
            <a:endParaRPr lang="zh-CN" altLang="en-US" dirty="0"/>
          </a:p>
        </p:txBody>
      </p:sp>
      <p:sp>
        <p:nvSpPr>
          <p:cNvPr id="3" name="内容占位符 2">
            <a:extLst>
              <a:ext uri="{FF2B5EF4-FFF2-40B4-BE49-F238E27FC236}">
                <a16:creationId xmlns:a16="http://schemas.microsoft.com/office/drawing/2014/main" id="{B4E616E3-928B-437A-AE5B-ECE85BDF793C}"/>
              </a:ext>
            </a:extLst>
          </p:cNvPr>
          <p:cNvSpPr>
            <a:spLocks noGrp="1"/>
          </p:cNvSpPr>
          <p:nvPr>
            <p:ph idx="1"/>
          </p:nvPr>
        </p:nvSpPr>
        <p:spPr>
          <a:xfrm>
            <a:off x="685800" y="1052736"/>
            <a:ext cx="7772400" cy="1440160"/>
          </a:xfrm>
        </p:spPr>
        <p:txBody>
          <a:bodyPr/>
          <a:lstStyle/>
          <a:p>
            <a:r>
              <a:rPr lang="en-US" altLang="zh-CN" dirty="0"/>
              <a:t>Modifiers are represented by final static integer constants (</a:t>
            </a:r>
            <a:r>
              <a:rPr lang="en-US" altLang="zh-CN" sz="1800" dirty="0">
                <a:solidFill>
                  <a:srgbClr val="000000"/>
                </a:solidFill>
                <a:latin typeface="Times-Roman"/>
              </a:rPr>
              <a:t>Modifiers can be merged together by ”</a:t>
            </a:r>
            <a:r>
              <a:rPr lang="en-US" altLang="zh-CN" sz="1800" dirty="0" err="1">
                <a:solidFill>
                  <a:srgbClr val="000000"/>
                </a:solidFill>
                <a:latin typeface="Times-Roman"/>
              </a:rPr>
              <a:t>or”ing</a:t>
            </a:r>
            <a:r>
              <a:rPr lang="en-US" altLang="zh-CN" sz="1800" dirty="0">
                <a:solidFill>
                  <a:srgbClr val="000000"/>
                </a:solidFill>
                <a:latin typeface="Times-Roman"/>
              </a:rPr>
              <a:t> their values.</a:t>
            </a:r>
            <a:r>
              <a:rPr lang="en-US" altLang="zh-CN" dirty="0"/>
              <a:t> </a:t>
            </a:r>
            <a:br>
              <a:rPr lang="en-US" altLang="zh-CN" dirty="0"/>
            </a:br>
            <a:r>
              <a:rPr lang="en-US" altLang="zh-CN" dirty="0"/>
              <a:t>):</a:t>
            </a:r>
            <a:endParaRPr lang="zh-CN" altLang="en-US" dirty="0"/>
          </a:p>
        </p:txBody>
      </p:sp>
      <p:sp>
        <p:nvSpPr>
          <p:cNvPr id="4" name="内容占位符 2">
            <a:extLst>
              <a:ext uri="{FF2B5EF4-FFF2-40B4-BE49-F238E27FC236}">
                <a16:creationId xmlns:a16="http://schemas.microsoft.com/office/drawing/2014/main" id="{51F0E684-F4C6-47E7-A0AB-7CBB0FEA0CDF}"/>
              </a:ext>
            </a:extLst>
          </p:cNvPr>
          <p:cNvSpPr txBox="1">
            <a:spLocks/>
          </p:cNvSpPr>
          <p:nvPr/>
        </p:nvSpPr>
        <p:spPr bwMode="auto">
          <a:xfrm>
            <a:off x="715765" y="5445224"/>
            <a:ext cx="7772400" cy="100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400">
                <a:solidFill>
                  <a:schemeClr val="tx1"/>
                </a:solidFill>
                <a:latin typeface="+mn-lt"/>
                <a:ea typeface="+mn-ea"/>
              </a:defRPr>
            </a:lvl2pPr>
            <a:lvl3pPr marL="1143000" indent="-228600" algn="l" rtl="0" eaLnBrk="0" fontAlgn="base" hangingPunct="0">
              <a:spcBef>
                <a:spcPct val="20000"/>
              </a:spcBef>
              <a:spcAft>
                <a:spcPct val="0"/>
              </a:spcAft>
              <a:buChar char="•"/>
              <a:defRPr kumimoji="1" sz="2000">
                <a:solidFill>
                  <a:schemeClr val="tx1"/>
                </a:solidFill>
                <a:latin typeface="+mn-lt"/>
                <a:ea typeface="+mn-ea"/>
              </a:defRPr>
            </a:lvl3pPr>
            <a:lvl4pPr marL="1600200" indent="-228600" algn="l" rtl="0" eaLnBrk="0" fontAlgn="base" hangingPunct="0">
              <a:spcBef>
                <a:spcPct val="20000"/>
              </a:spcBef>
              <a:spcAft>
                <a:spcPct val="0"/>
              </a:spcAft>
              <a:buChar char="–"/>
              <a:defRPr kumimoji="1" sz="1800">
                <a:solidFill>
                  <a:schemeClr val="tx1"/>
                </a:solidFill>
                <a:latin typeface="+mn-lt"/>
                <a:ea typeface="+mn-ea"/>
              </a:defRPr>
            </a:lvl4pPr>
            <a:lvl5pPr marL="2057400" indent="-228600" algn="l" rtl="0" eaLnBrk="0" fontAlgn="base" hangingPunct="0">
              <a:spcBef>
                <a:spcPct val="20000"/>
              </a:spcBef>
              <a:spcAft>
                <a:spcPct val="0"/>
              </a:spcAft>
              <a:buChar char="»"/>
              <a:defRPr kumimoji="1" sz="16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r>
              <a:rPr lang="en-US" altLang="zh-CN" kern="0" dirty="0">
                <a:solidFill>
                  <a:srgbClr val="000000"/>
                </a:solidFill>
                <a:latin typeface="Times-Roman"/>
              </a:rPr>
              <a:t>Modifiers can be merged together by ”</a:t>
            </a:r>
            <a:r>
              <a:rPr lang="en-US" altLang="zh-CN" kern="0" dirty="0" err="1">
                <a:solidFill>
                  <a:srgbClr val="000000"/>
                </a:solidFill>
                <a:latin typeface="Times-Roman"/>
              </a:rPr>
              <a:t>or”ing</a:t>
            </a:r>
            <a:r>
              <a:rPr lang="en-US" altLang="zh-CN" kern="0" dirty="0">
                <a:solidFill>
                  <a:srgbClr val="000000"/>
                </a:solidFill>
                <a:latin typeface="Times-Roman"/>
              </a:rPr>
              <a:t> their values.</a:t>
            </a:r>
            <a:r>
              <a:rPr lang="en-US" altLang="zh-CN" kern="0" dirty="0"/>
              <a:t> </a:t>
            </a:r>
            <a:endParaRPr lang="zh-CN" altLang="en-US" kern="0" dirty="0"/>
          </a:p>
        </p:txBody>
      </p:sp>
      <mc:AlternateContent xmlns:mc="http://schemas.openxmlformats.org/markup-compatibility/2006" xmlns:a14="http://schemas.microsoft.com/office/drawing/2010/main">
        <mc:Choice Requires="a14">
          <p:sp>
            <p:nvSpPr>
              <p:cNvPr id="5" name="内容占位符 2">
                <a:extLst>
                  <a:ext uri="{FF2B5EF4-FFF2-40B4-BE49-F238E27FC236}">
                    <a16:creationId xmlns:a16="http://schemas.microsoft.com/office/drawing/2014/main" id="{68C868CB-4B1B-4FB0-92C3-F4F74339D2B6}"/>
                  </a:ext>
                </a:extLst>
              </p:cNvPr>
              <p:cNvSpPr txBox="1">
                <a:spLocks/>
              </p:cNvSpPr>
              <p:nvPr/>
            </p:nvSpPr>
            <p:spPr bwMode="auto">
              <a:xfrm>
                <a:off x="685800" y="2492896"/>
                <a:ext cx="4102224" cy="2664296"/>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400">
                    <a:solidFill>
                      <a:schemeClr val="tx1"/>
                    </a:solidFill>
                    <a:latin typeface="+mn-lt"/>
                    <a:ea typeface="+mn-ea"/>
                  </a:defRPr>
                </a:lvl2pPr>
                <a:lvl3pPr marL="1143000" indent="-228600" algn="l" rtl="0" eaLnBrk="0" fontAlgn="base" hangingPunct="0">
                  <a:spcBef>
                    <a:spcPct val="20000"/>
                  </a:spcBef>
                  <a:spcAft>
                    <a:spcPct val="0"/>
                  </a:spcAft>
                  <a:buChar char="•"/>
                  <a:defRPr kumimoji="1" sz="2000">
                    <a:solidFill>
                      <a:schemeClr val="tx1"/>
                    </a:solidFill>
                    <a:latin typeface="+mn-lt"/>
                    <a:ea typeface="+mn-ea"/>
                  </a:defRPr>
                </a:lvl3pPr>
                <a:lvl4pPr marL="1600200" indent="-228600" algn="l" rtl="0" eaLnBrk="0" fontAlgn="base" hangingPunct="0">
                  <a:spcBef>
                    <a:spcPct val="20000"/>
                  </a:spcBef>
                  <a:spcAft>
                    <a:spcPct val="0"/>
                  </a:spcAft>
                  <a:buChar char="–"/>
                  <a:defRPr kumimoji="1" sz="1800">
                    <a:solidFill>
                      <a:schemeClr val="tx1"/>
                    </a:solidFill>
                    <a:latin typeface="+mn-lt"/>
                    <a:ea typeface="+mn-ea"/>
                  </a:defRPr>
                </a:lvl4pPr>
                <a:lvl5pPr marL="2057400" indent="-228600" algn="l" rtl="0" eaLnBrk="0" fontAlgn="base" hangingPunct="0">
                  <a:spcBef>
                    <a:spcPct val="20000"/>
                  </a:spcBef>
                  <a:spcAft>
                    <a:spcPct val="0"/>
                  </a:spcAft>
                  <a:buChar char="»"/>
                  <a:defRPr kumimoji="1" sz="16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lvl="1"/>
                <a14:m>
                  <m:oMath xmlns:m="http://schemas.openxmlformats.org/officeDocument/2006/math">
                    <m:r>
                      <a:rPr lang="en-US" altLang="zh-CN" i="1" kern="0" dirty="0">
                        <a:latin typeface="Cambria Math" panose="02040503050406030204" pitchFamily="18" charset="0"/>
                      </a:rPr>
                      <m:t>𝑀𝑜𝑑𝑖𝑓𝑖𝑒𝑟</m:t>
                    </m:r>
                    <m:r>
                      <a:rPr lang="en-US" altLang="zh-CN" i="1" kern="0" dirty="0">
                        <a:latin typeface="Cambria Math" panose="02040503050406030204" pitchFamily="18" charset="0"/>
                      </a:rPr>
                      <m:t>.</m:t>
                    </m:r>
                    <m:r>
                      <a:rPr lang="en-US" altLang="zh-CN" i="1" kern="0" dirty="0">
                        <a:latin typeface="Cambria Math" panose="02040503050406030204" pitchFamily="18" charset="0"/>
                      </a:rPr>
                      <m:t>𝐴𝐵𝑆𝑇𝑅𝐴𝐶𝑇</m:t>
                    </m:r>
                  </m:oMath>
                </a14:m>
                <a:endParaRPr lang="en-US" altLang="zh-CN" kern="0" dirty="0"/>
              </a:p>
              <a:p>
                <a:pPr lvl="1"/>
                <a14:m>
                  <m:oMath xmlns:m="http://schemas.openxmlformats.org/officeDocument/2006/math">
                    <m:r>
                      <a:rPr lang="en-US" altLang="zh-CN" i="1" kern="0" dirty="0">
                        <a:latin typeface="Cambria Math" panose="02040503050406030204" pitchFamily="18" charset="0"/>
                      </a:rPr>
                      <m:t>𝑀𝑜𝑑𝑖𝑓𝑖𝑒𝑟</m:t>
                    </m:r>
                    <m:r>
                      <a:rPr lang="en-US" altLang="zh-CN" i="1" kern="0" dirty="0">
                        <a:latin typeface="Cambria Math" panose="02040503050406030204" pitchFamily="18" charset="0"/>
                      </a:rPr>
                      <m:t>.</m:t>
                    </m:r>
                    <m:r>
                      <a:rPr lang="en-US" altLang="zh-CN" i="1" kern="0" dirty="0">
                        <a:latin typeface="Cambria Math" panose="02040503050406030204" pitchFamily="18" charset="0"/>
                      </a:rPr>
                      <m:t>𝐹𝐼𝑁𝐴𝐿</m:t>
                    </m:r>
                  </m:oMath>
                </a14:m>
                <a:endParaRPr lang="en-US" altLang="zh-CN" kern="0" dirty="0"/>
              </a:p>
              <a:p>
                <a:pPr lvl="1"/>
                <a14:m>
                  <m:oMath xmlns:m="http://schemas.openxmlformats.org/officeDocument/2006/math">
                    <m:r>
                      <a:rPr lang="en-US" altLang="zh-CN" i="1" kern="0" dirty="0">
                        <a:latin typeface="Cambria Math" panose="02040503050406030204" pitchFamily="18" charset="0"/>
                      </a:rPr>
                      <m:t>𝑀𝑜𝑑𝑖𝑓𝑖𝑒𝑟</m:t>
                    </m:r>
                    <m:r>
                      <a:rPr lang="en-US" altLang="zh-CN" i="1" kern="0" dirty="0">
                        <a:latin typeface="Cambria Math" panose="02040503050406030204" pitchFamily="18" charset="0"/>
                      </a:rPr>
                      <m:t>.</m:t>
                    </m:r>
                    <m:r>
                      <a:rPr lang="en-US" altLang="zh-CN" i="1" kern="0" dirty="0">
                        <a:latin typeface="Cambria Math" panose="02040503050406030204" pitchFamily="18" charset="0"/>
                      </a:rPr>
                      <m:t>𝐼𝑁𝑇𝐸𝑅𝐹𝐴𝐶𝐸</m:t>
                    </m:r>
                  </m:oMath>
                </a14:m>
                <a:endParaRPr lang="en-US" altLang="zh-CN" kern="0" dirty="0"/>
              </a:p>
              <a:p>
                <a:pPr lvl="1"/>
                <a14:m>
                  <m:oMath xmlns:m="http://schemas.openxmlformats.org/officeDocument/2006/math">
                    <m:r>
                      <a:rPr lang="en-US" altLang="zh-CN" i="1" kern="0" dirty="0">
                        <a:latin typeface="Cambria Math" panose="02040503050406030204" pitchFamily="18" charset="0"/>
                      </a:rPr>
                      <m:t>𝑀𝑜𝑑𝑖𝑓𝑖𝑒𝑟</m:t>
                    </m:r>
                    <m:r>
                      <a:rPr lang="en-US" altLang="zh-CN" i="1" kern="0" dirty="0">
                        <a:latin typeface="Cambria Math" panose="02040503050406030204" pitchFamily="18" charset="0"/>
                      </a:rPr>
                      <m:t>.</m:t>
                    </m:r>
                    <m:r>
                      <a:rPr lang="en-US" altLang="zh-CN" i="1" kern="0" dirty="0">
                        <a:latin typeface="Cambria Math" panose="02040503050406030204" pitchFamily="18" charset="0"/>
                      </a:rPr>
                      <m:t>𝑁𝐴𝑇𝐼𝑉𝐸</m:t>
                    </m:r>
                  </m:oMath>
                </a14:m>
                <a:endParaRPr lang="en-US" altLang="zh-CN" kern="0" dirty="0"/>
              </a:p>
              <a:p>
                <a:pPr lvl="1"/>
                <a14:m>
                  <m:oMath xmlns:m="http://schemas.openxmlformats.org/officeDocument/2006/math">
                    <m:r>
                      <a:rPr lang="en-US" altLang="zh-CN" i="1" kern="0" dirty="0">
                        <a:latin typeface="Cambria Math" panose="02040503050406030204" pitchFamily="18" charset="0"/>
                      </a:rPr>
                      <m:t>𝑀𝑜𝑑𝑖𝑓𝑖𝑒𝑟</m:t>
                    </m:r>
                    <m:r>
                      <a:rPr lang="en-US" altLang="zh-CN" i="1" kern="0" dirty="0">
                        <a:latin typeface="Cambria Math" panose="02040503050406030204" pitchFamily="18" charset="0"/>
                      </a:rPr>
                      <m:t>.</m:t>
                    </m:r>
                    <m:r>
                      <a:rPr lang="en-US" altLang="zh-CN" i="1" kern="0" dirty="0">
                        <a:latin typeface="Cambria Math" panose="02040503050406030204" pitchFamily="18" charset="0"/>
                      </a:rPr>
                      <m:t>𝑃𝑅𝐼𝑉𝐴𝑇𝐸</m:t>
                    </m:r>
                  </m:oMath>
                </a14:m>
                <a:endParaRPr lang="en-US" altLang="zh-CN" kern="0" dirty="0"/>
              </a:p>
              <a:p>
                <a:pPr lvl="1"/>
                <a14:m>
                  <m:oMath xmlns:m="http://schemas.openxmlformats.org/officeDocument/2006/math">
                    <m:r>
                      <a:rPr lang="en-US" altLang="zh-CN" i="1" kern="0" dirty="0">
                        <a:latin typeface="Cambria Math" panose="02040503050406030204" pitchFamily="18" charset="0"/>
                      </a:rPr>
                      <m:t>𝑀𝑜𝑑𝑖𝑓𝑖𝑒𝑟</m:t>
                    </m:r>
                    <m:r>
                      <a:rPr lang="en-US" altLang="zh-CN" i="1" kern="0" dirty="0">
                        <a:latin typeface="Cambria Math" panose="02040503050406030204" pitchFamily="18" charset="0"/>
                      </a:rPr>
                      <m:t>.</m:t>
                    </m:r>
                    <m:r>
                      <a:rPr lang="en-US" altLang="zh-CN" i="1" kern="0" dirty="0">
                        <a:latin typeface="Cambria Math" panose="02040503050406030204" pitchFamily="18" charset="0"/>
                      </a:rPr>
                      <m:t>𝑃𝑅𝑂𝑇𝐸𝐶𝑇𝐸𝐷</m:t>
                    </m:r>
                  </m:oMath>
                </a14:m>
                <a:endParaRPr lang="en-US" altLang="zh-CN" kern="0" dirty="0"/>
              </a:p>
            </p:txBody>
          </p:sp>
        </mc:Choice>
        <mc:Fallback xmlns="">
          <p:sp>
            <p:nvSpPr>
              <p:cNvPr id="5" name="内容占位符 2">
                <a:extLst>
                  <a:ext uri="{FF2B5EF4-FFF2-40B4-BE49-F238E27FC236}">
                    <a16:creationId xmlns:a16="http://schemas.microsoft.com/office/drawing/2014/main" id="{68C868CB-4B1B-4FB0-92C3-F4F74339D2B6}"/>
                  </a:ext>
                </a:extLst>
              </p:cNvPr>
              <p:cNvSpPr txBox="1">
                <a:spLocks noRot="1" noChangeAspect="1" noMove="1" noResize="1" noEditPoints="1" noAdjustHandles="1" noChangeArrowheads="1" noChangeShapeType="1" noTextEdit="1"/>
              </p:cNvSpPr>
              <p:nvPr/>
            </p:nvSpPr>
            <p:spPr bwMode="auto">
              <a:xfrm>
                <a:off x="685800" y="2492896"/>
                <a:ext cx="4102224" cy="2664296"/>
              </a:xfrm>
              <a:prstGeom prst="rect">
                <a:avLst/>
              </a:prstGeom>
              <a:blipFill>
                <a:blip r:embed="rId2"/>
                <a:stretch>
                  <a:fillRect t="-1831" b="-434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内容占位符 2">
                <a:extLst>
                  <a:ext uri="{FF2B5EF4-FFF2-40B4-BE49-F238E27FC236}">
                    <a16:creationId xmlns:a16="http://schemas.microsoft.com/office/drawing/2014/main" id="{EF5D056D-4322-4A0C-A2B2-72AC83DD6B2D}"/>
                  </a:ext>
                </a:extLst>
              </p:cNvPr>
              <p:cNvSpPr txBox="1">
                <a:spLocks/>
              </p:cNvSpPr>
              <p:nvPr/>
            </p:nvSpPr>
            <p:spPr bwMode="auto">
              <a:xfrm>
                <a:off x="4601965" y="2492896"/>
                <a:ext cx="4102224" cy="2664296"/>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400">
                    <a:solidFill>
                      <a:schemeClr val="tx1"/>
                    </a:solidFill>
                    <a:latin typeface="+mn-lt"/>
                    <a:ea typeface="+mn-ea"/>
                  </a:defRPr>
                </a:lvl2pPr>
                <a:lvl3pPr marL="1143000" indent="-228600" algn="l" rtl="0" eaLnBrk="0" fontAlgn="base" hangingPunct="0">
                  <a:spcBef>
                    <a:spcPct val="20000"/>
                  </a:spcBef>
                  <a:spcAft>
                    <a:spcPct val="0"/>
                  </a:spcAft>
                  <a:buChar char="•"/>
                  <a:defRPr kumimoji="1" sz="2000">
                    <a:solidFill>
                      <a:schemeClr val="tx1"/>
                    </a:solidFill>
                    <a:latin typeface="+mn-lt"/>
                    <a:ea typeface="+mn-ea"/>
                  </a:defRPr>
                </a:lvl3pPr>
                <a:lvl4pPr marL="1600200" indent="-228600" algn="l" rtl="0" eaLnBrk="0" fontAlgn="base" hangingPunct="0">
                  <a:spcBef>
                    <a:spcPct val="20000"/>
                  </a:spcBef>
                  <a:spcAft>
                    <a:spcPct val="0"/>
                  </a:spcAft>
                  <a:buChar char="–"/>
                  <a:defRPr kumimoji="1" sz="1800">
                    <a:solidFill>
                      <a:schemeClr val="tx1"/>
                    </a:solidFill>
                    <a:latin typeface="+mn-lt"/>
                    <a:ea typeface="+mn-ea"/>
                  </a:defRPr>
                </a:lvl4pPr>
                <a:lvl5pPr marL="2057400" indent="-228600" algn="l" rtl="0" eaLnBrk="0" fontAlgn="base" hangingPunct="0">
                  <a:spcBef>
                    <a:spcPct val="20000"/>
                  </a:spcBef>
                  <a:spcAft>
                    <a:spcPct val="0"/>
                  </a:spcAft>
                  <a:buChar char="»"/>
                  <a:defRPr kumimoji="1" sz="16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lvl="1"/>
                <a14:m>
                  <m:oMath xmlns:m="http://schemas.openxmlformats.org/officeDocument/2006/math">
                    <m:r>
                      <a:rPr lang="en-US" altLang="zh-CN" i="1" kern="0" dirty="0">
                        <a:latin typeface="Cambria Math" panose="02040503050406030204" pitchFamily="18" charset="0"/>
                      </a:rPr>
                      <m:t>𝑀𝑜𝑑𝑖𝑓𝑖𝑒𝑟</m:t>
                    </m:r>
                    <m:r>
                      <a:rPr lang="en-US" altLang="zh-CN" i="1" kern="0" dirty="0">
                        <a:latin typeface="Cambria Math" panose="02040503050406030204" pitchFamily="18" charset="0"/>
                      </a:rPr>
                      <m:t>.</m:t>
                    </m:r>
                    <m:r>
                      <a:rPr lang="en-US" altLang="zh-CN" i="1" kern="0" dirty="0">
                        <a:latin typeface="Cambria Math" panose="02040503050406030204" pitchFamily="18" charset="0"/>
                      </a:rPr>
                      <m:t>𝑃𝑈𝐵𝐿𝐼𝐶</m:t>
                    </m:r>
                  </m:oMath>
                </a14:m>
                <a:endParaRPr lang="en-US" altLang="zh-CN" i="1" kern="0" dirty="0">
                  <a:latin typeface="Cambria Math" panose="02040503050406030204" pitchFamily="18" charset="0"/>
                </a:endParaRPr>
              </a:p>
              <a:p>
                <a:pPr lvl="1"/>
                <a14:m>
                  <m:oMath xmlns:m="http://schemas.openxmlformats.org/officeDocument/2006/math">
                    <m:r>
                      <a:rPr lang="en-US" altLang="zh-CN" i="1" kern="0" dirty="0">
                        <a:latin typeface="Cambria Math" panose="02040503050406030204" pitchFamily="18" charset="0"/>
                      </a:rPr>
                      <m:t>𝑀𝑜𝑑𝑖𝑓𝑖𝑒𝑟</m:t>
                    </m:r>
                    <m:r>
                      <a:rPr lang="en-US" altLang="zh-CN" i="1" kern="0" dirty="0">
                        <a:latin typeface="Cambria Math" panose="02040503050406030204" pitchFamily="18" charset="0"/>
                      </a:rPr>
                      <m:t>.</m:t>
                    </m:r>
                    <m:r>
                      <a:rPr lang="en-US" altLang="zh-CN" i="1" kern="0" dirty="0">
                        <a:latin typeface="Cambria Math" panose="02040503050406030204" pitchFamily="18" charset="0"/>
                      </a:rPr>
                      <m:t>𝑆𝑇𝐴𝑇𝐼𝐶</m:t>
                    </m:r>
                  </m:oMath>
                </a14:m>
                <a:endParaRPr lang="en-US" altLang="zh-CN" kern="0" dirty="0"/>
              </a:p>
              <a:p>
                <a:pPr lvl="1"/>
                <a14:m>
                  <m:oMath xmlns:m="http://schemas.openxmlformats.org/officeDocument/2006/math">
                    <m:r>
                      <a:rPr lang="en-US" altLang="zh-CN" i="1" kern="0" dirty="0">
                        <a:latin typeface="Cambria Math" panose="02040503050406030204" pitchFamily="18" charset="0"/>
                      </a:rPr>
                      <m:t>𝑀𝑜𝑑𝑖𝑓𝑖𝑒𝑟</m:t>
                    </m:r>
                    <m:r>
                      <a:rPr lang="en-US" altLang="zh-CN" i="1" kern="0" dirty="0">
                        <a:latin typeface="Cambria Math" panose="02040503050406030204" pitchFamily="18" charset="0"/>
                      </a:rPr>
                      <m:t>.</m:t>
                    </m:r>
                    <m:r>
                      <a:rPr lang="en-US" altLang="zh-CN" i="1" kern="0" dirty="0">
                        <a:latin typeface="Cambria Math" panose="02040503050406030204" pitchFamily="18" charset="0"/>
                      </a:rPr>
                      <m:t>𝑆𝑌𝑁𝐶𝐻𝑅𝑂𝑁𝐼𝑍𝐸𝐷</m:t>
                    </m:r>
                  </m:oMath>
                </a14:m>
                <a:endParaRPr lang="en-US" altLang="zh-CN" kern="0" dirty="0"/>
              </a:p>
              <a:p>
                <a:pPr lvl="1"/>
                <a14:m>
                  <m:oMath xmlns:m="http://schemas.openxmlformats.org/officeDocument/2006/math">
                    <m:r>
                      <a:rPr lang="en-US" altLang="zh-CN" i="1" kern="0" dirty="0">
                        <a:latin typeface="Cambria Math" panose="02040503050406030204" pitchFamily="18" charset="0"/>
                      </a:rPr>
                      <m:t>𝑀𝑜𝑑𝑖𝑓𝑖𝑒𝑟</m:t>
                    </m:r>
                    <m:r>
                      <a:rPr lang="en-US" altLang="zh-CN" i="1" kern="0" dirty="0">
                        <a:latin typeface="Cambria Math" panose="02040503050406030204" pitchFamily="18" charset="0"/>
                      </a:rPr>
                      <m:t>.</m:t>
                    </m:r>
                    <m:r>
                      <a:rPr lang="en-US" altLang="zh-CN" i="1" kern="0" dirty="0">
                        <a:latin typeface="Cambria Math" panose="02040503050406030204" pitchFamily="18" charset="0"/>
                      </a:rPr>
                      <m:t>𝑇𝑅𝐴𝑁𝑆𝐼𝐸𝑁𝑇</m:t>
                    </m:r>
                  </m:oMath>
                </a14:m>
                <a:endParaRPr lang="en-US" altLang="zh-CN" kern="0" dirty="0"/>
              </a:p>
              <a:p>
                <a:pPr lvl="1"/>
                <a14:m>
                  <m:oMath xmlns:m="http://schemas.openxmlformats.org/officeDocument/2006/math">
                    <m:r>
                      <a:rPr lang="en-US" altLang="zh-CN" i="1" kern="0" dirty="0">
                        <a:latin typeface="Cambria Math" panose="02040503050406030204" pitchFamily="18" charset="0"/>
                      </a:rPr>
                      <m:t>𝑀𝑜𝑑𝑖𝑓𝑖𝑒𝑟</m:t>
                    </m:r>
                    <m:r>
                      <a:rPr lang="en-US" altLang="zh-CN" i="1" kern="0" dirty="0">
                        <a:latin typeface="Cambria Math" panose="02040503050406030204" pitchFamily="18" charset="0"/>
                      </a:rPr>
                      <m:t>.</m:t>
                    </m:r>
                    <m:r>
                      <a:rPr lang="en-US" altLang="zh-CN" i="1" kern="0" dirty="0">
                        <a:latin typeface="Cambria Math" panose="02040503050406030204" pitchFamily="18" charset="0"/>
                      </a:rPr>
                      <m:t>𝑉𝑂𝐿𝐴𝑇𝐼𝐿𝐸</m:t>
                    </m:r>
                  </m:oMath>
                </a14:m>
                <a:endParaRPr lang="zh-CN" altLang="en-US" kern="0" dirty="0"/>
              </a:p>
            </p:txBody>
          </p:sp>
        </mc:Choice>
        <mc:Fallback xmlns="">
          <p:sp>
            <p:nvSpPr>
              <p:cNvPr id="6" name="内容占位符 2">
                <a:extLst>
                  <a:ext uri="{FF2B5EF4-FFF2-40B4-BE49-F238E27FC236}">
                    <a16:creationId xmlns:a16="http://schemas.microsoft.com/office/drawing/2014/main" id="{EF5D056D-4322-4A0C-A2B2-72AC83DD6B2D}"/>
                  </a:ext>
                </a:extLst>
              </p:cNvPr>
              <p:cNvSpPr txBox="1">
                <a:spLocks noRot="1" noChangeAspect="1" noMove="1" noResize="1" noEditPoints="1" noAdjustHandles="1" noChangeArrowheads="1" noChangeShapeType="1" noTextEdit="1"/>
              </p:cNvSpPr>
              <p:nvPr/>
            </p:nvSpPr>
            <p:spPr bwMode="auto">
              <a:xfrm>
                <a:off x="4601965" y="2492896"/>
                <a:ext cx="4102224" cy="2664296"/>
              </a:xfrm>
              <a:prstGeom prst="rect">
                <a:avLst/>
              </a:prstGeom>
              <a:blipFill>
                <a:blip r:embed="rId3"/>
                <a:stretch>
                  <a:fillRect t="-1602" r="-1233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extLst>
      <p:ext uri="{BB962C8B-B14F-4D97-AF65-F5344CB8AC3E}">
        <p14:creationId xmlns:p14="http://schemas.microsoft.com/office/powerpoint/2010/main" val="3611423124"/>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D0BCF6-D228-45FC-BE3C-79D2FE53C2ED}"/>
              </a:ext>
            </a:extLst>
          </p:cNvPr>
          <p:cNvSpPr>
            <a:spLocks noGrp="1"/>
          </p:cNvSpPr>
          <p:nvPr>
            <p:ph type="title"/>
          </p:nvPr>
        </p:nvSpPr>
        <p:spPr/>
        <p:txBody>
          <a:bodyPr/>
          <a:lstStyle/>
          <a:p>
            <a:r>
              <a:rPr lang="en-US" altLang="zh-CN" dirty="0"/>
              <a:t>APIs: Value</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DCE89B91-C969-45FA-A244-C287CE896189}"/>
                  </a:ext>
                </a:extLst>
              </p:cNvPr>
              <p:cNvSpPr>
                <a:spLocks noGrp="1"/>
              </p:cNvSpPr>
              <p:nvPr>
                <p:ph idx="1"/>
              </p:nvPr>
            </p:nvSpPr>
            <p:spPr/>
            <p:txBody>
              <a:bodyPr/>
              <a:lstStyle/>
              <a:p>
                <a:r>
                  <a:rPr lang="zh-CN" altLang="en-US" dirty="0"/>
                  <a:t>在</a:t>
                </a:r>
                <a:r>
                  <a:rPr lang="en-US" altLang="zh-CN" dirty="0"/>
                  <a:t>JIMPLE</a:t>
                </a:r>
                <a:r>
                  <a:rPr lang="zh-CN" altLang="en-US" dirty="0"/>
                  <a:t>中，</a:t>
                </a:r>
                <a14:m>
                  <m:oMath xmlns:m="http://schemas.openxmlformats.org/officeDocument/2006/math">
                    <m:r>
                      <a:rPr lang="en-US" altLang="zh-CN" i="1" dirty="0" smtClean="0">
                        <a:latin typeface="Cambria Math" panose="02040503050406030204" pitchFamily="18" charset="0"/>
                      </a:rPr>
                      <m:t>𝑉𝑎𝑙𝑢𝑒𝑠</m:t>
                    </m:r>
                  </m:oMath>
                </a14:m>
                <a:r>
                  <a:rPr lang="zh-CN" altLang="en-US" dirty="0"/>
                  <a:t>包括</a:t>
                </a:r>
                <a14:m>
                  <m:oMath xmlns:m="http://schemas.openxmlformats.org/officeDocument/2006/math">
                    <m:r>
                      <a:rPr lang="en-US" altLang="zh-CN" i="1" dirty="0" smtClean="0">
                        <a:latin typeface="Cambria Math" panose="02040503050406030204" pitchFamily="18" charset="0"/>
                      </a:rPr>
                      <m:t>𝐶𝑜𝑛𝑠𝑡𝑎𝑛𝑡𝑠</m:t>
                    </m:r>
                  </m:oMath>
                </a14:m>
                <a:r>
                  <a:rPr lang="zh-CN" altLang="en-US" dirty="0"/>
                  <a:t>和</a:t>
                </a:r>
                <a14:m>
                  <m:oMath xmlns:m="http://schemas.openxmlformats.org/officeDocument/2006/math">
                    <m:r>
                      <a:rPr lang="en-US" altLang="zh-CN" i="1" dirty="0" smtClean="0">
                        <a:latin typeface="Cambria Math" panose="02040503050406030204" pitchFamily="18" charset="0"/>
                      </a:rPr>
                      <m:t>𝐸𝑥𝑝𝑟</m:t>
                    </m:r>
                    <m:r>
                      <a:rPr lang="zh-CN" altLang="en-US" i="1" dirty="0">
                        <a:latin typeface="Cambria Math" panose="02040503050406030204" pitchFamily="18" charset="0"/>
                      </a:rPr>
                      <m:t>的</m:t>
                    </m:r>
                  </m:oMath>
                </a14:m>
                <a:r>
                  <a:rPr lang="zh-CN" altLang="en-US" dirty="0"/>
                  <a:t>子类等。</a:t>
                </a:r>
                <a:endParaRPr lang="en-US" altLang="zh-CN" dirty="0"/>
              </a:p>
              <a:p>
                <a:pPr lvl="1"/>
                <a14:m>
                  <m:oMath xmlns:m="http://schemas.openxmlformats.org/officeDocument/2006/math">
                    <m:r>
                      <a:rPr lang="en-US" altLang="zh-CN" i="1" dirty="0" smtClean="0">
                        <a:latin typeface="Cambria Math" panose="02040503050406030204" pitchFamily="18" charset="0"/>
                      </a:rPr>
                      <m:t>𝑛𝑒𝑤𝑃𝑎𝑟𝑎𝑚𝑒𝑡𝑒𝑟𝑅𝑒𝑓</m:t>
                    </m:r>
                    <m:d>
                      <m:dPr>
                        <m:ctrlPr>
                          <a:rPr lang="en-US" altLang="zh-CN" i="1" dirty="0" smtClean="0">
                            <a:latin typeface="Cambria Math" panose="02040503050406030204" pitchFamily="18" charset="0"/>
                          </a:rPr>
                        </m:ctrlPr>
                      </m:dPr>
                      <m:e>
                        <m:r>
                          <a:rPr lang="en-US" altLang="zh-CN" i="1" dirty="0" smtClean="0">
                            <a:latin typeface="Cambria Math" panose="02040503050406030204" pitchFamily="18" charset="0"/>
                          </a:rPr>
                          <m:t>𝑇𝑦𝑝𝑒</m:t>
                        </m:r>
                        <m:r>
                          <a:rPr lang="en-US" altLang="zh-CN" i="1" dirty="0" smtClean="0">
                            <a:latin typeface="Cambria Math" panose="02040503050406030204" pitchFamily="18" charset="0"/>
                          </a:rPr>
                          <m:t> </m:t>
                        </m:r>
                        <m:r>
                          <a:rPr lang="en-US" altLang="zh-CN" i="1" dirty="0" err="1" smtClean="0">
                            <a:latin typeface="Cambria Math" panose="02040503050406030204" pitchFamily="18" charset="0"/>
                          </a:rPr>
                          <m:t>𝑡𝑦𝑝𝑒</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𝑖𝑛𝑡</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𝑛</m:t>
                        </m:r>
                      </m:e>
                    </m:d>
                  </m:oMath>
                </a14:m>
                <a:endParaRPr lang="en-US" altLang="zh-CN" dirty="0"/>
              </a:p>
              <a:p>
                <a:pPr lvl="2"/>
                <a:r>
                  <a:rPr lang="zh-CN" altLang="en-US" dirty="0"/>
                  <a:t>构造一个对指定类型的参数的引用，</a:t>
                </a:r>
                <a:r>
                  <a:rPr lang="en-US" altLang="zh-CN" dirty="0"/>
                  <a:t>n</a:t>
                </a:r>
                <a:r>
                  <a:rPr lang="zh-CN" altLang="en-US" dirty="0"/>
                  <a:t>指参数的序数，序数由</a:t>
                </a:r>
                <a:r>
                  <a:rPr lang="en-US" altLang="zh-CN" dirty="0"/>
                  <a:t>0</a:t>
                </a:r>
                <a:r>
                  <a:rPr lang="zh-CN" altLang="en-US" dirty="0"/>
                  <a:t>开始。</a:t>
                </a:r>
                <a:endParaRPr lang="en-US" altLang="zh-CN" dirty="0"/>
              </a:p>
              <a:p>
                <a:pPr lvl="1"/>
                <a14:m>
                  <m:oMath xmlns:m="http://schemas.openxmlformats.org/officeDocument/2006/math">
                    <m:r>
                      <a:rPr lang="en-US" altLang="zh-CN" i="1" dirty="0" smtClean="0">
                        <a:latin typeface="Cambria Math" panose="02040503050406030204" pitchFamily="18" charset="0"/>
                      </a:rPr>
                      <m:t>𝑛𝑒𝑤𝑆𝑡𝑎𝑡𝑖𝑐𝐹𝑖𝑒𝑙𝑑𝑅𝑒𝑓</m:t>
                    </m:r>
                    <m:r>
                      <a:rPr lang="en-US" altLang="zh-CN" i="1" dirty="0" smtClean="0">
                        <a:latin typeface="Cambria Math" panose="02040503050406030204" pitchFamily="18" charset="0"/>
                      </a:rPr>
                      <m:t>(</m:t>
                    </m:r>
                    <m:r>
                      <a:rPr lang="en-US" altLang="zh-CN" i="1" dirty="0" err="1" smtClean="0">
                        <a:latin typeface="Cambria Math" panose="02040503050406030204" pitchFamily="18" charset="0"/>
                      </a:rPr>
                      <m:t>𝑆𝑜𝑜𝑡𝐹𝑖𝑒𝑙𝑑</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𝑓</m:t>
                    </m:r>
                    <m:r>
                      <a:rPr lang="en-US" altLang="zh-CN" i="1" dirty="0" smtClean="0">
                        <a:latin typeface="Cambria Math" panose="02040503050406030204" pitchFamily="18" charset="0"/>
                      </a:rPr>
                      <m:t>)</m:t>
                    </m:r>
                  </m:oMath>
                </a14:m>
                <a:endParaRPr lang="en-US" altLang="zh-CN" dirty="0"/>
              </a:p>
              <a:p>
                <a:pPr lvl="2"/>
                <a:r>
                  <a:rPr lang="zh-CN" altLang="en-US" dirty="0"/>
                  <a:t>构造一个对指定的</a:t>
                </a:r>
                <a:r>
                  <a:rPr lang="en-US" altLang="zh-CN" dirty="0"/>
                  <a:t>field</a:t>
                </a:r>
                <a:r>
                  <a:rPr lang="zh-CN" altLang="en-US" dirty="0"/>
                  <a:t>的</a:t>
                </a:r>
                <a:r>
                  <a:rPr lang="en-US" altLang="zh-CN" dirty="0"/>
                  <a:t>static field reference</a:t>
                </a:r>
                <a:r>
                  <a:rPr lang="zh-CN" altLang="en-US" dirty="0"/>
                  <a:t>。</a:t>
                </a:r>
                <a:endParaRPr lang="en-US" altLang="zh-CN" dirty="0"/>
              </a:p>
              <a:p>
                <a:pPr lvl="1"/>
                <a14:m>
                  <m:oMath xmlns:m="http://schemas.openxmlformats.org/officeDocument/2006/math">
                    <m:r>
                      <a:rPr lang="en-US" altLang="zh-CN" i="1" dirty="0" smtClean="0">
                        <a:latin typeface="Cambria Math" panose="02040503050406030204" pitchFamily="18" charset="0"/>
                      </a:rPr>
                      <m:t>𝑛𝑒𝑤𝑉𝑖𝑟𝑡𝑢𝑎𝑙𝐼𝑛𝑣𝑜𝑘𝑒𝐸𝑥𝑝𝑟</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𝐿𝑜𝑐𝑎𝑙</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𝑏𝑎𝑠𝑒</m:t>
                    </m:r>
                    <m:r>
                      <a:rPr lang="en-US" altLang="zh-CN" i="1" dirty="0" smtClean="0">
                        <a:latin typeface="Cambria Math" panose="02040503050406030204" pitchFamily="18" charset="0"/>
                      </a:rPr>
                      <m:t>, </m:t>
                    </m:r>
                  </m:oMath>
                </a14:m>
                <a:endParaRPr lang="en-US" altLang="zh-CN" i="1" dirty="0">
                  <a:latin typeface="Cambria Math" panose="02040503050406030204" pitchFamily="18" charset="0"/>
                </a:endParaRPr>
              </a:p>
              <a:p>
                <a:pPr marL="457200" lvl="1" indent="0">
                  <a:buNone/>
                </a:pPr>
                <a:r>
                  <a:rPr lang="en-US" altLang="zh-CN" dirty="0"/>
                  <a:t>                                  </a:t>
                </a:r>
                <a14:m>
                  <m:oMath xmlns:m="http://schemas.openxmlformats.org/officeDocument/2006/math">
                    <m:r>
                      <a:rPr lang="en-US" altLang="zh-CN" i="1" dirty="0" err="1" smtClean="0">
                        <a:latin typeface="Cambria Math" panose="02040503050406030204" pitchFamily="18" charset="0"/>
                      </a:rPr>
                      <m:t>𝑆𝑜𝑜𝑡𝑀𝑒𝑡h𝑜𝑑</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𝑚𝑒𝑡h𝑜𝑑</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𝐿𝑖𝑠𝑡</m:t>
                    </m:r>
                    <m:r>
                      <a:rPr lang="en-US" altLang="zh-CN" i="1" dirty="0" smtClean="0">
                        <a:latin typeface="Cambria Math" panose="02040503050406030204" pitchFamily="18" charset="0"/>
                      </a:rPr>
                      <m:t> </m:t>
                    </m:r>
                    <m:r>
                      <a:rPr lang="en-US" altLang="zh-CN" i="1" dirty="0" err="1" smtClean="0">
                        <a:latin typeface="Cambria Math" panose="02040503050406030204" pitchFamily="18" charset="0"/>
                      </a:rPr>
                      <m:t>𝑎𝑟𝑔𝑠</m:t>
                    </m:r>
                    <m:r>
                      <a:rPr lang="en-US" altLang="zh-CN" i="1" dirty="0" smtClean="0">
                        <a:latin typeface="Cambria Math" panose="02040503050406030204" pitchFamily="18" charset="0"/>
                      </a:rPr>
                      <m:t>)</m:t>
                    </m:r>
                  </m:oMath>
                </a14:m>
                <a:endParaRPr lang="en-US" altLang="zh-CN" dirty="0"/>
              </a:p>
              <a:p>
                <a:pPr lvl="2"/>
                <a:r>
                  <a:rPr lang="zh-CN" altLang="en-US" dirty="0"/>
                  <a:t>构造一个</a:t>
                </a:r>
                <a:r>
                  <a:rPr lang="en-US" altLang="zh-CN" dirty="0"/>
                  <a:t>virtual invoke expression</a:t>
                </a:r>
                <a:r>
                  <a:rPr lang="zh-CN" altLang="en-US" dirty="0"/>
                  <a:t>。</a:t>
                </a:r>
                <a:endParaRPr lang="en-US" altLang="zh-CN" dirty="0"/>
              </a:p>
              <a:p>
                <a:pPr lvl="1"/>
                <a14:m>
                  <m:oMath xmlns:m="http://schemas.openxmlformats.org/officeDocument/2006/math">
                    <m:r>
                      <a:rPr lang="en-US" altLang="zh-CN" i="1" dirty="0" smtClean="0">
                        <a:latin typeface="Cambria Math" panose="02040503050406030204" pitchFamily="18" charset="0"/>
                      </a:rPr>
                      <m:t>𝑛𝑒𝑤𝐴𝑑𝑑𝐸𝑥𝑝𝑟</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𝑉𝑎𝑙𝑢𝑒</m:t>
                    </m:r>
                    <m:r>
                      <a:rPr lang="en-US" altLang="zh-CN" i="1" dirty="0" smtClean="0">
                        <a:latin typeface="Cambria Math" panose="02040503050406030204" pitchFamily="18" charset="0"/>
                      </a:rPr>
                      <m:t> </m:t>
                    </m:r>
                    <m:r>
                      <a:rPr lang="en-US" altLang="zh-CN" i="1" dirty="0" err="1" smtClean="0">
                        <a:latin typeface="Cambria Math" panose="02040503050406030204" pitchFamily="18" charset="0"/>
                      </a:rPr>
                      <m:t>𝑙𝑒𝑓𝑡𝑂𝑝</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𝑉𝑎𝑙𝑢𝑒</m:t>
                    </m:r>
                    <m:r>
                      <a:rPr lang="en-US" altLang="zh-CN" i="1" dirty="0" smtClean="0">
                        <a:latin typeface="Cambria Math" panose="02040503050406030204" pitchFamily="18" charset="0"/>
                      </a:rPr>
                      <m:t> </m:t>
                    </m:r>
                    <m:r>
                      <a:rPr lang="en-US" altLang="zh-CN" i="1" dirty="0" err="1" smtClean="0">
                        <a:latin typeface="Cambria Math" panose="02040503050406030204" pitchFamily="18" charset="0"/>
                      </a:rPr>
                      <m:t>𝑟𝑖𝑔h𝑡𝑂𝑝</m:t>
                    </m:r>
                    <m:r>
                      <a:rPr lang="en-US" altLang="zh-CN" i="1" dirty="0" smtClean="0">
                        <a:latin typeface="Cambria Math" panose="02040503050406030204" pitchFamily="18" charset="0"/>
                      </a:rPr>
                      <m:t>)</m:t>
                    </m:r>
                  </m:oMath>
                </a14:m>
                <a:endParaRPr lang="en-US" altLang="zh-CN" dirty="0"/>
              </a:p>
              <a:p>
                <a:pPr lvl="2"/>
                <a:r>
                  <a:rPr lang="zh-CN" altLang="en-US" dirty="0"/>
                  <a:t>构造一个加法表达式。</a:t>
                </a:r>
              </a:p>
            </p:txBody>
          </p:sp>
        </mc:Choice>
        <mc:Fallback xmlns="">
          <p:sp>
            <p:nvSpPr>
              <p:cNvPr id="3" name="内容占位符 2">
                <a:extLst>
                  <a:ext uri="{FF2B5EF4-FFF2-40B4-BE49-F238E27FC236}">
                    <a16:creationId xmlns:a16="http://schemas.microsoft.com/office/drawing/2014/main" id="{DCE89B91-C969-45FA-A244-C287CE896189}"/>
                  </a:ext>
                </a:extLst>
              </p:cNvPr>
              <p:cNvSpPr>
                <a:spLocks noGrp="1" noRot="1" noChangeAspect="1" noMove="1" noResize="1" noEditPoints="1" noAdjustHandles="1" noChangeArrowheads="1" noChangeShapeType="1" noTextEdit="1"/>
              </p:cNvSpPr>
              <p:nvPr>
                <p:ph idx="1"/>
              </p:nvPr>
            </p:nvSpPr>
            <p:spPr>
              <a:blipFill>
                <a:blip r:embed="rId2"/>
                <a:stretch>
                  <a:fillRect l="-1412" t="-1795" b="-525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60513949"/>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F3F8AD-2EC9-49EC-A4CF-007636ADAEF2}"/>
              </a:ext>
            </a:extLst>
          </p:cNvPr>
          <p:cNvSpPr>
            <a:spLocks noGrp="1"/>
          </p:cNvSpPr>
          <p:nvPr>
            <p:ph type="title"/>
          </p:nvPr>
        </p:nvSpPr>
        <p:spPr/>
        <p:txBody>
          <a:bodyPr/>
          <a:lstStyle/>
          <a:p>
            <a:r>
              <a:rPr lang="en-US" altLang="zh-CN" dirty="0"/>
              <a:t>APIs: Constants</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D80C08F5-F9FE-4CD0-AD43-A8A2839F7DC5}"/>
                  </a:ext>
                </a:extLst>
              </p:cNvPr>
              <p:cNvSpPr>
                <a:spLocks noGrp="1"/>
              </p:cNvSpPr>
              <p:nvPr>
                <p:ph idx="1"/>
              </p:nvPr>
            </p:nvSpPr>
            <p:spPr/>
            <p:txBody>
              <a:bodyPr/>
              <a:lstStyle/>
              <a:p>
                <a14:m>
                  <m:oMath xmlns:m="http://schemas.openxmlformats.org/officeDocument/2006/math">
                    <m:r>
                      <a:rPr lang="en-US" altLang="zh-CN" i="1" dirty="0" smtClean="0">
                        <a:latin typeface="Cambria Math" panose="02040503050406030204" pitchFamily="18" charset="0"/>
                      </a:rPr>
                      <m:t>𝐼𝑛𝑡𝐶𝑜𝑛𝑠𝑡𝑎𝑛𝑡</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𝑣</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𝑎</m:t>
                    </m:r>
                    <m:r>
                      <a:rPr lang="en-US" altLang="zh-CN" i="1" dirty="0" smtClean="0">
                        <a:latin typeface="Cambria Math" panose="02040503050406030204" pitchFamily="18" charset="0"/>
                      </a:rPr>
                      <m:t>)</m:t>
                    </m:r>
                  </m:oMath>
                </a14:m>
                <a:endParaRPr lang="en-US" altLang="zh-CN" dirty="0"/>
              </a:p>
              <a:p>
                <a14:m>
                  <m:oMath xmlns:m="http://schemas.openxmlformats.org/officeDocument/2006/math">
                    <m:r>
                      <a:rPr lang="en-US" altLang="zh-CN" i="1" dirty="0" smtClean="0">
                        <a:latin typeface="Cambria Math" panose="02040503050406030204" pitchFamily="18" charset="0"/>
                      </a:rPr>
                      <m:t>𝐹𝑙𝑜𝑎𝑡𝐶𝑜𝑛𝑠𝑡𝑎𝑛𝑡</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𝑣</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𝑎</m:t>
                    </m:r>
                    <m:r>
                      <a:rPr lang="en-US" altLang="zh-CN" i="1" dirty="0" smtClean="0">
                        <a:latin typeface="Cambria Math" panose="02040503050406030204" pitchFamily="18" charset="0"/>
                      </a:rPr>
                      <m:t>)</m:t>
                    </m:r>
                  </m:oMath>
                </a14:m>
                <a:endParaRPr lang="en-US" altLang="zh-CN" dirty="0"/>
              </a:p>
              <a:p>
                <a14:m>
                  <m:oMath xmlns:m="http://schemas.openxmlformats.org/officeDocument/2006/math">
                    <m:r>
                      <a:rPr lang="en-US" altLang="zh-CN" i="1" dirty="0" smtClean="0">
                        <a:latin typeface="Cambria Math" panose="02040503050406030204" pitchFamily="18" charset="0"/>
                      </a:rPr>
                      <m:t>𝐷𝑜𝑢𝑏𝑙𝑒𝐶𝑜𝑛𝑠𝑡𝑎𝑛𝑡</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𝑣</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𝑎</m:t>
                    </m:r>
                    <m:r>
                      <a:rPr lang="en-US" altLang="zh-CN" i="1" dirty="0" smtClean="0">
                        <a:latin typeface="Cambria Math" panose="02040503050406030204" pitchFamily="18" charset="0"/>
                      </a:rPr>
                      <m:t>)</m:t>
                    </m:r>
                  </m:oMath>
                </a14:m>
                <a:endParaRPr lang="en-US" altLang="zh-CN" dirty="0"/>
              </a:p>
              <a:p>
                <a14:m>
                  <m:oMath xmlns:m="http://schemas.openxmlformats.org/officeDocument/2006/math">
                    <m:r>
                      <a:rPr lang="en-US" altLang="zh-CN" i="1" dirty="0" smtClean="0">
                        <a:latin typeface="Cambria Math" panose="02040503050406030204" pitchFamily="18" charset="0"/>
                      </a:rPr>
                      <m:t>𝐿𝑜𝑛𝑔𝐶𝑜𝑛𝑠𝑡𝑎𝑛𝑡</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𝑣</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𝑎</m:t>
                    </m:r>
                    <m:r>
                      <a:rPr lang="en-US" altLang="zh-CN" i="1" dirty="0" smtClean="0">
                        <a:latin typeface="Cambria Math" panose="02040503050406030204" pitchFamily="18" charset="0"/>
                      </a:rPr>
                      <m:t>)</m:t>
                    </m:r>
                  </m:oMath>
                </a14:m>
                <a:endParaRPr lang="en-US" altLang="zh-CN" dirty="0"/>
              </a:p>
              <a:p>
                <a14:m>
                  <m:oMath xmlns:m="http://schemas.openxmlformats.org/officeDocument/2006/math">
                    <m:r>
                      <a:rPr lang="en-US" altLang="zh-CN" i="1" dirty="0" smtClean="0">
                        <a:latin typeface="Cambria Math" panose="02040503050406030204" pitchFamily="18" charset="0"/>
                      </a:rPr>
                      <m:t>𝑁𝑢𝑙𝑙𝐶𝑜𝑛𝑠𝑡𝑎𝑛𝑡</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𝑣</m:t>
                    </m:r>
                    <m:r>
                      <a:rPr lang="en-US" altLang="zh-CN" i="1" dirty="0" smtClean="0">
                        <a:latin typeface="Cambria Math" panose="02040503050406030204" pitchFamily="18" charset="0"/>
                      </a:rPr>
                      <m:t>()</m:t>
                    </m:r>
                  </m:oMath>
                </a14:m>
                <a:endParaRPr lang="en-US" altLang="zh-CN" dirty="0"/>
              </a:p>
              <a:p>
                <a14:m>
                  <m:oMath xmlns:m="http://schemas.openxmlformats.org/officeDocument/2006/math">
                    <m:r>
                      <a:rPr lang="en-US" altLang="zh-CN" i="1" dirty="0" smtClean="0">
                        <a:latin typeface="Cambria Math" panose="02040503050406030204" pitchFamily="18" charset="0"/>
                      </a:rPr>
                      <m:t>𝑆𝑡𝑟𝑖𝑛𝑔𝐶𝑜𝑛𝑠𝑡𝑎𝑛𝑡</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𝑣</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𝑎</m:t>
                    </m:r>
                    <m:r>
                      <a:rPr lang="en-US" altLang="zh-CN" i="1" dirty="0" smtClean="0">
                        <a:latin typeface="Cambria Math" panose="02040503050406030204" pitchFamily="18" charset="0"/>
                      </a:rPr>
                      <m:t>)</m:t>
                    </m:r>
                  </m:oMath>
                </a14:m>
                <a:endParaRPr lang="zh-CN" altLang="en-US" dirty="0"/>
              </a:p>
            </p:txBody>
          </p:sp>
        </mc:Choice>
        <mc:Fallback xmlns="">
          <p:sp>
            <p:nvSpPr>
              <p:cNvPr id="3" name="内容占位符 2">
                <a:extLst>
                  <a:ext uri="{FF2B5EF4-FFF2-40B4-BE49-F238E27FC236}">
                    <a16:creationId xmlns:a16="http://schemas.microsoft.com/office/drawing/2014/main" id="{D80C08F5-F9FE-4CD0-AD43-A8A2839F7DC5}"/>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00118382"/>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6A534C-26C5-4F8C-8C88-A33BA399C678}"/>
              </a:ext>
            </a:extLst>
          </p:cNvPr>
          <p:cNvSpPr>
            <a:spLocks noGrp="1"/>
          </p:cNvSpPr>
          <p:nvPr>
            <p:ph type="title"/>
          </p:nvPr>
        </p:nvSpPr>
        <p:spPr/>
        <p:txBody>
          <a:bodyPr/>
          <a:lstStyle/>
          <a:p>
            <a:r>
              <a:rPr lang="en-US" altLang="zh-CN" dirty="0"/>
              <a:t>APIs: Box</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A5B84AA6-77E4-4749-9219-F79383DF6FD9}"/>
                  </a:ext>
                </a:extLst>
              </p:cNvPr>
              <p:cNvSpPr>
                <a:spLocks noGrp="1"/>
              </p:cNvSpPr>
              <p:nvPr>
                <p:ph idx="1"/>
              </p:nvPr>
            </p:nvSpPr>
            <p:spPr/>
            <p:txBody>
              <a:bodyPr/>
              <a:lstStyle/>
              <a:p>
                <a:r>
                  <a:rPr lang="zh-CN" altLang="en-US" dirty="0"/>
                  <a:t>两类用于封装的</a:t>
                </a:r>
                <a:r>
                  <a:rPr lang="en-US" altLang="zh-CN" dirty="0"/>
                  <a:t>Boxes: </a:t>
                </a:r>
              </a:p>
              <a:p>
                <a:pPr lvl="1"/>
                <a:r>
                  <a:rPr lang="zh-CN" altLang="en-US" dirty="0">
                    <a:latin typeface="Cambria Math" panose="02040503050406030204" pitchFamily="18" charset="0"/>
                  </a:rPr>
                  <a:t>就是为了便于被引用。</a:t>
                </a:r>
                <a:endParaRPr lang="en-US" altLang="zh-CN" dirty="0">
                  <a:latin typeface="Cambria Math" panose="02040503050406030204" pitchFamily="18" charset="0"/>
                </a:endParaRPr>
              </a:p>
              <a:p>
                <a:pPr lvl="1"/>
                <a14:m>
                  <m:oMath xmlns:m="http://schemas.openxmlformats.org/officeDocument/2006/math">
                    <m:r>
                      <a:rPr lang="en-US" altLang="zh-CN" i="1" dirty="0" smtClean="0">
                        <a:latin typeface="Cambria Math" panose="02040503050406030204" pitchFamily="18" charset="0"/>
                      </a:rPr>
                      <m:t>𝑈𝑛𝑖𝑡𝐵𝑜𝑥</m:t>
                    </m:r>
                  </m:oMath>
                </a14:m>
                <a:r>
                  <a:rPr lang="zh-CN" altLang="en-US" dirty="0"/>
                  <a:t>和</a:t>
                </a:r>
                <a14:m>
                  <m:oMath xmlns:m="http://schemas.openxmlformats.org/officeDocument/2006/math">
                    <m:r>
                      <a:rPr lang="en-US" altLang="zh-CN" i="1" dirty="0" smtClean="0">
                        <a:latin typeface="Cambria Math" panose="02040503050406030204" pitchFamily="18" charset="0"/>
                      </a:rPr>
                      <m:t>𝑉𝑎𝑙𝑢𝑒𝐵𝑜𝑥</m:t>
                    </m:r>
                  </m:oMath>
                </a14:m>
                <a:r>
                  <a:rPr lang="en-US" altLang="zh-CN" dirty="0"/>
                  <a:t>.</a:t>
                </a:r>
              </a:p>
              <a:p>
                <a:endParaRPr lang="zh-CN" altLang="en-US" dirty="0"/>
              </a:p>
            </p:txBody>
          </p:sp>
        </mc:Choice>
        <mc:Fallback xmlns="">
          <p:sp>
            <p:nvSpPr>
              <p:cNvPr id="3" name="内容占位符 2">
                <a:extLst>
                  <a:ext uri="{FF2B5EF4-FFF2-40B4-BE49-F238E27FC236}">
                    <a16:creationId xmlns:a16="http://schemas.microsoft.com/office/drawing/2014/main" id="{A5B84AA6-77E4-4749-9219-F79383DF6FD9}"/>
                  </a:ext>
                </a:extLst>
              </p:cNvPr>
              <p:cNvSpPr>
                <a:spLocks noGrp="1" noRot="1" noChangeAspect="1" noMove="1" noResize="1" noEditPoints="1" noAdjustHandles="1" noChangeArrowheads="1" noChangeShapeType="1" noTextEdit="1"/>
              </p:cNvSpPr>
              <p:nvPr>
                <p:ph idx="1"/>
              </p:nvPr>
            </p:nvSpPr>
            <p:spPr>
              <a:blipFill>
                <a:blip r:embed="rId2"/>
                <a:stretch>
                  <a:fillRect l="-1412" t="-1795"/>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A570A506-C53C-4092-9909-2AAAF86082F3}"/>
              </a:ext>
            </a:extLst>
          </p:cNvPr>
          <p:cNvPicPr>
            <a:picLocks noChangeAspect="1"/>
          </p:cNvPicPr>
          <p:nvPr/>
        </p:nvPicPr>
        <p:blipFill>
          <a:blip r:embed="rId3"/>
          <a:stretch>
            <a:fillRect/>
          </a:stretch>
        </p:blipFill>
        <p:spPr>
          <a:xfrm>
            <a:off x="2339752" y="2492104"/>
            <a:ext cx="3357166" cy="3241152"/>
          </a:xfrm>
          <a:prstGeom prst="rect">
            <a:avLst/>
          </a:prstGeom>
        </p:spPr>
      </p:pic>
    </p:spTree>
    <p:extLst>
      <p:ext uri="{BB962C8B-B14F-4D97-AF65-F5344CB8AC3E}">
        <p14:creationId xmlns:p14="http://schemas.microsoft.com/office/powerpoint/2010/main" val="975353194"/>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CE8D84-F372-4593-BDF5-A724AD14AB01}"/>
              </a:ext>
            </a:extLst>
          </p:cNvPr>
          <p:cNvSpPr>
            <a:spLocks noGrp="1"/>
          </p:cNvSpPr>
          <p:nvPr>
            <p:ph type="title"/>
          </p:nvPr>
        </p:nvSpPr>
        <p:spPr/>
        <p:txBody>
          <a:bodyPr/>
          <a:lstStyle/>
          <a:p>
            <a:r>
              <a:rPr lang="en-US" altLang="zh-CN" dirty="0"/>
              <a:t>APIs: Box</a:t>
            </a:r>
            <a:endParaRPr lang="zh-CN" altLang="en-US" dirty="0"/>
          </a:p>
        </p:txBody>
      </p:sp>
      <p:sp>
        <p:nvSpPr>
          <p:cNvPr id="3" name="内容占位符 2">
            <a:extLst>
              <a:ext uri="{FF2B5EF4-FFF2-40B4-BE49-F238E27FC236}">
                <a16:creationId xmlns:a16="http://schemas.microsoft.com/office/drawing/2014/main" id="{50A9C6C3-9496-42A0-A4E6-407E8FB41739}"/>
              </a:ext>
            </a:extLst>
          </p:cNvPr>
          <p:cNvSpPr>
            <a:spLocks noGrp="1"/>
          </p:cNvSpPr>
          <p:nvPr>
            <p:ph idx="1"/>
          </p:nvPr>
        </p:nvSpPr>
        <p:spPr/>
        <p:txBody>
          <a:bodyPr/>
          <a:lstStyle/>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zh-CN" altLang="en-US" dirty="0"/>
              <a:t>便于优化</a:t>
            </a:r>
          </a:p>
        </p:txBody>
      </p:sp>
      <p:pic>
        <p:nvPicPr>
          <p:cNvPr id="5" name="图片 4">
            <a:extLst>
              <a:ext uri="{FF2B5EF4-FFF2-40B4-BE49-F238E27FC236}">
                <a16:creationId xmlns:a16="http://schemas.microsoft.com/office/drawing/2014/main" id="{566A8C4A-3F87-418D-B575-72CF17F0B70A}"/>
              </a:ext>
            </a:extLst>
          </p:cNvPr>
          <p:cNvPicPr>
            <a:picLocks noChangeAspect="1"/>
          </p:cNvPicPr>
          <p:nvPr/>
        </p:nvPicPr>
        <p:blipFill>
          <a:blip r:embed="rId2"/>
          <a:stretch>
            <a:fillRect/>
          </a:stretch>
        </p:blipFill>
        <p:spPr>
          <a:xfrm>
            <a:off x="1763690" y="1412778"/>
            <a:ext cx="5886145" cy="3449935"/>
          </a:xfrm>
          <a:prstGeom prst="rect">
            <a:avLst/>
          </a:prstGeom>
        </p:spPr>
      </p:pic>
      <p:sp>
        <p:nvSpPr>
          <p:cNvPr id="4" name="文本框 3">
            <a:extLst>
              <a:ext uri="{FF2B5EF4-FFF2-40B4-BE49-F238E27FC236}">
                <a16:creationId xmlns:a16="http://schemas.microsoft.com/office/drawing/2014/main" id="{EECAF968-118C-47FE-919C-C4EE7F342CC5}"/>
              </a:ext>
            </a:extLst>
          </p:cNvPr>
          <p:cNvSpPr txBox="1"/>
          <p:nvPr/>
        </p:nvSpPr>
        <p:spPr>
          <a:xfrm>
            <a:off x="162019" y="3573016"/>
            <a:ext cx="2664296" cy="338554"/>
          </a:xfrm>
          <a:prstGeom prst="rect">
            <a:avLst/>
          </a:prstGeom>
          <a:noFill/>
        </p:spPr>
        <p:txBody>
          <a:bodyPr wrap="square" rtlCol="0">
            <a:spAutoFit/>
          </a:bodyPr>
          <a:lstStyle/>
          <a:p>
            <a:r>
              <a:rPr lang="zh-CN" altLang="en-US" sz="1600" dirty="0">
                <a:solidFill>
                  <a:srgbClr val="FF0000"/>
                </a:solidFill>
              </a:rPr>
              <a:t>被调用方法所属的</a:t>
            </a:r>
            <a:r>
              <a:rPr lang="en-US" altLang="zh-CN" sz="1600" dirty="0">
                <a:solidFill>
                  <a:srgbClr val="FF0000"/>
                </a:solidFill>
              </a:rPr>
              <a:t>instance</a:t>
            </a:r>
            <a:endParaRPr lang="zh-CN" altLang="en-US" sz="1600" dirty="0">
              <a:solidFill>
                <a:srgbClr val="FF0000"/>
              </a:solidFill>
            </a:endParaRPr>
          </a:p>
        </p:txBody>
      </p:sp>
    </p:spTree>
    <p:extLst>
      <p:ext uri="{BB962C8B-B14F-4D97-AF65-F5344CB8AC3E}">
        <p14:creationId xmlns:p14="http://schemas.microsoft.com/office/powerpoint/2010/main" val="2215295404"/>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DC2150-729E-4FCF-A384-4C8456EC76E4}"/>
              </a:ext>
            </a:extLst>
          </p:cNvPr>
          <p:cNvSpPr>
            <a:spLocks noGrp="1"/>
          </p:cNvSpPr>
          <p:nvPr>
            <p:ph type="title"/>
          </p:nvPr>
        </p:nvSpPr>
        <p:spPr/>
        <p:txBody>
          <a:bodyPr/>
          <a:lstStyle/>
          <a:p>
            <a:r>
              <a:rPr lang="en-US" altLang="zh-CN" dirty="0" err="1"/>
              <a:t>Jimple</a:t>
            </a:r>
            <a:r>
              <a:rPr lang="en-US" altLang="zh-CN" dirty="0"/>
              <a:t> </a:t>
            </a:r>
            <a:r>
              <a:rPr lang="zh-CN" altLang="en-US" dirty="0"/>
              <a:t>代码生成</a:t>
            </a:r>
          </a:p>
        </p:txBody>
      </p:sp>
      <p:sp>
        <p:nvSpPr>
          <p:cNvPr id="3" name="内容占位符 2">
            <a:extLst>
              <a:ext uri="{FF2B5EF4-FFF2-40B4-BE49-F238E27FC236}">
                <a16:creationId xmlns:a16="http://schemas.microsoft.com/office/drawing/2014/main" id="{B62A9897-B4EC-492C-B9AD-08A63BEF5058}"/>
              </a:ext>
            </a:extLst>
          </p:cNvPr>
          <p:cNvSpPr>
            <a:spLocks noGrp="1"/>
          </p:cNvSpPr>
          <p:nvPr>
            <p:ph idx="1"/>
          </p:nvPr>
        </p:nvSpPr>
        <p:spPr/>
        <p:txBody>
          <a:bodyPr/>
          <a:lstStyle/>
          <a:p>
            <a:r>
              <a:rPr lang="zh-CN" altLang="en-US" dirty="0"/>
              <a:t>参考群文件中的“编译原理实验报告（</a:t>
            </a:r>
            <a:r>
              <a:rPr lang="en-US" altLang="zh-CN" dirty="0" err="1"/>
              <a:t>Jimple</a:t>
            </a:r>
            <a:r>
              <a:rPr lang="zh-CN" altLang="en-US" dirty="0"/>
              <a:t>）”中的类</a:t>
            </a:r>
            <a:r>
              <a:rPr lang="en-US" altLang="zh-CN" dirty="0" err="1"/>
              <a:t>CodeGenerator</a:t>
            </a:r>
            <a:r>
              <a:rPr lang="en-US" altLang="zh-CN" dirty="0"/>
              <a:t>.</a:t>
            </a:r>
          </a:p>
          <a:p>
            <a:pPr lvl="1"/>
            <a:r>
              <a:rPr lang="zh-CN" altLang="en-US" dirty="0"/>
              <a:t>该实验报告是其他学校的，他们的此法和语法分析是用</a:t>
            </a:r>
            <a:r>
              <a:rPr lang="en-US" altLang="zh-CN" dirty="0"/>
              <a:t>ANTLR</a:t>
            </a:r>
            <a:r>
              <a:rPr lang="zh-CN" altLang="en-US" dirty="0"/>
              <a:t>实现的，不是自己做的。</a:t>
            </a:r>
            <a:endParaRPr lang="en-US" altLang="zh-CN" dirty="0"/>
          </a:p>
          <a:p>
            <a:pPr lvl="1"/>
            <a:r>
              <a:rPr lang="zh-CN" altLang="en-US" dirty="0"/>
              <a:t>他们在遍历</a:t>
            </a:r>
            <a:r>
              <a:rPr lang="en-US" altLang="zh-CN" dirty="0"/>
              <a:t>ANTLR</a:t>
            </a:r>
            <a:r>
              <a:rPr lang="zh-CN" altLang="en-US" dirty="0"/>
              <a:t>生成的语法树的过程中生成</a:t>
            </a:r>
            <a:r>
              <a:rPr lang="en-US" altLang="zh-CN" dirty="0" err="1"/>
              <a:t>Jimple</a:t>
            </a:r>
            <a:r>
              <a:rPr lang="zh-CN" altLang="en-US" dirty="0"/>
              <a:t>代码。</a:t>
            </a:r>
          </a:p>
        </p:txBody>
      </p:sp>
    </p:spTree>
    <p:extLst>
      <p:ext uri="{BB962C8B-B14F-4D97-AF65-F5344CB8AC3E}">
        <p14:creationId xmlns:p14="http://schemas.microsoft.com/office/powerpoint/2010/main" val="2688276272"/>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937C65-989A-4B3D-8FE7-90B3A5C1BA0C}"/>
              </a:ext>
            </a:extLst>
          </p:cNvPr>
          <p:cNvSpPr>
            <a:spLocks noGrp="1"/>
          </p:cNvSpPr>
          <p:nvPr>
            <p:ph type="title"/>
          </p:nvPr>
        </p:nvSpPr>
        <p:spPr/>
        <p:txBody>
          <a:bodyPr/>
          <a:lstStyle/>
          <a:p>
            <a:r>
              <a:rPr lang="zh-CN" altLang="en-US" dirty="0"/>
              <a:t>简单优先分析法</a:t>
            </a:r>
            <a:r>
              <a:rPr lang="en-US" altLang="zh-CN" dirty="0"/>
              <a:t>(</a:t>
            </a:r>
            <a:r>
              <a:rPr lang="zh-CN" altLang="en-US"/>
              <a:t>忽略</a:t>
            </a:r>
            <a:r>
              <a:rPr lang="en-US" altLang="zh-CN"/>
              <a:t>)</a:t>
            </a:r>
            <a:endParaRPr lang="zh-CN" altLang="en-US" dirty="0"/>
          </a:p>
        </p:txBody>
      </p:sp>
      <p:sp>
        <p:nvSpPr>
          <p:cNvPr id="3" name="内容占位符 2">
            <a:extLst>
              <a:ext uri="{FF2B5EF4-FFF2-40B4-BE49-F238E27FC236}">
                <a16:creationId xmlns:a16="http://schemas.microsoft.com/office/drawing/2014/main" id="{24424EFC-06A4-499E-AC19-3AF7975725DC}"/>
              </a:ext>
            </a:extLst>
          </p:cNvPr>
          <p:cNvSpPr>
            <a:spLocks noGrp="1"/>
          </p:cNvSpPr>
          <p:nvPr>
            <p:ph idx="1"/>
          </p:nvPr>
        </p:nvSpPr>
        <p:spPr/>
        <p:txBody>
          <a:bodyPr/>
          <a:lstStyle/>
          <a:p>
            <a:r>
              <a:rPr lang="en-US" altLang="zh-CN" dirty="0"/>
              <a:t>Bottom-up</a:t>
            </a:r>
            <a:r>
              <a:rPr lang="zh-CN" altLang="en-US" dirty="0"/>
              <a:t>。</a:t>
            </a:r>
          </a:p>
          <a:p>
            <a:r>
              <a:rPr lang="zh-CN" altLang="en-US" dirty="0"/>
              <a:t>找句柄，采用最左归约。</a:t>
            </a:r>
          </a:p>
          <a:p>
            <a:r>
              <a:rPr lang="zh-CN" altLang="en-US" dirty="0"/>
              <a:t>用⋖和⋗标识句柄的左、右边界。</a:t>
            </a:r>
          </a:p>
          <a:p>
            <a:pPr lvl="1"/>
            <a:r>
              <a:rPr lang="zh-CN" altLang="en-US" dirty="0"/>
              <a:t>外⋖内≖内≖ 内 ⋗外</a:t>
            </a:r>
          </a:p>
          <a:p>
            <a:r>
              <a:rPr lang="zh-CN" altLang="en-US" dirty="0"/>
              <a:t>算符优先分析法是简单优先分析法的一种特例。</a:t>
            </a:r>
          </a:p>
          <a:p>
            <a:endParaRPr lang="zh-CN" altLang="en-US" dirty="0"/>
          </a:p>
        </p:txBody>
      </p:sp>
    </p:spTree>
    <p:extLst>
      <p:ext uri="{BB962C8B-B14F-4D97-AF65-F5344CB8AC3E}">
        <p14:creationId xmlns:p14="http://schemas.microsoft.com/office/powerpoint/2010/main" val="287473"/>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45A6CF-9D63-4426-A595-90BBA49EF4C6}"/>
              </a:ext>
            </a:extLst>
          </p:cNvPr>
          <p:cNvSpPr>
            <a:spLocks noGrp="1"/>
          </p:cNvSpPr>
          <p:nvPr>
            <p:ph type="title"/>
          </p:nvPr>
        </p:nvSpPr>
        <p:spPr/>
        <p:txBody>
          <a:bodyPr/>
          <a:lstStyle/>
          <a:p>
            <a:endParaRPr lang="zh-CN" altLang="en-US"/>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FB4C2E2D-8630-4118-8137-203EDF4B544B}"/>
                  </a:ext>
                </a:extLst>
              </p:cNvPr>
              <p:cNvSpPr>
                <a:spLocks noGrp="1"/>
              </p:cNvSpPr>
              <p:nvPr>
                <p:ph idx="1"/>
              </p:nvPr>
            </p:nvSpPr>
            <p:spPr/>
            <p:txBody>
              <a:bodyPr/>
              <a:lstStyle/>
              <a:p>
                <a:pPr marL="0" indent="0">
                  <a:buNone/>
                </a:pPr>
                <a:r>
                  <a:rPr lang="zh-CN" altLang="en-US" dirty="0"/>
                  <a:t>例：有文法如下</a:t>
                </a:r>
              </a:p>
              <a:p>
                <a:pPr marL="0" indent="0">
                  <a:buNone/>
                </a:pPr>
                <a:r>
                  <a:rPr lang="zh-CN" altLang="en-US" dirty="0"/>
                  <a:t>             （</a:t>
                </a:r>
                <a:r>
                  <a:rPr lang="en-US" altLang="zh-CN" dirty="0"/>
                  <a:t>1</a:t>
                </a:r>
                <a:r>
                  <a:rPr lang="zh-CN" altLang="en-US" dirty="0"/>
                  <a:t>）</a:t>
                </a:r>
                <a14:m>
                  <m:oMath xmlns:m="http://schemas.openxmlformats.org/officeDocument/2006/math">
                    <m:r>
                      <a:rPr lang="en-US" altLang="zh-CN" i="1" dirty="0" smtClean="0">
                        <a:latin typeface="Cambria Math" panose="02040503050406030204" pitchFamily="18" charset="0"/>
                      </a:rPr>
                      <m:t>𝑆</m:t>
                    </m:r>
                    <m:r>
                      <a:rPr lang="en-US" altLang="zh-CN" b="0" i="1" dirty="0" smtClean="0">
                        <a:latin typeface="Cambria Math" panose="02040503050406030204" pitchFamily="18" charset="0"/>
                      </a:rPr>
                      <m:t>→</m:t>
                    </m:r>
                    <m:r>
                      <a:rPr lang="en-US" altLang="zh-CN" i="1" dirty="0" err="1" smtClean="0">
                        <a:latin typeface="Cambria Math" panose="02040503050406030204" pitchFamily="18" charset="0"/>
                      </a:rPr>
                      <m:t>𝐴𝑐𝐵𝑒</m:t>
                    </m:r>
                  </m:oMath>
                </a14:m>
                <a:endParaRPr lang="en-US" altLang="zh-CN" dirty="0"/>
              </a:p>
              <a:p>
                <a:pPr marL="0" indent="0">
                  <a:buNone/>
                </a:pPr>
                <a:r>
                  <a:rPr lang="en-US" altLang="zh-CN" dirty="0"/>
                  <a:t>             </a:t>
                </a:r>
                <a:r>
                  <a:rPr lang="zh-CN" altLang="en-US" dirty="0"/>
                  <a:t>（</a:t>
                </a:r>
                <a:r>
                  <a:rPr lang="en-US" altLang="zh-CN" dirty="0"/>
                  <a:t>2</a:t>
                </a:r>
                <a:r>
                  <a:rPr lang="zh-CN" altLang="en-US" dirty="0"/>
                  <a:t>）</a:t>
                </a:r>
                <a:r>
                  <a:rPr lang="en-US" altLang="zh-CN" dirty="0"/>
                  <a:t>A </a:t>
                </a:r>
                <a14:m>
                  <m:oMath xmlns:m="http://schemas.openxmlformats.org/officeDocument/2006/math">
                    <m:r>
                      <a:rPr lang="en-US" altLang="zh-CN" b="0" i="1" dirty="0" smtClean="0">
                        <a:latin typeface="Cambria Math" panose="02040503050406030204" pitchFamily="18" charset="0"/>
                      </a:rPr>
                      <m:t>→ </m:t>
                    </m:r>
                  </m:oMath>
                </a14:m>
                <a:r>
                  <a:rPr lang="en-US" altLang="zh-CN" dirty="0"/>
                  <a:t>b</a:t>
                </a:r>
              </a:p>
              <a:p>
                <a:pPr marL="0" indent="0">
                  <a:buNone/>
                </a:pPr>
                <a:r>
                  <a:rPr lang="en-US" altLang="zh-CN" dirty="0"/>
                  <a:t>             </a:t>
                </a:r>
                <a:r>
                  <a:rPr lang="zh-CN" altLang="en-US" dirty="0"/>
                  <a:t>（</a:t>
                </a:r>
                <a:r>
                  <a:rPr lang="en-US" altLang="zh-CN" dirty="0"/>
                  <a:t>3</a:t>
                </a:r>
                <a:r>
                  <a:rPr lang="zh-CN" altLang="en-US" dirty="0"/>
                  <a:t>）</a:t>
                </a:r>
                <a:r>
                  <a:rPr lang="en-US" altLang="zh-CN" dirty="0"/>
                  <a:t>A </a:t>
                </a:r>
                <a14:m>
                  <m:oMath xmlns:m="http://schemas.openxmlformats.org/officeDocument/2006/math">
                    <m:r>
                      <a:rPr lang="en-US" altLang="zh-CN" b="0" i="1" dirty="0" smtClean="0">
                        <a:latin typeface="Cambria Math" panose="02040503050406030204" pitchFamily="18" charset="0"/>
                      </a:rPr>
                      <m:t>→ </m:t>
                    </m:r>
                  </m:oMath>
                </a14:m>
                <a:r>
                  <a:rPr lang="en-US" altLang="zh-CN" dirty="0"/>
                  <a:t>Ab</a:t>
                </a:r>
              </a:p>
              <a:p>
                <a:pPr marL="0" indent="0">
                  <a:buNone/>
                </a:pPr>
                <a:r>
                  <a:rPr lang="en-US" altLang="zh-CN" dirty="0"/>
                  <a:t>             </a:t>
                </a:r>
                <a:r>
                  <a:rPr lang="zh-CN" altLang="en-US" dirty="0"/>
                  <a:t>（</a:t>
                </a:r>
                <a:r>
                  <a:rPr lang="en-US" altLang="zh-CN" dirty="0"/>
                  <a:t>4</a:t>
                </a:r>
                <a:r>
                  <a:rPr lang="zh-CN" altLang="en-US" dirty="0"/>
                  <a:t>）</a:t>
                </a:r>
                <a:r>
                  <a:rPr lang="en-US" altLang="zh-CN" dirty="0"/>
                  <a:t>B </a:t>
                </a:r>
                <a14:m>
                  <m:oMath xmlns:m="http://schemas.openxmlformats.org/officeDocument/2006/math">
                    <m:r>
                      <a:rPr lang="en-US" altLang="zh-CN" b="0" i="1" dirty="0" smtClean="0">
                        <a:latin typeface="Cambria Math" panose="02040503050406030204" pitchFamily="18" charset="0"/>
                      </a:rPr>
                      <m:t>→ </m:t>
                    </m:r>
                  </m:oMath>
                </a14:m>
                <a:r>
                  <a:rPr lang="en-US" altLang="zh-CN" dirty="0"/>
                  <a:t>d</a:t>
                </a:r>
              </a:p>
              <a:p>
                <a:pPr marL="0" indent="0">
                  <a:buNone/>
                </a:pPr>
                <a:r>
                  <a:rPr lang="zh-CN" altLang="en-US" dirty="0"/>
                  <a:t>问：语句</a:t>
                </a:r>
                <a:r>
                  <a:rPr lang="en-US" altLang="zh-CN" dirty="0" err="1"/>
                  <a:t>abbcde</a:t>
                </a:r>
                <a:r>
                  <a:rPr lang="zh-CN" altLang="en-US" dirty="0"/>
                  <a:t>是不是该文法的合法语句？</a:t>
                </a:r>
              </a:p>
              <a:p>
                <a:endParaRPr lang="zh-CN" altLang="en-US" dirty="0"/>
              </a:p>
            </p:txBody>
          </p:sp>
        </mc:Choice>
        <mc:Fallback xmlns="">
          <p:sp>
            <p:nvSpPr>
              <p:cNvPr id="3" name="内容占位符 2">
                <a:extLst>
                  <a:ext uri="{FF2B5EF4-FFF2-40B4-BE49-F238E27FC236}">
                    <a16:creationId xmlns:a16="http://schemas.microsoft.com/office/drawing/2014/main" id="{FB4C2E2D-8630-4118-8137-203EDF4B544B}"/>
                  </a:ext>
                </a:extLst>
              </p:cNvPr>
              <p:cNvSpPr>
                <a:spLocks noGrp="1" noRot="1" noChangeAspect="1" noMove="1" noResize="1" noEditPoints="1" noAdjustHandles="1" noChangeArrowheads="1" noChangeShapeType="1" noTextEdit="1"/>
              </p:cNvSpPr>
              <p:nvPr>
                <p:ph idx="1"/>
              </p:nvPr>
            </p:nvSpPr>
            <p:spPr>
              <a:blipFill>
                <a:blip r:embed="rId2"/>
                <a:stretch>
                  <a:fillRect l="-1647" t="-179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33106796"/>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554" name="Group 1026">
            <a:extLst>
              <a:ext uri="{FF2B5EF4-FFF2-40B4-BE49-F238E27FC236}">
                <a16:creationId xmlns:a16="http://schemas.microsoft.com/office/drawing/2014/main" id="{E7347397-862D-46A0-8B6F-728FF537C6C4}"/>
              </a:ext>
            </a:extLst>
          </p:cNvPr>
          <p:cNvGrpSpPr>
            <a:grpSpLocks/>
          </p:cNvGrpSpPr>
          <p:nvPr/>
        </p:nvGrpSpPr>
        <p:grpSpPr bwMode="auto">
          <a:xfrm>
            <a:off x="153988" y="533400"/>
            <a:ext cx="6042026" cy="5984876"/>
            <a:chOff x="96" y="480"/>
            <a:chExt cx="3840" cy="3770"/>
          </a:xfrm>
        </p:grpSpPr>
        <p:sp>
          <p:nvSpPr>
            <p:cNvPr id="23555" name="Rectangle 1027">
              <a:extLst>
                <a:ext uri="{FF2B5EF4-FFF2-40B4-BE49-F238E27FC236}">
                  <a16:creationId xmlns:a16="http://schemas.microsoft.com/office/drawing/2014/main" id="{0EC03B4D-123A-4528-AC22-2BFEA8B22A98}"/>
                </a:ext>
              </a:extLst>
            </p:cNvPr>
            <p:cNvSpPr>
              <a:spLocks noChangeArrowheads="1"/>
            </p:cNvSpPr>
            <p:nvPr/>
          </p:nvSpPr>
          <p:spPr bwMode="auto">
            <a:xfrm>
              <a:off x="3360" y="3946"/>
              <a:ext cx="576"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zh-CN" sz="2000"/>
            </a:p>
          </p:txBody>
        </p:sp>
        <p:sp>
          <p:nvSpPr>
            <p:cNvPr id="23556" name="Rectangle 1028">
              <a:extLst>
                <a:ext uri="{FF2B5EF4-FFF2-40B4-BE49-F238E27FC236}">
                  <a16:creationId xmlns:a16="http://schemas.microsoft.com/office/drawing/2014/main" id="{DA4B2CC7-F286-4770-ADA4-A2240A4A831A}"/>
                </a:ext>
              </a:extLst>
            </p:cNvPr>
            <p:cNvSpPr>
              <a:spLocks noChangeArrowheads="1"/>
            </p:cNvSpPr>
            <p:nvPr/>
          </p:nvSpPr>
          <p:spPr bwMode="auto">
            <a:xfrm>
              <a:off x="2592" y="3946"/>
              <a:ext cx="768"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zh-CN" sz="2000"/>
            </a:p>
          </p:txBody>
        </p:sp>
        <p:sp>
          <p:nvSpPr>
            <p:cNvPr id="23557" name="Rectangle 1029">
              <a:extLst>
                <a:ext uri="{FF2B5EF4-FFF2-40B4-BE49-F238E27FC236}">
                  <a16:creationId xmlns:a16="http://schemas.microsoft.com/office/drawing/2014/main" id="{774AFBBF-5FBA-4962-AE5F-F0DC86EF093E}"/>
                </a:ext>
              </a:extLst>
            </p:cNvPr>
            <p:cNvSpPr>
              <a:spLocks noChangeArrowheads="1"/>
            </p:cNvSpPr>
            <p:nvPr/>
          </p:nvSpPr>
          <p:spPr bwMode="auto">
            <a:xfrm>
              <a:off x="1632" y="3946"/>
              <a:ext cx="960"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zh-CN" sz="2000"/>
            </a:p>
          </p:txBody>
        </p:sp>
        <p:sp>
          <p:nvSpPr>
            <p:cNvPr id="23558" name="Rectangle 1030">
              <a:extLst>
                <a:ext uri="{FF2B5EF4-FFF2-40B4-BE49-F238E27FC236}">
                  <a16:creationId xmlns:a16="http://schemas.microsoft.com/office/drawing/2014/main" id="{327CBB46-0E1B-4682-AC5A-85F2BBDA4614}"/>
                </a:ext>
              </a:extLst>
            </p:cNvPr>
            <p:cNvSpPr>
              <a:spLocks noChangeArrowheads="1"/>
            </p:cNvSpPr>
            <p:nvPr/>
          </p:nvSpPr>
          <p:spPr bwMode="auto">
            <a:xfrm>
              <a:off x="704" y="3946"/>
              <a:ext cx="928"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000"/>
                <a:t>成功</a:t>
              </a:r>
            </a:p>
          </p:txBody>
        </p:sp>
        <p:sp>
          <p:nvSpPr>
            <p:cNvPr id="23559" name="Rectangle 1031">
              <a:extLst>
                <a:ext uri="{FF2B5EF4-FFF2-40B4-BE49-F238E27FC236}">
                  <a16:creationId xmlns:a16="http://schemas.microsoft.com/office/drawing/2014/main" id="{FF4F4BC8-CDD2-4ABA-AC33-070A6BEFD94D}"/>
                </a:ext>
              </a:extLst>
            </p:cNvPr>
            <p:cNvSpPr>
              <a:spLocks noChangeArrowheads="1"/>
            </p:cNvSpPr>
            <p:nvPr/>
          </p:nvSpPr>
          <p:spPr bwMode="auto">
            <a:xfrm>
              <a:off x="96" y="3946"/>
              <a:ext cx="608"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sz="2000"/>
                <a:t>11</a:t>
              </a:r>
            </a:p>
          </p:txBody>
        </p:sp>
        <p:sp>
          <p:nvSpPr>
            <p:cNvPr id="23561" name="Rectangle 1033">
              <a:extLst>
                <a:ext uri="{FF2B5EF4-FFF2-40B4-BE49-F238E27FC236}">
                  <a16:creationId xmlns:a16="http://schemas.microsoft.com/office/drawing/2014/main" id="{DD14C8A5-C4D0-4A17-BC3B-64BCBBF29632}"/>
                </a:ext>
              </a:extLst>
            </p:cNvPr>
            <p:cNvSpPr>
              <a:spLocks noChangeArrowheads="1"/>
            </p:cNvSpPr>
            <p:nvPr/>
          </p:nvSpPr>
          <p:spPr bwMode="auto">
            <a:xfrm>
              <a:off x="2401" y="3659"/>
              <a:ext cx="768"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000" dirty="0"/>
                <a:t>2,3,4,1</a:t>
              </a:r>
            </a:p>
          </p:txBody>
        </p:sp>
        <p:sp>
          <p:nvSpPr>
            <p:cNvPr id="23562" name="Rectangle 1034">
              <a:extLst>
                <a:ext uri="{FF2B5EF4-FFF2-40B4-BE49-F238E27FC236}">
                  <a16:creationId xmlns:a16="http://schemas.microsoft.com/office/drawing/2014/main" id="{4A5D42A4-D8A1-4F26-9930-0B105DAE55D0}"/>
                </a:ext>
              </a:extLst>
            </p:cNvPr>
            <p:cNvSpPr>
              <a:spLocks noChangeArrowheads="1"/>
            </p:cNvSpPr>
            <p:nvPr/>
          </p:nvSpPr>
          <p:spPr bwMode="auto">
            <a:xfrm>
              <a:off x="1019" y="3659"/>
              <a:ext cx="960"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eaLnBrk="1" fontAlgn="ctr" hangingPunct="1">
                <a:buFontTx/>
                <a:buNone/>
              </a:pPr>
              <a:r>
                <a:rPr lang="en-US" altLang="zh-CN" sz="2000" dirty="0"/>
                <a:t>            </a:t>
              </a:r>
              <a:r>
                <a:rPr lang="zh-CN" altLang="en-US" sz="2000" dirty="0"/>
                <a:t>＃</a:t>
              </a:r>
            </a:p>
          </p:txBody>
        </p:sp>
        <p:sp>
          <p:nvSpPr>
            <p:cNvPr id="23563" name="Rectangle 1035">
              <a:extLst>
                <a:ext uri="{FF2B5EF4-FFF2-40B4-BE49-F238E27FC236}">
                  <a16:creationId xmlns:a16="http://schemas.microsoft.com/office/drawing/2014/main" id="{98389B42-421E-466F-A283-CC490EDE25C7}"/>
                </a:ext>
              </a:extLst>
            </p:cNvPr>
            <p:cNvSpPr>
              <a:spLocks noChangeArrowheads="1"/>
            </p:cNvSpPr>
            <p:nvPr/>
          </p:nvSpPr>
          <p:spPr bwMode="auto">
            <a:xfrm>
              <a:off x="704" y="3659"/>
              <a:ext cx="928"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000"/>
                <a:t>＃</a:t>
              </a:r>
              <a:r>
                <a:rPr lang="en-US" altLang="zh-CN" sz="2000"/>
                <a:t>S</a:t>
              </a:r>
            </a:p>
          </p:txBody>
        </p:sp>
        <p:sp>
          <p:nvSpPr>
            <p:cNvPr id="23564" name="Rectangle 1036">
              <a:extLst>
                <a:ext uri="{FF2B5EF4-FFF2-40B4-BE49-F238E27FC236}">
                  <a16:creationId xmlns:a16="http://schemas.microsoft.com/office/drawing/2014/main" id="{8396E17E-7616-4691-96FF-D82D1F6AABBF}"/>
                </a:ext>
              </a:extLst>
            </p:cNvPr>
            <p:cNvSpPr>
              <a:spLocks noChangeArrowheads="1"/>
            </p:cNvSpPr>
            <p:nvPr/>
          </p:nvSpPr>
          <p:spPr bwMode="auto">
            <a:xfrm>
              <a:off x="96" y="3659"/>
              <a:ext cx="608"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sz="2000"/>
                <a:t>10</a:t>
              </a:r>
            </a:p>
          </p:txBody>
        </p:sp>
        <p:sp>
          <p:nvSpPr>
            <p:cNvPr id="23566" name="Rectangle 1038">
              <a:extLst>
                <a:ext uri="{FF2B5EF4-FFF2-40B4-BE49-F238E27FC236}">
                  <a16:creationId xmlns:a16="http://schemas.microsoft.com/office/drawing/2014/main" id="{45FBD5EA-E9D2-4FBD-A036-F44EE19BD909}"/>
                </a:ext>
              </a:extLst>
            </p:cNvPr>
            <p:cNvSpPr>
              <a:spLocks noChangeArrowheads="1"/>
            </p:cNvSpPr>
            <p:nvPr/>
          </p:nvSpPr>
          <p:spPr bwMode="auto">
            <a:xfrm>
              <a:off x="2592" y="3372"/>
              <a:ext cx="768"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zh-CN" sz="2000"/>
            </a:p>
          </p:txBody>
        </p:sp>
        <p:sp>
          <p:nvSpPr>
            <p:cNvPr id="23567" name="Rectangle 1039">
              <a:extLst>
                <a:ext uri="{FF2B5EF4-FFF2-40B4-BE49-F238E27FC236}">
                  <a16:creationId xmlns:a16="http://schemas.microsoft.com/office/drawing/2014/main" id="{9BA5CF98-BFE2-4296-B48D-B781E0BE1517}"/>
                </a:ext>
              </a:extLst>
            </p:cNvPr>
            <p:cNvSpPr>
              <a:spLocks noChangeArrowheads="1"/>
            </p:cNvSpPr>
            <p:nvPr/>
          </p:nvSpPr>
          <p:spPr bwMode="auto">
            <a:xfrm>
              <a:off x="1019" y="3372"/>
              <a:ext cx="960"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eaLnBrk="1" fontAlgn="ctr" hangingPunct="1">
                <a:buFontTx/>
                <a:buNone/>
              </a:pPr>
              <a:r>
                <a:rPr lang="en-US" altLang="zh-CN" sz="2000" dirty="0"/>
                <a:t>            </a:t>
              </a:r>
              <a:r>
                <a:rPr lang="zh-CN" altLang="en-US" sz="2000" dirty="0"/>
                <a:t>＃</a:t>
              </a:r>
            </a:p>
          </p:txBody>
        </p:sp>
        <p:sp>
          <p:nvSpPr>
            <p:cNvPr id="23568" name="Rectangle 1040">
              <a:extLst>
                <a:ext uri="{FF2B5EF4-FFF2-40B4-BE49-F238E27FC236}">
                  <a16:creationId xmlns:a16="http://schemas.microsoft.com/office/drawing/2014/main" id="{E0D97596-D86F-47BC-AC6D-A9F9F9A6271B}"/>
                </a:ext>
              </a:extLst>
            </p:cNvPr>
            <p:cNvSpPr>
              <a:spLocks noChangeArrowheads="1"/>
            </p:cNvSpPr>
            <p:nvPr/>
          </p:nvSpPr>
          <p:spPr bwMode="auto">
            <a:xfrm>
              <a:off x="704" y="3372"/>
              <a:ext cx="928"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000"/>
                <a:t>＃</a:t>
              </a:r>
              <a:r>
                <a:rPr lang="en-US" altLang="zh-CN" sz="2000"/>
                <a:t>aAcBe</a:t>
              </a:r>
            </a:p>
          </p:txBody>
        </p:sp>
        <p:sp>
          <p:nvSpPr>
            <p:cNvPr id="23569" name="Rectangle 1041">
              <a:extLst>
                <a:ext uri="{FF2B5EF4-FFF2-40B4-BE49-F238E27FC236}">
                  <a16:creationId xmlns:a16="http://schemas.microsoft.com/office/drawing/2014/main" id="{A89C01EF-7D9F-4DA2-A7AD-A46735BBCDB5}"/>
                </a:ext>
              </a:extLst>
            </p:cNvPr>
            <p:cNvSpPr>
              <a:spLocks noChangeArrowheads="1"/>
            </p:cNvSpPr>
            <p:nvPr/>
          </p:nvSpPr>
          <p:spPr bwMode="auto">
            <a:xfrm>
              <a:off x="96" y="3372"/>
              <a:ext cx="608"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sz="2000"/>
                <a:t>9</a:t>
              </a:r>
            </a:p>
          </p:txBody>
        </p:sp>
        <p:sp>
          <p:nvSpPr>
            <p:cNvPr id="23571" name="Rectangle 1043">
              <a:extLst>
                <a:ext uri="{FF2B5EF4-FFF2-40B4-BE49-F238E27FC236}">
                  <a16:creationId xmlns:a16="http://schemas.microsoft.com/office/drawing/2014/main" id="{2AA5C4AD-45AF-405A-9878-D83F87D1DB71}"/>
                </a:ext>
              </a:extLst>
            </p:cNvPr>
            <p:cNvSpPr>
              <a:spLocks noChangeArrowheads="1"/>
            </p:cNvSpPr>
            <p:nvPr/>
          </p:nvSpPr>
          <p:spPr bwMode="auto">
            <a:xfrm>
              <a:off x="2401" y="3085"/>
              <a:ext cx="768"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000" dirty="0"/>
                <a:t>2,3,4</a:t>
              </a:r>
            </a:p>
          </p:txBody>
        </p:sp>
        <p:sp>
          <p:nvSpPr>
            <p:cNvPr id="23572" name="Rectangle 1044">
              <a:extLst>
                <a:ext uri="{FF2B5EF4-FFF2-40B4-BE49-F238E27FC236}">
                  <a16:creationId xmlns:a16="http://schemas.microsoft.com/office/drawing/2014/main" id="{9FD59A2F-9C8D-4C50-A37B-E793DC82790F}"/>
                </a:ext>
              </a:extLst>
            </p:cNvPr>
            <p:cNvSpPr>
              <a:spLocks noChangeArrowheads="1"/>
            </p:cNvSpPr>
            <p:nvPr/>
          </p:nvSpPr>
          <p:spPr bwMode="auto">
            <a:xfrm>
              <a:off x="1096" y="3085"/>
              <a:ext cx="960"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eaLnBrk="1" fontAlgn="ctr" hangingPunct="1">
                <a:buFontTx/>
                <a:buNone/>
              </a:pPr>
              <a:r>
                <a:rPr lang="en-US" altLang="zh-CN" sz="2000" dirty="0"/>
                <a:t>           e</a:t>
              </a:r>
              <a:r>
                <a:rPr lang="zh-CN" altLang="en-US" sz="2000" dirty="0"/>
                <a:t>＃</a:t>
              </a:r>
            </a:p>
          </p:txBody>
        </p:sp>
        <p:sp>
          <p:nvSpPr>
            <p:cNvPr id="23573" name="Rectangle 1045">
              <a:extLst>
                <a:ext uri="{FF2B5EF4-FFF2-40B4-BE49-F238E27FC236}">
                  <a16:creationId xmlns:a16="http://schemas.microsoft.com/office/drawing/2014/main" id="{D374CB9A-978C-4107-9542-4EFC6C9DD671}"/>
                </a:ext>
              </a:extLst>
            </p:cNvPr>
            <p:cNvSpPr>
              <a:spLocks noChangeArrowheads="1"/>
            </p:cNvSpPr>
            <p:nvPr/>
          </p:nvSpPr>
          <p:spPr bwMode="auto">
            <a:xfrm>
              <a:off x="704" y="3085"/>
              <a:ext cx="928"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000"/>
                <a:t>＃</a:t>
              </a:r>
              <a:r>
                <a:rPr lang="en-US" altLang="zh-CN" sz="2000"/>
                <a:t>aAcB</a:t>
              </a:r>
            </a:p>
          </p:txBody>
        </p:sp>
        <p:sp>
          <p:nvSpPr>
            <p:cNvPr id="23574" name="Rectangle 1046">
              <a:extLst>
                <a:ext uri="{FF2B5EF4-FFF2-40B4-BE49-F238E27FC236}">
                  <a16:creationId xmlns:a16="http://schemas.microsoft.com/office/drawing/2014/main" id="{761DC7C8-42EA-4541-AA92-EC8F2AB1D244}"/>
                </a:ext>
              </a:extLst>
            </p:cNvPr>
            <p:cNvSpPr>
              <a:spLocks noChangeArrowheads="1"/>
            </p:cNvSpPr>
            <p:nvPr/>
          </p:nvSpPr>
          <p:spPr bwMode="auto">
            <a:xfrm>
              <a:off x="96" y="3085"/>
              <a:ext cx="608"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sz="2000"/>
                <a:t>8</a:t>
              </a:r>
            </a:p>
          </p:txBody>
        </p:sp>
        <p:sp>
          <p:nvSpPr>
            <p:cNvPr id="23576" name="Rectangle 1048">
              <a:extLst>
                <a:ext uri="{FF2B5EF4-FFF2-40B4-BE49-F238E27FC236}">
                  <a16:creationId xmlns:a16="http://schemas.microsoft.com/office/drawing/2014/main" id="{C84FCEE3-1BAE-4D72-9EA8-1ABFEFA96124}"/>
                </a:ext>
              </a:extLst>
            </p:cNvPr>
            <p:cNvSpPr>
              <a:spLocks noChangeArrowheads="1"/>
            </p:cNvSpPr>
            <p:nvPr/>
          </p:nvSpPr>
          <p:spPr bwMode="auto">
            <a:xfrm>
              <a:off x="2592" y="2798"/>
              <a:ext cx="768"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zh-CN" sz="2000"/>
            </a:p>
          </p:txBody>
        </p:sp>
        <p:sp>
          <p:nvSpPr>
            <p:cNvPr id="23577" name="Rectangle 1049">
              <a:extLst>
                <a:ext uri="{FF2B5EF4-FFF2-40B4-BE49-F238E27FC236}">
                  <a16:creationId xmlns:a16="http://schemas.microsoft.com/office/drawing/2014/main" id="{1D2A346B-F69B-4E07-91DA-A4F0A990D83A}"/>
                </a:ext>
              </a:extLst>
            </p:cNvPr>
            <p:cNvSpPr>
              <a:spLocks noChangeArrowheads="1"/>
            </p:cNvSpPr>
            <p:nvPr/>
          </p:nvSpPr>
          <p:spPr bwMode="auto">
            <a:xfrm>
              <a:off x="1105" y="2798"/>
              <a:ext cx="960"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eaLnBrk="1" fontAlgn="ctr" hangingPunct="1">
                <a:buFontTx/>
                <a:buNone/>
              </a:pPr>
              <a:r>
                <a:rPr lang="en-US" altLang="zh-CN" sz="2000" dirty="0"/>
                <a:t>           e</a:t>
              </a:r>
              <a:r>
                <a:rPr lang="zh-CN" altLang="en-US" sz="2000" dirty="0"/>
                <a:t>＃</a:t>
              </a:r>
            </a:p>
          </p:txBody>
        </p:sp>
        <p:sp>
          <p:nvSpPr>
            <p:cNvPr id="23578" name="Rectangle 1050">
              <a:extLst>
                <a:ext uri="{FF2B5EF4-FFF2-40B4-BE49-F238E27FC236}">
                  <a16:creationId xmlns:a16="http://schemas.microsoft.com/office/drawing/2014/main" id="{8671749D-E67E-419E-836A-6EE93E995556}"/>
                </a:ext>
              </a:extLst>
            </p:cNvPr>
            <p:cNvSpPr>
              <a:spLocks noChangeArrowheads="1"/>
            </p:cNvSpPr>
            <p:nvPr/>
          </p:nvSpPr>
          <p:spPr bwMode="auto">
            <a:xfrm>
              <a:off x="704" y="2798"/>
              <a:ext cx="928"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000"/>
                <a:t>＃</a:t>
              </a:r>
              <a:r>
                <a:rPr lang="en-US" altLang="zh-CN" sz="2000"/>
                <a:t>aAcd</a:t>
              </a:r>
            </a:p>
          </p:txBody>
        </p:sp>
        <p:sp>
          <p:nvSpPr>
            <p:cNvPr id="23579" name="Rectangle 1051">
              <a:extLst>
                <a:ext uri="{FF2B5EF4-FFF2-40B4-BE49-F238E27FC236}">
                  <a16:creationId xmlns:a16="http://schemas.microsoft.com/office/drawing/2014/main" id="{96AFFAB6-4789-4386-AF74-B7D289110BC3}"/>
                </a:ext>
              </a:extLst>
            </p:cNvPr>
            <p:cNvSpPr>
              <a:spLocks noChangeArrowheads="1"/>
            </p:cNvSpPr>
            <p:nvPr/>
          </p:nvSpPr>
          <p:spPr bwMode="auto">
            <a:xfrm>
              <a:off x="96" y="2798"/>
              <a:ext cx="608"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sz="2000"/>
                <a:t>7</a:t>
              </a:r>
            </a:p>
          </p:txBody>
        </p:sp>
        <p:sp>
          <p:nvSpPr>
            <p:cNvPr id="23581" name="Rectangle 1053">
              <a:extLst>
                <a:ext uri="{FF2B5EF4-FFF2-40B4-BE49-F238E27FC236}">
                  <a16:creationId xmlns:a16="http://schemas.microsoft.com/office/drawing/2014/main" id="{50C0A28F-44EC-4BAD-81F6-5B2D9A61ABB1}"/>
                </a:ext>
              </a:extLst>
            </p:cNvPr>
            <p:cNvSpPr>
              <a:spLocks noChangeArrowheads="1"/>
            </p:cNvSpPr>
            <p:nvPr/>
          </p:nvSpPr>
          <p:spPr bwMode="auto">
            <a:xfrm>
              <a:off x="2592" y="2511"/>
              <a:ext cx="768"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zh-CN" sz="2000"/>
            </a:p>
          </p:txBody>
        </p:sp>
        <p:sp>
          <p:nvSpPr>
            <p:cNvPr id="23582" name="Rectangle 1054">
              <a:extLst>
                <a:ext uri="{FF2B5EF4-FFF2-40B4-BE49-F238E27FC236}">
                  <a16:creationId xmlns:a16="http://schemas.microsoft.com/office/drawing/2014/main" id="{823770F3-B056-4665-8DA0-B33663EBCD99}"/>
                </a:ext>
              </a:extLst>
            </p:cNvPr>
            <p:cNvSpPr>
              <a:spLocks noChangeArrowheads="1"/>
            </p:cNvSpPr>
            <p:nvPr/>
          </p:nvSpPr>
          <p:spPr bwMode="auto">
            <a:xfrm>
              <a:off x="1148" y="2511"/>
              <a:ext cx="960"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eaLnBrk="1" fontAlgn="ctr" hangingPunct="1">
                <a:buFontTx/>
                <a:buNone/>
              </a:pPr>
              <a:r>
                <a:rPr lang="en-US" altLang="zh-CN" sz="2000" dirty="0"/>
                <a:t>         de</a:t>
              </a:r>
              <a:r>
                <a:rPr lang="zh-CN" altLang="en-US" sz="2000" dirty="0"/>
                <a:t>＃</a:t>
              </a:r>
            </a:p>
          </p:txBody>
        </p:sp>
        <p:sp>
          <p:nvSpPr>
            <p:cNvPr id="23583" name="Rectangle 1055">
              <a:extLst>
                <a:ext uri="{FF2B5EF4-FFF2-40B4-BE49-F238E27FC236}">
                  <a16:creationId xmlns:a16="http://schemas.microsoft.com/office/drawing/2014/main" id="{A46D593D-9E1C-4D1E-8485-262515A8178F}"/>
                </a:ext>
              </a:extLst>
            </p:cNvPr>
            <p:cNvSpPr>
              <a:spLocks noChangeArrowheads="1"/>
            </p:cNvSpPr>
            <p:nvPr/>
          </p:nvSpPr>
          <p:spPr bwMode="auto">
            <a:xfrm>
              <a:off x="704" y="2511"/>
              <a:ext cx="928"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000"/>
                <a:t>＃</a:t>
              </a:r>
              <a:r>
                <a:rPr lang="en-US" altLang="zh-CN" sz="2000"/>
                <a:t>aAc</a:t>
              </a:r>
            </a:p>
          </p:txBody>
        </p:sp>
        <p:sp>
          <p:nvSpPr>
            <p:cNvPr id="23584" name="Rectangle 1056">
              <a:extLst>
                <a:ext uri="{FF2B5EF4-FFF2-40B4-BE49-F238E27FC236}">
                  <a16:creationId xmlns:a16="http://schemas.microsoft.com/office/drawing/2014/main" id="{BF05FA72-DF18-42D0-85EB-FFBB6FE6E144}"/>
                </a:ext>
              </a:extLst>
            </p:cNvPr>
            <p:cNvSpPr>
              <a:spLocks noChangeArrowheads="1"/>
            </p:cNvSpPr>
            <p:nvPr/>
          </p:nvSpPr>
          <p:spPr bwMode="auto">
            <a:xfrm>
              <a:off x="96" y="2511"/>
              <a:ext cx="608"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sz="2000"/>
                <a:t>6</a:t>
              </a:r>
            </a:p>
          </p:txBody>
        </p:sp>
        <p:sp>
          <p:nvSpPr>
            <p:cNvPr id="23586" name="Rectangle 1058">
              <a:extLst>
                <a:ext uri="{FF2B5EF4-FFF2-40B4-BE49-F238E27FC236}">
                  <a16:creationId xmlns:a16="http://schemas.microsoft.com/office/drawing/2014/main" id="{68F9055F-FD21-4E11-BDA7-06D93A3C8E70}"/>
                </a:ext>
              </a:extLst>
            </p:cNvPr>
            <p:cNvSpPr>
              <a:spLocks noChangeArrowheads="1"/>
            </p:cNvSpPr>
            <p:nvPr/>
          </p:nvSpPr>
          <p:spPr bwMode="auto">
            <a:xfrm>
              <a:off x="2358" y="2224"/>
              <a:ext cx="768"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000" dirty="0"/>
                <a:t>2,3</a:t>
              </a:r>
            </a:p>
          </p:txBody>
        </p:sp>
        <p:sp>
          <p:nvSpPr>
            <p:cNvPr id="23587" name="Rectangle 1059">
              <a:extLst>
                <a:ext uri="{FF2B5EF4-FFF2-40B4-BE49-F238E27FC236}">
                  <a16:creationId xmlns:a16="http://schemas.microsoft.com/office/drawing/2014/main" id="{E566F1EE-53FF-428E-9C10-C10077E52DBD}"/>
                </a:ext>
              </a:extLst>
            </p:cNvPr>
            <p:cNvSpPr>
              <a:spLocks noChangeArrowheads="1"/>
            </p:cNvSpPr>
            <p:nvPr/>
          </p:nvSpPr>
          <p:spPr bwMode="auto">
            <a:xfrm>
              <a:off x="1235" y="2224"/>
              <a:ext cx="960"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eaLnBrk="1" fontAlgn="ctr" hangingPunct="1">
                <a:buFontTx/>
                <a:buNone/>
              </a:pPr>
              <a:r>
                <a:rPr lang="en-US" altLang="zh-CN" sz="2000" dirty="0"/>
                <a:t>       </a:t>
              </a:r>
              <a:r>
                <a:rPr lang="en-US" altLang="zh-CN" sz="2000" dirty="0" err="1"/>
                <a:t>cde</a:t>
              </a:r>
              <a:r>
                <a:rPr lang="zh-CN" altLang="en-US" sz="2000" dirty="0"/>
                <a:t>＃</a:t>
              </a:r>
            </a:p>
          </p:txBody>
        </p:sp>
        <p:sp>
          <p:nvSpPr>
            <p:cNvPr id="23588" name="Rectangle 1060">
              <a:extLst>
                <a:ext uri="{FF2B5EF4-FFF2-40B4-BE49-F238E27FC236}">
                  <a16:creationId xmlns:a16="http://schemas.microsoft.com/office/drawing/2014/main" id="{6ED2F54A-5051-428C-85D1-4A67BA8A099E}"/>
                </a:ext>
              </a:extLst>
            </p:cNvPr>
            <p:cNvSpPr>
              <a:spLocks noChangeArrowheads="1"/>
            </p:cNvSpPr>
            <p:nvPr/>
          </p:nvSpPr>
          <p:spPr bwMode="auto">
            <a:xfrm>
              <a:off x="704" y="2224"/>
              <a:ext cx="928"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000"/>
                <a:t>＃</a:t>
              </a:r>
              <a:r>
                <a:rPr lang="en-US" altLang="zh-CN" sz="2000"/>
                <a:t>aA</a:t>
              </a:r>
            </a:p>
          </p:txBody>
        </p:sp>
        <p:sp>
          <p:nvSpPr>
            <p:cNvPr id="23589" name="Rectangle 1061">
              <a:extLst>
                <a:ext uri="{FF2B5EF4-FFF2-40B4-BE49-F238E27FC236}">
                  <a16:creationId xmlns:a16="http://schemas.microsoft.com/office/drawing/2014/main" id="{91648D1D-23D8-426B-A0F0-A5E3D5C1391F}"/>
                </a:ext>
              </a:extLst>
            </p:cNvPr>
            <p:cNvSpPr>
              <a:spLocks noChangeArrowheads="1"/>
            </p:cNvSpPr>
            <p:nvPr/>
          </p:nvSpPr>
          <p:spPr bwMode="auto">
            <a:xfrm>
              <a:off x="96" y="2224"/>
              <a:ext cx="608"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sz="2000"/>
                <a:t>5</a:t>
              </a:r>
            </a:p>
          </p:txBody>
        </p:sp>
        <p:sp>
          <p:nvSpPr>
            <p:cNvPr id="23591" name="Rectangle 1063">
              <a:extLst>
                <a:ext uri="{FF2B5EF4-FFF2-40B4-BE49-F238E27FC236}">
                  <a16:creationId xmlns:a16="http://schemas.microsoft.com/office/drawing/2014/main" id="{6D57E32A-D7DF-4C40-9A11-9212E992EA6F}"/>
                </a:ext>
              </a:extLst>
            </p:cNvPr>
            <p:cNvSpPr>
              <a:spLocks noChangeArrowheads="1"/>
            </p:cNvSpPr>
            <p:nvPr/>
          </p:nvSpPr>
          <p:spPr bwMode="auto">
            <a:xfrm>
              <a:off x="2592" y="1937"/>
              <a:ext cx="768"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zh-CN" sz="2000"/>
            </a:p>
          </p:txBody>
        </p:sp>
        <p:sp>
          <p:nvSpPr>
            <p:cNvPr id="23592" name="Rectangle 1064">
              <a:extLst>
                <a:ext uri="{FF2B5EF4-FFF2-40B4-BE49-F238E27FC236}">
                  <a16:creationId xmlns:a16="http://schemas.microsoft.com/office/drawing/2014/main" id="{A47B5BA5-8445-41BA-A49B-528BD9D8A1CE}"/>
                </a:ext>
              </a:extLst>
            </p:cNvPr>
            <p:cNvSpPr>
              <a:spLocks noChangeArrowheads="1"/>
            </p:cNvSpPr>
            <p:nvPr/>
          </p:nvSpPr>
          <p:spPr bwMode="auto">
            <a:xfrm>
              <a:off x="1235" y="1937"/>
              <a:ext cx="960"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eaLnBrk="1" fontAlgn="ctr" hangingPunct="1">
                <a:buFontTx/>
                <a:buNone/>
              </a:pPr>
              <a:r>
                <a:rPr lang="en-US" altLang="zh-CN" sz="2000" dirty="0"/>
                <a:t>       </a:t>
              </a:r>
              <a:r>
                <a:rPr lang="en-US" altLang="zh-CN" sz="2000" dirty="0" err="1"/>
                <a:t>cde</a:t>
              </a:r>
              <a:r>
                <a:rPr lang="zh-CN" altLang="en-US" sz="2000" dirty="0"/>
                <a:t>＃</a:t>
              </a:r>
            </a:p>
          </p:txBody>
        </p:sp>
        <p:sp>
          <p:nvSpPr>
            <p:cNvPr id="23593" name="Rectangle 1065">
              <a:extLst>
                <a:ext uri="{FF2B5EF4-FFF2-40B4-BE49-F238E27FC236}">
                  <a16:creationId xmlns:a16="http://schemas.microsoft.com/office/drawing/2014/main" id="{F4A503B1-B883-4C9C-BD03-70C57A47A62D}"/>
                </a:ext>
              </a:extLst>
            </p:cNvPr>
            <p:cNvSpPr>
              <a:spLocks noChangeArrowheads="1"/>
            </p:cNvSpPr>
            <p:nvPr/>
          </p:nvSpPr>
          <p:spPr bwMode="auto">
            <a:xfrm>
              <a:off x="704" y="1937"/>
              <a:ext cx="928"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000"/>
                <a:t>＃</a:t>
              </a:r>
              <a:r>
                <a:rPr lang="en-US" altLang="zh-CN" sz="2000"/>
                <a:t>aAb</a:t>
              </a:r>
            </a:p>
          </p:txBody>
        </p:sp>
        <p:sp>
          <p:nvSpPr>
            <p:cNvPr id="23594" name="Rectangle 1066">
              <a:extLst>
                <a:ext uri="{FF2B5EF4-FFF2-40B4-BE49-F238E27FC236}">
                  <a16:creationId xmlns:a16="http://schemas.microsoft.com/office/drawing/2014/main" id="{DB095921-C0BC-4B0E-8CD9-5FF7B7CEBFD6}"/>
                </a:ext>
              </a:extLst>
            </p:cNvPr>
            <p:cNvSpPr>
              <a:spLocks noChangeArrowheads="1"/>
            </p:cNvSpPr>
            <p:nvPr/>
          </p:nvSpPr>
          <p:spPr bwMode="auto">
            <a:xfrm>
              <a:off x="96" y="1937"/>
              <a:ext cx="608"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sz="2000"/>
                <a:t>4</a:t>
              </a:r>
            </a:p>
          </p:txBody>
        </p:sp>
        <p:sp>
          <p:nvSpPr>
            <p:cNvPr id="23596" name="Rectangle 1068">
              <a:extLst>
                <a:ext uri="{FF2B5EF4-FFF2-40B4-BE49-F238E27FC236}">
                  <a16:creationId xmlns:a16="http://schemas.microsoft.com/office/drawing/2014/main" id="{C4596BD3-F383-4902-A611-B877420833AD}"/>
                </a:ext>
              </a:extLst>
            </p:cNvPr>
            <p:cNvSpPr>
              <a:spLocks noChangeArrowheads="1"/>
            </p:cNvSpPr>
            <p:nvPr/>
          </p:nvSpPr>
          <p:spPr bwMode="auto">
            <a:xfrm>
              <a:off x="2358" y="1650"/>
              <a:ext cx="768"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000" dirty="0"/>
                <a:t>2</a:t>
              </a:r>
            </a:p>
          </p:txBody>
        </p:sp>
        <p:sp>
          <p:nvSpPr>
            <p:cNvPr id="23597" name="Rectangle 1069">
              <a:extLst>
                <a:ext uri="{FF2B5EF4-FFF2-40B4-BE49-F238E27FC236}">
                  <a16:creationId xmlns:a16="http://schemas.microsoft.com/office/drawing/2014/main" id="{E27037EB-86D5-4E0F-98FD-626E7CEDF9CB}"/>
                </a:ext>
              </a:extLst>
            </p:cNvPr>
            <p:cNvSpPr>
              <a:spLocks noChangeArrowheads="1"/>
            </p:cNvSpPr>
            <p:nvPr/>
          </p:nvSpPr>
          <p:spPr bwMode="auto">
            <a:xfrm>
              <a:off x="1321" y="1650"/>
              <a:ext cx="960"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eaLnBrk="1" fontAlgn="ctr" hangingPunct="1">
                <a:buFontTx/>
                <a:buNone/>
              </a:pPr>
              <a:r>
                <a:rPr lang="en-US" altLang="zh-CN" sz="2000" dirty="0"/>
                <a:t>     </a:t>
              </a:r>
              <a:r>
                <a:rPr lang="en-US" altLang="zh-CN" sz="2000" dirty="0" err="1"/>
                <a:t>bcde</a:t>
              </a:r>
              <a:r>
                <a:rPr lang="zh-CN" altLang="en-US" sz="2000" dirty="0"/>
                <a:t>＃</a:t>
              </a:r>
            </a:p>
          </p:txBody>
        </p:sp>
        <p:sp>
          <p:nvSpPr>
            <p:cNvPr id="23598" name="Rectangle 1070">
              <a:extLst>
                <a:ext uri="{FF2B5EF4-FFF2-40B4-BE49-F238E27FC236}">
                  <a16:creationId xmlns:a16="http://schemas.microsoft.com/office/drawing/2014/main" id="{8C3BD408-7249-4AC7-8782-518BE68AD403}"/>
                </a:ext>
              </a:extLst>
            </p:cNvPr>
            <p:cNvSpPr>
              <a:spLocks noChangeArrowheads="1"/>
            </p:cNvSpPr>
            <p:nvPr/>
          </p:nvSpPr>
          <p:spPr bwMode="auto">
            <a:xfrm>
              <a:off x="704" y="1650"/>
              <a:ext cx="928"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000"/>
                <a:t>＃</a:t>
              </a:r>
              <a:r>
                <a:rPr lang="en-US" altLang="zh-CN" sz="2000"/>
                <a:t>aA</a:t>
              </a:r>
            </a:p>
          </p:txBody>
        </p:sp>
        <p:sp>
          <p:nvSpPr>
            <p:cNvPr id="23599" name="Rectangle 1071">
              <a:extLst>
                <a:ext uri="{FF2B5EF4-FFF2-40B4-BE49-F238E27FC236}">
                  <a16:creationId xmlns:a16="http://schemas.microsoft.com/office/drawing/2014/main" id="{137C9030-4982-4578-BEC4-1A686B049181}"/>
                </a:ext>
              </a:extLst>
            </p:cNvPr>
            <p:cNvSpPr>
              <a:spLocks noChangeArrowheads="1"/>
            </p:cNvSpPr>
            <p:nvPr/>
          </p:nvSpPr>
          <p:spPr bwMode="auto">
            <a:xfrm>
              <a:off x="96" y="1650"/>
              <a:ext cx="608"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sz="2000"/>
                <a:t>3</a:t>
              </a:r>
            </a:p>
          </p:txBody>
        </p:sp>
        <p:sp>
          <p:nvSpPr>
            <p:cNvPr id="23600" name="Rectangle 1072">
              <a:extLst>
                <a:ext uri="{FF2B5EF4-FFF2-40B4-BE49-F238E27FC236}">
                  <a16:creationId xmlns:a16="http://schemas.microsoft.com/office/drawing/2014/main" id="{496346B0-31F8-45D8-8757-ED0DF06B2965}"/>
                </a:ext>
              </a:extLst>
            </p:cNvPr>
            <p:cNvSpPr>
              <a:spLocks noChangeArrowheads="1"/>
            </p:cNvSpPr>
            <p:nvPr/>
          </p:nvSpPr>
          <p:spPr bwMode="auto">
            <a:xfrm>
              <a:off x="3084" y="1373"/>
              <a:ext cx="576"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000" dirty="0"/>
                <a:t>移进</a:t>
              </a:r>
            </a:p>
          </p:txBody>
        </p:sp>
        <p:sp>
          <p:nvSpPr>
            <p:cNvPr id="23601" name="Rectangle 1073">
              <a:extLst>
                <a:ext uri="{FF2B5EF4-FFF2-40B4-BE49-F238E27FC236}">
                  <a16:creationId xmlns:a16="http://schemas.microsoft.com/office/drawing/2014/main" id="{2378AF9B-132C-4932-A8DE-9E2267C0F0C1}"/>
                </a:ext>
              </a:extLst>
            </p:cNvPr>
            <p:cNvSpPr>
              <a:spLocks noChangeArrowheads="1"/>
            </p:cNvSpPr>
            <p:nvPr/>
          </p:nvSpPr>
          <p:spPr bwMode="auto">
            <a:xfrm>
              <a:off x="2592" y="1363"/>
              <a:ext cx="768"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zh-CN" sz="2000"/>
            </a:p>
          </p:txBody>
        </p:sp>
        <p:sp>
          <p:nvSpPr>
            <p:cNvPr id="23602" name="Rectangle 1074">
              <a:extLst>
                <a:ext uri="{FF2B5EF4-FFF2-40B4-BE49-F238E27FC236}">
                  <a16:creationId xmlns:a16="http://schemas.microsoft.com/office/drawing/2014/main" id="{2B4C887A-DDBC-4241-953C-EC1E40F36896}"/>
                </a:ext>
              </a:extLst>
            </p:cNvPr>
            <p:cNvSpPr>
              <a:spLocks noChangeArrowheads="1"/>
            </p:cNvSpPr>
            <p:nvPr/>
          </p:nvSpPr>
          <p:spPr bwMode="auto">
            <a:xfrm>
              <a:off x="1321" y="1363"/>
              <a:ext cx="960"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eaLnBrk="1" fontAlgn="ctr" hangingPunct="1">
                <a:buFontTx/>
                <a:buNone/>
              </a:pPr>
              <a:r>
                <a:rPr lang="en-US" altLang="zh-CN" sz="2000" dirty="0"/>
                <a:t>     </a:t>
              </a:r>
              <a:r>
                <a:rPr lang="en-US" altLang="zh-CN" sz="2000" dirty="0" err="1"/>
                <a:t>bcde</a:t>
              </a:r>
              <a:r>
                <a:rPr lang="zh-CN" altLang="en-US" sz="2000" dirty="0"/>
                <a:t>＃</a:t>
              </a:r>
            </a:p>
          </p:txBody>
        </p:sp>
        <p:sp>
          <p:nvSpPr>
            <p:cNvPr id="23603" name="Rectangle 1075">
              <a:extLst>
                <a:ext uri="{FF2B5EF4-FFF2-40B4-BE49-F238E27FC236}">
                  <a16:creationId xmlns:a16="http://schemas.microsoft.com/office/drawing/2014/main" id="{39D13728-858D-401A-BFA8-B6879B5DF5A5}"/>
                </a:ext>
              </a:extLst>
            </p:cNvPr>
            <p:cNvSpPr>
              <a:spLocks noChangeArrowheads="1"/>
            </p:cNvSpPr>
            <p:nvPr/>
          </p:nvSpPr>
          <p:spPr bwMode="auto">
            <a:xfrm>
              <a:off x="704" y="1363"/>
              <a:ext cx="928"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000"/>
                <a:t>＃</a:t>
              </a:r>
              <a:r>
                <a:rPr lang="en-US" altLang="zh-CN" sz="2000"/>
                <a:t>ab</a:t>
              </a:r>
            </a:p>
          </p:txBody>
        </p:sp>
        <p:sp>
          <p:nvSpPr>
            <p:cNvPr id="23604" name="Rectangle 1076">
              <a:extLst>
                <a:ext uri="{FF2B5EF4-FFF2-40B4-BE49-F238E27FC236}">
                  <a16:creationId xmlns:a16="http://schemas.microsoft.com/office/drawing/2014/main" id="{AAAD185A-265B-4361-A871-7ADBCF825272}"/>
                </a:ext>
              </a:extLst>
            </p:cNvPr>
            <p:cNvSpPr>
              <a:spLocks noChangeArrowheads="1"/>
            </p:cNvSpPr>
            <p:nvPr/>
          </p:nvSpPr>
          <p:spPr bwMode="auto">
            <a:xfrm>
              <a:off x="96" y="1363"/>
              <a:ext cx="608"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sz="2000"/>
                <a:t>2</a:t>
              </a:r>
            </a:p>
          </p:txBody>
        </p:sp>
        <p:sp>
          <p:nvSpPr>
            <p:cNvPr id="23605" name="Rectangle 1077">
              <a:extLst>
                <a:ext uri="{FF2B5EF4-FFF2-40B4-BE49-F238E27FC236}">
                  <a16:creationId xmlns:a16="http://schemas.microsoft.com/office/drawing/2014/main" id="{FAFCA339-AB55-4EBC-B500-62FF3ABF683C}"/>
                </a:ext>
              </a:extLst>
            </p:cNvPr>
            <p:cNvSpPr>
              <a:spLocks noChangeArrowheads="1"/>
            </p:cNvSpPr>
            <p:nvPr/>
          </p:nvSpPr>
          <p:spPr bwMode="auto">
            <a:xfrm>
              <a:off x="3079" y="1098"/>
              <a:ext cx="576"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000" dirty="0"/>
                <a:t>移进</a:t>
              </a:r>
            </a:p>
          </p:txBody>
        </p:sp>
        <p:sp>
          <p:nvSpPr>
            <p:cNvPr id="23606" name="Rectangle 1078">
              <a:extLst>
                <a:ext uri="{FF2B5EF4-FFF2-40B4-BE49-F238E27FC236}">
                  <a16:creationId xmlns:a16="http://schemas.microsoft.com/office/drawing/2014/main" id="{CC90808E-6D12-4A29-A6FD-684974AB7FA0}"/>
                </a:ext>
              </a:extLst>
            </p:cNvPr>
            <p:cNvSpPr>
              <a:spLocks noChangeArrowheads="1"/>
            </p:cNvSpPr>
            <p:nvPr/>
          </p:nvSpPr>
          <p:spPr bwMode="auto">
            <a:xfrm>
              <a:off x="2592" y="1076"/>
              <a:ext cx="768"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zh-CN" sz="2000"/>
            </a:p>
          </p:txBody>
        </p:sp>
        <p:sp>
          <p:nvSpPr>
            <p:cNvPr id="23607" name="Rectangle 1079">
              <a:extLst>
                <a:ext uri="{FF2B5EF4-FFF2-40B4-BE49-F238E27FC236}">
                  <a16:creationId xmlns:a16="http://schemas.microsoft.com/office/drawing/2014/main" id="{2ED85732-65D2-41EA-B832-29BB128BF653}"/>
                </a:ext>
              </a:extLst>
            </p:cNvPr>
            <p:cNvSpPr>
              <a:spLocks noChangeArrowheads="1"/>
            </p:cNvSpPr>
            <p:nvPr/>
          </p:nvSpPr>
          <p:spPr bwMode="auto">
            <a:xfrm>
              <a:off x="1398" y="1076"/>
              <a:ext cx="960"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eaLnBrk="1" fontAlgn="ctr" hangingPunct="1">
                <a:buFontTx/>
                <a:buNone/>
              </a:pPr>
              <a:r>
                <a:rPr lang="en-US" altLang="zh-CN" sz="2000" dirty="0"/>
                <a:t>   </a:t>
              </a:r>
              <a:r>
                <a:rPr lang="en-US" altLang="zh-CN" sz="2000" dirty="0" err="1"/>
                <a:t>bbcde</a:t>
              </a:r>
              <a:r>
                <a:rPr lang="zh-CN" altLang="en-US" sz="2000" dirty="0"/>
                <a:t>＃</a:t>
              </a:r>
            </a:p>
          </p:txBody>
        </p:sp>
        <p:sp>
          <p:nvSpPr>
            <p:cNvPr id="23608" name="Rectangle 1080">
              <a:extLst>
                <a:ext uri="{FF2B5EF4-FFF2-40B4-BE49-F238E27FC236}">
                  <a16:creationId xmlns:a16="http://schemas.microsoft.com/office/drawing/2014/main" id="{130478F7-C961-4553-A625-6F39D5673C33}"/>
                </a:ext>
              </a:extLst>
            </p:cNvPr>
            <p:cNvSpPr>
              <a:spLocks noChangeArrowheads="1"/>
            </p:cNvSpPr>
            <p:nvPr/>
          </p:nvSpPr>
          <p:spPr bwMode="auto">
            <a:xfrm>
              <a:off x="704" y="1076"/>
              <a:ext cx="928"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000"/>
                <a:t>＃</a:t>
              </a:r>
              <a:r>
                <a:rPr lang="en-US" altLang="zh-CN" sz="2000"/>
                <a:t>a</a:t>
              </a:r>
            </a:p>
          </p:txBody>
        </p:sp>
        <p:sp>
          <p:nvSpPr>
            <p:cNvPr id="23609" name="Rectangle 1081">
              <a:extLst>
                <a:ext uri="{FF2B5EF4-FFF2-40B4-BE49-F238E27FC236}">
                  <a16:creationId xmlns:a16="http://schemas.microsoft.com/office/drawing/2014/main" id="{66E68118-A9E2-42BF-94FA-CF688D6886E1}"/>
                </a:ext>
              </a:extLst>
            </p:cNvPr>
            <p:cNvSpPr>
              <a:spLocks noChangeArrowheads="1"/>
            </p:cNvSpPr>
            <p:nvPr/>
          </p:nvSpPr>
          <p:spPr bwMode="auto">
            <a:xfrm>
              <a:off x="96" y="1076"/>
              <a:ext cx="608"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sz="2000"/>
                <a:t>1</a:t>
              </a:r>
            </a:p>
          </p:txBody>
        </p:sp>
        <p:sp>
          <p:nvSpPr>
            <p:cNvPr id="23610" name="Rectangle 1082">
              <a:extLst>
                <a:ext uri="{FF2B5EF4-FFF2-40B4-BE49-F238E27FC236}">
                  <a16:creationId xmlns:a16="http://schemas.microsoft.com/office/drawing/2014/main" id="{DB2A0150-D738-42E9-8EE9-D405C3DBE990}"/>
                </a:ext>
              </a:extLst>
            </p:cNvPr>
            <p:cNvSpPr>
              <a:spLocks noChangeArrowheads="1"/>
            </p:cNvSpPr>
            <p:nvPr/>
          </p:nvSpPr>
          <p:spPr bwMode="auto">
            <a:xfrm>
              <a:off x="3360" y="789"/>
              <a:ext cx="576"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zh-CN" sz="2000"/>
            </a:p>
          </p:txBody>
        </p:sp>
        <p:sp>
          <p:nvSpPr>
            <p:cNvPr id="23611" name="Rectangle 1083">
              <a:extLst>
                <a:ext uri="{FF2B5EF4-FFF2-40B4-BE49-F238E27FC236}">
                  <a16:creationId xmlns:a16="http://schemas.microsoft.com/office/drawing/2014/main" id="{2E9F0568-F8F4-43FA-B74E-7DFB8FBBD125}"/>
                </a:ext>
              </a:extLst>
            </p:cNvPr>
            <p:cNvSpPr>
              <a:spLocks noChangeArrowheads="1"/>
            </p:cNvSpPr>
            <p:nvPr/>
          </p:nvSpPr>
          <p:spPr bwMode="auto">
            <a:xfrm>
              <a:off x="2592" y="789"/>
              <a:ext cx="768"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zh-CN" sz="2000"/>
            </a:p>
          </p:txBody>
        </p:sp>
        <p:sp>
          <p:nvSpPr>
            <p:cNvPr id="23612" name="Rectangle 1084">
              <a:extLst>
                <a:ext uri="{FF2B5EF4-FFF2-40B4-BE49-F238E27FC236}">
                  <a16:creationId xmlns:a16="http://schemas.microsoft.com/office/drawing/2014/main" id="{881ACFCE-B24D-4911-8F05-129EADBB63B4}"/>
                </a:ext>
              </a:extLst>
            </p:cNvPr>
            <p:cNvSpPr>
              <a:spLocks noChangeArrowheads="1"/>
            </p:cNvSpPr>
            <p:nvPr/>
          </p:nvSpPr>
          <p:spPr bwMode="auto">
            <a:xfrm>
              <a:off x="1451" y="789"/>
              <a:ext cx="816"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eaLnBrk="1" fontAlgn="ctr" hangingPunct="1">
                <a:buFontTx/>
                <a:buNone/>
              </a:pPr>
              <a:r>
                <a:rPr lang="en-US" altLang="zh-CN" sz="2000" dirty="0"/>
                <a:t> </a:t>
              </a:r>
              <a:r>
                <a:rPr lang="en-US" altLang="zh-CN" sz="2000" dirty="0" err="1"/>
                <a:t>abbcde</a:t>
              </a:r>
              <a:r>
                <a:rPr lang="zh-CN" altLang="en-US" sz="2000" dirty="0"/>
                <a:t>＃</a:t>
              </a:r>
            </a:p>
          </p:txBody>
        </p:sp>
        <p:sp>
          <p:nvSpPr>
            <p:cNvPr id="23613" name="Rectangle 1085">
              <a:extLst>
                <a:ext uri="{FF2B5EF4-FFF2-40B4-BE49-F238E27FC236}">
                  <a16:creationId xmlns:a16="http://schemas.microsoft.com/office/drawing/2014/main" id="{F4B25396-78D8-437F-AA49-05769141FB24}"/>
                </a:ext>
              </a:extLst>
            </p:cNvPr>
            <p:cNvSpPr>
              <a:spLocks noChangeArrowheads="1"/>
            </p:cNvSpPr>
            <p:nvPr/>
          </p:nvSpPr>
          <p:spPr bwMode="auto">
            <a:xfrm>
              <a:off x="704" y="789"/>
              <a:ext cx="928"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000"/>
                <a:t>＃</a:t>
              </a:r>
            </a:p>
          </p:txBody>
        </p:sp>
        <p:sp>
          <p:nvSpPr>
            <p:cNvPr id="23614" name="Rectangle 1086">
              <a:extLst>
                <a:ext uri="{FF2B5EF4-FFF2-40B4-BE49-F238E27FC236}">
                  <a16:creationId xmlns:a16="http://schemas.microsoft.com/office/drawing/2014/main" id="{4847615E-EA93-45CD-9C38-5B807DB2F4DF}"/>
                </a:ext>
              </a:extLst>
            </p:cNvPr>
            <p:cNvSpPr>
              <a:spLocks noChangeArrowheads="1"/>
            </p:cNvSpPr>
            <p:nvPr/>
          </p:nvSpPr>
          <p:spPr bwMode="auto">
            <a:xfrm>
              <a:off x="96" y="789"/>
              <a:ext cx="608"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sz="2000"/>
                <a:t>0</a:t>
              </a:r>
            </a:p>
          </p:txBody>
        </p:sp>
        <p:sp>
          <p:nvSpPr>
            <p:cNvPr id="23615" name="Rectangle 1087">
              <a:extLst>
                <a:ext uri="{FF2B5EF4-FFF2-40B4-BE49-F238E27FC236}">
                  <a16:creationId xmlns:a16="http://schemas.microsoft.com/office/drawing/2014/main" id="{53D134AE-4AC8-4500-A25B-9CBE45A3BF3F}"/>
                </a:ext>
              </a:extLst>
            </p:cNvPr>
            <p:cNvSpPr>
              <a:spLocks noChangeArrowheads="1"/>
            </p:cNvSpPr>
            <p:nvPr/>
          </p:nvSpPr>
          <p:spPr bwMode="auto">
            <a:xfrm>
              <a:off x="3050" y="480"/>
              <a:ext cx="576"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zh-CN" altLang="en-US" sz="2000"/>
                <a:t>动作</a:t>
              </a:r>
            </a:p>
          </p:txBody>
        </p:sp>
        <p:sp>
          <p:nvSpPr>
            <p:cNvPr id="23616" name="Rectangle 1088">
              <a:extLst>
                <a:ext uri="{FF2B5EF4-FFF2-40B4-BE49-F238E27FC236}">
                  <a16:creationId xmlns:a16="http://schemas.microsoft.com/office/drawing/2014/main" id="{A28D52C2-DED9-4938-8582-13FD913A9E78}"/>
                </a:ext>
              </a:extLst>
            </p:cNvPr>
            <p:cNvSpPr>
              <a:spLocks noChangeArrowheads="1"/>
            </p:cNvSpPr>
            <p:nvPr/>
          </p:nvSpPr>
          <p:spPr bwMode="auto">
            <a:xfrm>
              <a:off x="2358" y="497"/>
              <a:ext cx="768"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zh-CN" altLang="en-US" sz="2000" dirty="0"/>
                <a:t>输出带</a:t>
              </a:r>
            </a:p>
          </p:txBody>
        </p:sp>
        <p:sp>
          <p:nvSpPr>
            <p:cNvPr id="23617" name="Rectangle 1089">
              <a:extLst>
                <a:ext uri="{FF2B5EF4-FFF2-40B4-BE49-F238E27FC236}">
                  <a16:creationId xmlns:a16="http://schemas.microsoft.com/office/drawing/2014/main" id="{1491D1D9-711A-4911-B4CA-F1E699C39CE7}"/>
                </a:ext>
              </a:extLst>
            </p:cNvPr>
            <p:cNvSpPr>
              <a:spLocks noChangeArrowheads="1"/>
            </p:cNvSpPr>
            <p:nvPr/>
          </p:nvSpPr>
          <p:spPr bwMode="auto">
            <a:xfrm>
              <a:off x="1494" y="480"/>
              <a:ext cx="864"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zh-CN" altLang="en-US" sz="2000" dirty="0"/>
                <a:t>输入串</a:t>
              </a:r>
            </a:p>
          </p:txBody>
        </p:sp>
        <p:sp>
          <p:nvSpPr>
            <p:cNvPr id="23618" name="Rectangle 1090">
              <a:extLst>
                <a:ext uri="{FF2B5EF4-FFF2-40B4-BE49-F238E27FC236}">
                  <a16:creationId xmlns:a16="http://schemas.microsoft.com/office/drawing/2014/main" id="{44165C9A-FE7F-474F-BCF7-70F2C20B7418}"/>
                </a:ext>
              </a:extLst>
            </p:cNvPr>
            <p:cNvSpPr>
              <a:spLocks noChangeArrowheads="1"/>
            </p:cNvSpPr>
            <p:nvPr/>
          </p:nvSpPr>
          <p:spPr bwMode="auto">
            <a:xfrm>
              <a:off x="704" y="480"/>
              <a:ext cx="928"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zh-CN" altLang="en-US" sz="2000"/>
                <a:t>栈</a:t>
              </a:r>
            </a:p>
          </p:txBody>
        </p:sp>
        <p:sp>
          <p:nvSpPr>
            <p:cNvPr id="23619" name="Rectangle 1091">
              <a:extLst>
                <a:ext uri="{FF2B5EF4-FFF2-40B4-BE49-F238E27FC236}">
                  <a16:creationId xmlns:a16="http://schemas.microsoft.com/office/drawing/2014/main" id="{8BF08C08-6587-415B-AFB3-4F23A22AC361}"/>
                </a:ext>
              </a:extLst>
            </p:cNvPr>
            <p:cNvSpPr>
              <a:spLocks noChangeArrowheads="1"/>
            </p:cNvSpPr>
            <p:nvPr/>
          </p:nvSpPr>
          <p:spPr bwMode="auto">
            <a:xfrm>
              <a:off x="96" y="480"/>
              <a:ext cx="608"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zh-CN" altLang="en-US" sz="2000"/>
                <a:t>步骤</a:t>
              </a:r>
            </a:p>
          </p:txBody>
        </p:sp>
        <p:sp>
          <p:nvSpPr>
            <p:cNvPr id="23620" name="Line 1092">
              <a:extLst>
                <a:ext uri="{FF2B5EF4-FFF2-40B4-BE49-F238E27FC236}">
                  <a16:creationId xmlns:a16="http://schemas.microsoft.com/office/drawing/2014/main" id="{99EF2B41-F6BF-4E1F-9923-D58B77645761}"/>
                </a:ext>
              </a:extLst>
            </p:cNvPr>
            <p:cNvSpPr>
              <a:spLocks noChangeShapeType="1"/>
            </p:cNvSpPr>
            <p:nvPr/>
          </p:nvSpPr>
          <p:spPr bwMode="auto">
            <a:xfrm>
              <a:off x="96" y="480"/>
              <a:ext cx="3571" cy="5"/>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23621" name="Line 1093">
              <a:extLst>
                <a:ext uri="{FF2B5EF4-FFF2-40B4-BE49-F238E27FC236}">
                  <a16:creationId xmlns:a16="http://schemas.microsoft.com/office/drawing/2014/main" id="{B38EEDEA-DD0D-40A2-AB7E-FFEC452972B8}"/>
                </a:ext>
              </a:extLst>
            </p:cNvPr>
            <p:cNvSpPr>
              <a:spLocks noChangeShapeType="1"/>
            </p:cNvSpPr>
            <p:nvPr/>
          </p:nvSpPr>
          <p:spPr bwMode="auto">
            <a:xfrm>
              <a:off x="96" y="789"/>
              <a:ext cx="3559" cy="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23622" name="Line 1094">
              <a:extLst>
                <a:ext uri="{FF2B5EF4-FFF2-40B4-BE49-F238E27FC236}">
                  <a16:creationId xmlns:a16="http://schemas.microsoft.com/office/drawing/2014/main" id="{3B697450-41FC-49A6-8212-E659668141F2}"/>
                </a:ext>
              </a:extLst>
            </p:cNvPr>
            <p:cNvSpPr>
              <a:spLocks noChangeShapeType="1"/>
            </p:cNvSpPr>
            <p:nvPr/>
          </p:nvSpPr>
          <p:spPr bwMode="auto">
            <a:xfrm flipV="1">
              <a:off x="96" y="1076"/>
              <a:ext cx="356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23623" name="Line 1095">
              <a:extLst>
                <a:ext uri="{FF2B5EF4-FFF2-40B4-BE49-F238E27FC236}">
                  <a16:creationId xmlns:a16="http://schemas.microsoft.com/office/drawing/2014/main" id="{FF269E65-2752-4A53-915A-7E9365ED1F13}"/>
                </a:ext>
              </a:extLst>
            </p:cNvPr>
            <p:cNvSpPr>
              <a:spLocks noChangeShapeType="1"/>
            </p:cNvSpPr>
            <p:nvPr/>
          </p:nvSpPr>
          <p:spPr bwMode="auto">
            <a:xfrm>
              <a:off x="96" y="1363"/>
              <a:ext cx="3571" cy="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23624" name="Line 1096">
              <a:extLst>
                <a:ext uri="{FF2B5EF4-FFF2-40B4-BE49-F238E27FC236}">
                  <a16:creationId xmlns:a16="http://schemas.microsoft.com/office/drawing/2014/main" id="{D0FA13BE-629E-49C3-B768-04BE452096B0}"/>
                </a:ext>
              </a:extLst>
            </p:cNvPr>
            <p:cNvSpPr>
              <a:spLocks noChangeShapeType="1"/>
            </p:cNvSpPr>
            <p:nvPr/>
          </p:nvSpPr>
          <p:spPr bwMode="auto">
            <a:xfrm>
              <a:off x="96" y="1650"/>
              <a:ext cx="3564" cy="1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23625" name="Line 1097">
              <a:extLst>
                <a:ext uri="{FF2B5EF4-FFF2-40B4-BE49-F238E27FC236}">
                  <a16:creationId xmlns:a16="http://schemas.microsoft.com/office/drawing/2014/main" id="{36BFF744-32EB-435A-8C56-CADDE6FD171C}"/>
                </a:ext>
              </a:extLst>
            </p:cNvPr>
            <p:cNvSpPr>
              <a:spLocks noChangeShapeType="1"/>
            </p:cNvSpPr>
            <p:nvPr/>
          </p:nvSpPr>
          <p:spPr bwMode="auto">
            <a:xfrm>
              <a:off x="96" y="1937"/>
              <a:ext cx="3571"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23626" name="Line 1098">
              <a:extLst>
                <a:ext uri="{FF2B5EF4-FFF2-40B4-BE49-F238E27FC236}">
                  <a16:creationId xmlns:a16="http://schemas.microsoft.com/office/drawing/2014/main" id="{605F6846-47EE-426F-84C8-1DC9E6108FA2}"/>
                </a:ext>
              </a:extLst>
            </p:cNvPr>
            <p:cNvSpPr>
              <a:spLocks noChangeShapeType="1"/>
            </p:cNvSpPr>
            <p:nvPr/>
          </p:nvSpPr>
          <p:spPr bwMode="auto">
            <a:xfrm flipV="1">
              <a:off x="96" y="2224"/>
              <a:ext cx="355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23627" name="Line 1099">
              <a:extLst>
                <a:ext uri="{FF2B5EF4-FFF2-40B4-BE49-F238E27FC236}">
                  <a16:creationId xmlns:a16="http://schemas.microsoft.com/office/drawing/2014/main" id="{3525E413-7762-4DFE-BFA8-FBC76F6E4544}"/>
                </a:ext>
              </a:extLst>
            </p:cNvPr>
            <p:cNvSpPr>
              <a:spLocks noChangeShapeType="1"/>
            </p:cNvSpPr>
            <p:nvPr/>
          </p:nvSpPr>
          <p:spPr bwMode="auto">
            <a:xfrm flipV="1">
              <a:off x="96" y="2511"/>
              <a:ext cx="355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23628" name="Line 1100">
              <a:extLst>
                <a:ext uri="{FF2B5EF4-FFF2-40B4-BE49-F238E27FC236}">
                  <a16:creationId xmlns:a16="http://schemas.microsoft.com/office/drawing/2014/main" id="{7363AF55-954F-4592-9CA5-76FDFA5310E3}"/>
                </a:ext>
              </a:extLst>
            </p:cNvPr>
            <p:cNvSpPr>
              <a:spLocks noChangeShapeType="1"/>
            </p:cNvSpPr>
            <p:nvPr/>
          </p:nvSpPr>
          <p:spPr bwMode="auto">
            <a:xfrm flipV="1">
              <a:off x="96" y="2798"/>
              <a:ext cx="355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23629" name="Line 1101">
              <a:extLst>
                <a:ext uri="{FF2B5EF4-FFF2-40B4-BE49-F238E27FC236}">
                  <a16:creationId xmlns:a16="http://schemas.microsoft.com/office/drawing/2014/main" id="{3755009A-FB71-4A6F-83B3-47EFED9FC38D}"/>
                </a:ext>
              </a:extLst>
            </p:cNvPr>
            <p:cNvSpPr>
              <a:spLocks noChangeShapeType="1"/>
            </p:cNvSpPr>
            <p:nvPr/>
          </p:nvSpPr>
          <p:spPr bwMode="auto">
            <a:xfrm>
              <a:off x="96" y="3085"/>
              <a:ext cx="3571"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23630" name="Line 1102">
              <a:extLst>
                <a:ext uri="{FF2B5EF4-FFF2-40B4-BE49-F238E27FC236}">
                  <a16:creationId xmlns:a16="http://schemas.microsoft.com/office/drawing/2014/main" id="{229FFFF2-858F-457A-8A14-AA43DD7BCF05}"/>
                </a:ext>
              </a:extLst>
            </p:cNvPr>
            <p:cNvSpPr>
              <a:spLocks noChangeShapeType="1"/>
            </p:cNvSpPr>
            <p:nvPr/>
          </p:nvSpPr>
          <p:spPr bwMode="auto">
            <a:xfrm>
              <a:off x="96" y="3372"/>
              <a:ext cx="3571"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23631" name="Line 1103">
              <a:extLst>
                <a:ext uri="{FF2B5EF4-FFF2-40B4-BE49-F238E27FC236}">
                  <a16:creationId xmlns:a16="http://schemas.microsoft.com/office/drawing/2014/main" id="{E9F9758F-EF22-4969-B124-A59B622D21CE}"/>
                </a:ext>
              </a:extLst>
            </p:cNvPr>
            <p:cNvSpPr>
              <a:spLocks noChangeShapeType="1"/>
            </p:cNvSpPr>
            <p:nvPr/>
          </p:nvSpPr>
          <p:spPr bwMode="auto">
            <a:xfrm>
              <a:off x="96" y="3659"/>
              <a:ext cx="3571" cy="1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23632" name="Line 1104">
              <a:extLst>
                <a:ext uri="{FF2B5EF4-FFF2-40B4-BE49-F238E27FC236}">
                  <a16:creationId xmlns:a16="http://schemas.microsoft.com/office/drawing/2014/main" id="{33399866-DB5A-4422-BF46-9D2476343D7D}"/>
                </a:ext>
              </a:extLst>
            </p:cNvPr>
            <p:cNvSpPr>
              <a:spLocks noChangeShapeType="1"/>
            </p:cNvSpPr>
            <p:nvPr/>
          </p:nvSpPr>
          <p:spPr bwMode="auto">
            <a:xfrm>
              <a:off x="96" y="4233"/>
              <a:ext cx="3571"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23633" name="Line 1105">
              <a:extLst>
                <a:ext uri="{FF2B5EF4-FFF2-40B4-BE49-F238E27FC236}">
                  <a16:creationId xmlns:a16="http://schemas.microsoft.com/office/drawing/2014/main" id="{9C66E5BF-D475-4D5D-8467-F3B699C14EAA}"/>
                </a:ext>
              </a:extLst>
            </p:cNvPr>
            <p:cNvSpPr>
              <a:spLocks noChangeShapeType="1"/>
            </p:cNvSpPr>
            <p:nvPr/>
          </p:nvSpPr>
          <p:spPr bwMode="auto">
            <a:xfrm>
              <a:off x="96" y="480"/>
              <a:ext cx="0" cy="3753"/>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23634" name="Line 1106">
              <a:extLst>
                <a:ext uri="{FF2B5EF4-FFF2-40B4-BE49-F238E27FC236}">
                  <a16:creationId xmlns:a16="http://schemas.microsoft.com/office/drawing/2014/main" id="{535E3FEF-819E-4D37-AB85-3CDB4D7A1E60}"/>
                </a:ext>
              </a:extLst>
            </p:cNvPr>
            <p:cNvSpPr>
              <a:spLocks noChangeShapeType="1"/>
            </p:cNvSpPr>
            <p:nvPr/>
          </p:nvSpPr>
          <p:spPr bwMode="auto">
            <a:xfrm>
              <a:off x="704" y="480"/>
              <a:ext cx="0" cy="375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23635" name="Line 1107">
              <a:extLst>
                <a:ext uri="{FF2B5EF4-FFF2-40B4-BE49-F238E27FC236}">
                  <a16:creationId xmlns:a16="http://schemas.microsoft.com/office/drawing/2014/main" id="{D5CF4311-E55A-4D8E-B26E-AB84BC35AE6C}"/>
                </a:ext>
              </a:extLst>
            </p:cNvPr>
            <p:cNvSpPr>
              <a:spLocks noChangeShapeType="1"/>
            </p:cNvSpPr>
            <p:nvPr/>
          </p:nvSpPr>
          <p:spPr bwMode="auto">
            <a:xfrm>
              <a:off x="1451" y="480"/>
              <a:ext cx="0" cy="375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23636" name="Line 1108">
              <a:extLst>
                <a:ext uri="{FF2B5EF4-FFF2-40B4-BE49-F238E27FC236}">
                  <a16:creationId xmlns:a16="http://schemas.microsoft.com/office/drawing/2014/main" id="{301E94FA-EF2A-425A-A310-AB5CE6DE5FF2}"/>
                </a:ext>
              </a:extLst>
            </p:cNvPr>
            <p:cNvSpPr>
              <a:spLocks noChangeShapeType="1"/>
            </p:cNvSpPr>
            <p:nvPr/>
          </p:nvSpPr>
          <p:spPr bwMode="auto">
            <a:xfrm>
              <a:off x="2358" y="480"/>
              <a:ext cx="0" cy="375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23637" name="Line 1109">
              <a:extLst>
                <a:ext uri="{FF2B5EF4-FFF2-40B4-BE49-F238E27FC236}">
                  <a16:creationId xmlns:a16="http://schemas.microsoft.com/office/drawing/2014/main" id="{30700C0F-518D-490D-B5F0-A528A982A757}"/>
                </a:ext>
              </a:extLst>
            </p:cNvPr>
            <p:cNvSpPr>
              <a:spLocks noChangeShapeType="1"/>
            </p:cNvSpPr>
            <p:nvPr/>
          </p:nvSpPr>
          <p:spPr bwMode="auto">
            <a:xfrm>
              <a:off x="3006" y="497"/>
              <a:ext cx="0" cy="375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23638" name="Line 1110">
              <a:extLst>
                <a:ext uri="{FF2B5EF4-FFF2-40B4-BE49-F238E27FC236}">
                  <a16:creationId xmlns:a16="http://schemas.microsoft.com/office/drawing/2014/main" id="{C51AD26B-5A3B-48F9-A2CA-618061734EF3}"/>
                </a:ext>
              </a:extLst>
            </p:cNvPr>
            <p:cNvSpPr>
              <a:spLocks noChangeShapeType="1"/>
            </p:cNvSpPr>
            <p:nvPr/>
          </p:nvSpPr>
          <p:spPr bwMode="auto">
            <a:xfrm>
              <a:off x="3667" y="480"/>
              <a:ext cx="0" cy="3753"/>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23639" name="Line 1111">
              <a:extLst>
                <a:ext uri="{FF2B5EF4-FFF2-40B4-BE49-F238E27FC236}">
                  <a16:creationId xmlns:a16="http://schemas.microsoft.com/office/drawing/2014/main" id="{5AC6251A-C953-4E6D-8916-1F787E11304E}"/>
                </a:ext>
              </a:extLst>
            </p:cNvPr>
            <p:cNvSpPr>
              <a:spLocks noChangeShapeType="1"/>
            </p:cNvSpPr>
            <p:nvPr/>
          </p:nvSpPr>
          <p:spPr bwMode="auto">
            <a:xfrm>
              <a:off x="96" y="3946"/>
              <a:ext cx="3559" cy="1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102" name="Rectangle 1032">
              <a:extLst>
                <a:ext uri="{FF2B5EF4-FFF2-40B4-BE49-F238E27FC236}">
                  <a16:creationId xmlns:a16="http://schemas.microsoft.com/office/drawing/2014/main" id="{A8E1FD05-0F06-4EDE-A868-C4C71EFB478D}"/>
                </a:ext>
              </a:extLst>
            </p:cNvPr>
            <p:cNvSpPr>
              <a:spLocks noChangeArrowheads="1"/>
            </p:cNvSpPr>
            <p:nvPr/>
          </p:nvSpPr>
          <p:spPr bwMode="auto">
            <a:xfrm>
              <a:off x="3079" y="3659"/>
              <a:ext cx="576"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000"/>
                <a:t>归约</a:t>
              </a:r>
            </a:p>
          </p:txBody>
        </p:sp>
        <p:sp>
          <p:nvSpPr>
            <p:cNvPr id="103" name="Rectangle 1037">
              <a:extLst>
                <a:ext uri="{FF2B5EF4-FFF2-40B4-BE49-F238E27FC236}">
                  <a16:creationId xmlns:a16="http://schemas.microsoft.com/office/drawing/2014/main" id="{05AB7CCE-063A-4262-AF8A-2961BF836CDE}"/>
                </a:ext>
              </a:extLst>
            </p:cNvPr>
            <p:cNvSpPr>
              <a:spLocks noChangeArrowheads="1"/>
            </p:cNvSpPr>
            <p:nvPr/>
          </p:nvSpPr>
          <p:spPr bwMode="auto">
            <a:xfrm>
              <a:off x="3079" y="3372"/>
              <a:ext cx="576"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000"/>
                <a:t>移进</a:t>
              </a:r>
            </a:p>
          </p:txBody>
        </p:sp>
        <p:sp>
          <p:nvSpPr>
            <p:cNvPr id="104" name="Rectangle 1042">
              <a:extLst>
                <a:ext uri="{FF2B5EF4-FFF2-40B4-BE49-F238E27FC236}">
                  <a16:creationId xmlns:a16="http://schemas.microsoft.com/office/drawing/2014/main" id="{B6E51B0E-7221-4A56-9915-770E222E4BA4}"/>
                </a:ext>
              </a:extLst>
            </p:cNvPr>
            <p:cNvSpPr>
              <a:spLocks noChangeArrowheads="1"/>
            </p:cNvSpPr>
            <p:nvPr/>
          </p:nvSpPr>
          <p:spPr bwMode="auto">
            <a:xfrm>
              <a:off x="3079" y="3085"/>
              <a:ext cx="576"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000"/>
                <a:t>归约</a:t>
              </a:r>
            </a:p>
          </p:txBody>
        </p:sp>
        <p:sp>
          <p:nvSpPr>
            <p:cNvPr id="105" name="Rectangle 1047">
              <a:extLst>
                <a:ext uri="{FF2B5EF4-FFF2-40B4-BE49-F238E27FC236}">
                  <a16:creationId xmlns:a16="http://schemas.microsoft.com/office/drawing/2014/main" id="{FF19AC38-6D94-446D-B8F5-2FABFAF69987}"/>
                </a:ext>
              </a:extLst>
            </p:cNvPr>
            <p:cNvSpPr>
              <a:spLocks noChangeArrowheads="1"/>
            </p:cNvSpPr>
            <p:nvPr/>
          </p:nvSpPr>
          <p:spPr bwMode="auto">
            <a:xfrm>
              <a:off x="3079" y="2798"/>
              <a:ext cx="576"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000"/>
                <a:t>移进</a:t>
              </a:r>
            </a:p>
          </p:txBody>
        </p:sp>
        <p:sp>
          <p:nvSpPr>
            <p:cNvPr id="106" name="Rectangle 1052">
              <a:extLst>
                <a:ext uri="{FF2B5EF4-FFF2-40B4-BE49-F238E27FC236}">
                  <a16:creationId xmlns:a16="http://schemas.microsoft.com/office/drawing/2014/main" id="{775DBCC6-5A64-42C5-83D2-E085BD8647BC}"/>
                </a:ext>
              </a:extLst>
            </p:cNvPr>
            <p:cNvSpPr>
              <a:spLocks noChangeArrowheads="1"/>
            </p:cNvSpPr>
            <p:nvPr/>
          </p:nvSpPr>
          <p:spPr bwMode="auto">
            <a:xfrm>
              <a:off x="3079" y="2511"/>
              <a:ext cx="576"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000"/>
                <a:t>移进</a:t>
              </a:r>
            </a:p>
          </p:txBody>
        </p:sp>
        <p:sp>
          <p:nvSpPr>
            <p:cNvPr id="107" name="Rectangle 1057">
              <a:extLst>
                <a:ext uri="{FF2B5EF4-FFF2-40B4-BE49-F238E27FC236}">
                  <a16:creationId xmlns:a16="http://schemas.microsoft.com/office/drawing/2014/main" id="{69FB5A03-5A3F-4268-92E0-B855E5BB8FF4}"/>
                </a:ext>
              </a:extLst>
            </p:cNvPr>
            <p:cNvSpPr>
              <a:spLocks noChangeArrowheads="1"/>
            </p:cNvSpPr>
            <p:nvPr/>
          </p:nvSpPr>
          <p:spPr bwMode="auto">
            <a:xfrm>
              <a:off x="3079" y="2224"/>
              <a:ext cx="576"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000"/>
                <a:t>归约</a:t>
              </a:r>
            </a:p>
          </p:txBody>
        </p:sp>
        <p:sp>
          <p:nvSpPr>
            <p:cNvPr id="108" name="Rectangle 1062">
              <a:extLst>
                <a:ext uri="{FF2B5EF4-FFF2-40B4-BE49-F238E27FC236}">
                  <a16:creationId xmlns:a16="http://schemas.microsoft.com/office/drawing/2014/main" id="{CE0D57AF-2818-4EE0-9BBA-381D0291668F}"/>
                </a:ext>
              </a:extLst>
            </p:cNvPr>
            <p:cNvSpPr>
              <a:spLocks noChangeArrowheads="1"/>
            </p:cNvSpPr>
            <p:nvPr/>
          </p:nvSpPr>
          <p:spPr bwMode="auto">
            <a:xfrm>
              <a:off x="3079" y="1937"/>
              <a:ext cx="576"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000" dirty="0"/>
                <a:t>移进</a:t>
              </a:r>
            </a:p>
          </p:txBody>
        </p:sp>
        <p:sp>
          <p:nvSpPr>
            <p:cNvPr id="109" name="Rectangle 1067">
              <a:extLst>
                <a:ext uri="{FF2B5EF4-FFF2-40B4-BE49-F238E27FC236}">
                  <a16:creationId xmlns:a16="http://schemas.microsoft.com/office/drawing/2014/main" id="{24FD26F9-96A2-4ED2-831B-A3E6E14E7703}"/>
                </a:ext>
              </a:extLst>
            </p:cNvPr>
            <p:cNvSpPr>
              <a:spLocks noChangeArrowheads="1"/>
            </p:cNvSpPr>
            <p:nvPr/>
          </p:nvSpPr>
          <p:spPr bwMode="auto">
            <a:xfrm>
              <a:off x="3079" y="1650"/>
              <a:ext cx="576"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000" dirty="0"/>
                <a:t>归约</a:t>
              </a:r>
            </a:p>
          </p:txBody>
        </p:sp>
      </p:grpSp>
      <p:sp>
        <p:nvSpPr>
          <p:cNvPr id="23641" name="Text Box 1113">
            <a:extLst>
              <a:ext uri="{FF2B5EF4-FFF2-40B4-BE49-F238E27FC236}">
                <a16:creationId xmlns:a16="http://schemas.microsoft.com/office/drawing/2014/main" id="{3D8EBCC6-44A4-48F4-B700-F61886C51DE2}"/>
              </a:ext>
            </a:extLst>
          </p:cNvPr>
          <p:cNvSpPr txBox="1">
            <a:spLocks noChangeArrowheads="1"/>
          </p:cNvSpPr>
          <p:nvPr/>
        </p:nvSpPr>
        <p:spPr bwMode="auto">
          <a:xfrm>
            <a:off x="6554536" y="3302175"/>
            <a:ext cx="3825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t>S</a:t>
            </a:r>
          </a:p>
        </p:txBody>
      </p:sp>
      <p:sp>
        <p:nvSpPr>
          <p:cNvPr id="23642" name="Text Box 1114">
            <a:extLst>
              <a:ext uri="{FF2B5EF4-FFF2-40B4-BE49-F238E27FC236}">
                <a16:creationId xmlns:a16="http://schemas.microsoft.com/office/drawing/2014/main" id="{976FE881-AF91-4972-B8DD-32E722607B6F}"/>
              </a:ext>
            </a:extLst>
          </p:cNvPr>
          <p:cNvSpPr txBox="1">
            <a:spLocks noChangeArrowheads="1"/>
          </p:cNvSpPr>
          <p:nvPr/>
        </p:nvSpPr>
        <p:spPr bwMode="auto">
          <a:xfrm>
            <a:off x="5868736" y="4140373"/>
            <a:ext cx="273549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dirty="0"/>
              <a:t> a    </a:t>
            </a:r>
            <a:r>
              <a:rPr lang="en-US" altLang="zh-CN" sz="2800" dirty="0" err="1"/>
              <a:t>A</a:t>
            </a:r>
            <a:r>
              <a:rPr lang="en-US" altLang="zh-CN" sz="2800" dirty="0"/>
              <a:t>    c       B  e</a:t>
            </a:r>
          </a:p>
        </p:txBody>
      </p:sp>
      <p:sp>
        <p:nvSpPr>
          <p:cNvPr id="23643" name="Text Box 1115">
            <a:extLst>
              <a:ext uri="{FF2B5EF4-FFF2-40B4-BE49-F238E27FC236}">
                <a16:creationId xmlns:a16="http://schemas.microsoft.com/office/drawing/2014/main" id="{F8ADA1E7-DFFB-4137-833B-29985C6E7FCC}"/>
              </a:ext>
            </a:extLst>
          </p:cNvPr>
          <p:cNvSpPr txBox="1">
            <a:spLocks noChangeArrowheads="1"/>
          </p:cNvSpPr>
          <p:nvPr/>
        </p:nvSpPr>
        <p:spPr bwMode="auto">
          <a:xfrm>
            <a:off x="6021138" y="4805536"/>
            <a:ext cx="220008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dirty="0"/>
              <a:t> A    b           d</a:t>
            </a:r>
          </a:p>
        </p:txBody>
      </p:sp>
      <p:sp>
        <p:nvSpPr>
          <p:cNvPr id="23644" name="Text Box 1116">
            <a:extLst>
              <a:ext uri="{FF2B5EF4-FFF2-40B4-BE49-F238E27FC236}">
                <a16:creationId xmlns:a16="http://schemas.microsoft.com/office/drawing/2014/main" id="{6DD8E664-925F-4870-836D-962DD36A4701}"/>
              </a:ext>
            </a:extLst>
          </p:cNvPr>
          <p:cNvSpPr txBox="1">
            <a:spLocks noChangeArrowheads="1"/>
          </p:cNvSpPr>
          <p:nvPr/>
        </p:nvSpPr>
        <p:spPr bwMode="auto">
          <a:xfrm>
            <a:off x="6021136" y="5588175"/>
            <a:ext cx="4508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t> b</a:t>
            </a:r>
          </a:p>
        </p:txBody>
      </p:sp>
      <p:sp>
        <p:nvSpPr>
          <p:cNvPr id="23645" name="Line 1117">
            <a:extLst>
              <a:ext uri="{FF2B5EF4-FFF2-40B4-BE49-F238E27FC236}">
                <a16:creationId xmlns:a16="http://schemas.microsoft.com/office/drawing/2014/main" id="{E52A86D8-25E9-4944-9247-D725C46FE43C}"/>
              </a:ext>
            </a:extLst>
          </p:cNvPr>
          <p:cNvSpPr>
            <a:spLocks noChangeShapeType="1"/>
          </p:cNvSpPr>
          <p:nvPr/>
        </p:nvSpPr>
        <p:spPr bwMode="auto">
          <a:xfrm flipH="1">
            <a:off x="6113211" y="3768898"/>
            <a:ext cx="609600" cy="4572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646" name="Line 1118">
            <a:extLst>
              <a:ext uri="{FF2B5EF4-FFF2-40B4-BE49-F238E27FC236}">
                <a16:creationId xmlns:a16="http://schemas.microsoft.com/office/drawing/2014/main" id="{877ACDF3-FA5B-41F6-8C6B-FE9F3A771FCF}"/>
              </a:ext>
            </a:extLst>
          </p:cNvPr>
          <p:cNvSpPr>
            <a:spLocks noChangeShapeType="1"/>
          </p:cNvSpPr>
          <p:nvPr/>
        </p:nvSpPr>
        <p:spPr bwMode="auto">
          <a:xfrm>
            <a:off x="6722811" y="3768898"/>
            <a:ext cx="0" cy="4572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647" name="Line 1119">
            <a:extLst>
              <a:ext uri="{FF2B5EF4-FFF2-40B4-BE49-F238E27FC236}">
                <a16:creationId xmlns:a16="http://schemas.microsoft.com/office/drawing/2014/main" id="{927733F6-9556-44C9-8F93-A2FA2E58C201}"/>
              </a:ext>
            </a:extLst>
          </p:cNvPr>
          <p:cNvSpPr>
            <a:spLocks noChangeShapeType="1"/>
          </p:cNvSpPr>
          <p:nvPr/>
        </p:nvSpPr>
        <p:spPr bwMode="auto">
          <a:xfrm>
            <a:off x="6722811" y="3692700"/>
            <a:ext cx="609600" cy="5746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648" name="Line 1120">
            <a:extLst>
              <a:ext uri="{FF2B5EF4-FFF2-40B4-BE49-F238E27FC236}">
                <a16:creationId xmlns:a16="http://schemas.microsoft.com/office/drawing/2014/main" id="{8432A9DB-6FEB-4E49-8BB7-4A0A739B28C5}"/>
              </a:ext>
            </a:extLst>
          </p:cNvPr>
          <p:cNvSpPr>
            <a:spLocks noChangeShapeType="1"/>
          </p:cNvSpPr>
          <p:nvPr/>
        </p:nvSpPr>
        <p:spPr bwMode="auto">
          <a:xfrm>
            <a:off x="6875211" y="3692700"/>
            <a:ext cx="1112838" cy="5746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649" name="Line 1121">
            <a:extLst>
              <a:ext uri="{FF2B5EF4-FFF2-40B4-BE49-F238E27FC236}">
                <a16:creationId xmlns:a16="http://schemas.microsoft.com/office/drawing/2014/main" id="{8FE81825-2A8E-418F-8E01-A1F4412B8F95}"/>
              </a:ext>
            </a:extLst>
          </p:cNvPr>
          <p:cNvSpPr>
            <a:spLocks noChangeShapeType="1"/>
          </p:cNvSpPr>
          <p:nvPr/>
        </p:nvSpPr>
        <p:spPr bwMode="auto">
          <a:xfrm>
            <a:off x="6875213" y="3692700"/>
            <a:ext cx="1552575" cy="5746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650" name="Line 1122">
            <a:extLst>
              <a:ext uri="{FF2B5EF4-FFF2-40B4-BE49-F238E27FC236}">
                <a16:creationId xmlns:a16="http://schemas.microsoft.com/office/drawing/2014/main" id="{1A596A56-B6CD-47D5-8A9C-C9034E2704CE}"/>
              </a:ext>
            </a:extLst>
          </p:cNvPr>
          <p:cNvSpPr>
            <a:spLocks noChangeShapeType="1"/>
          </p:cNvSpPr>
          <p:nvPr/>
        </p:nvSpPr>
        <p:spPr bwMode="auto">
          <a:xfrm flipH="1">
            <a:off x="6349751" y="4586461"/>
            <a:ext cx="428625" cy="32543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651" name="Line 1123">
            <a:extLst>
              <a:ext uri="{FF2B5EF4-FFF2-40B4-BE49-F238E27FC236}">
                <a16:creationId xmlns:a16="http://schemas.microsoft.com/office/drawing/2014/main" id="{5DFE39DB-019D-4C14-8DB5-D5093053E90C}"/>
              </a:ext>
            </a:extLst>
          </p:cNvPr>
          <p:cNvSpPr>
            <a:spLocks noChangeShapeType="1"/>
          </p:cNvSpPr>
          <p:nvPr/>
        </p:nvSpPr>
        <p:spPr bwMode="auto">
          <a:xfrm>
            <a:off x="6865688" y="4586461"/>
            <a:ext cx="9525" cy="32543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652" name="Line 1124">
            <a:extLst>
              <a:ext uri="{FF2B5EF4-FFF2-40B4-BE49-F238E27FC236}">
                <a16:creationId xmlns:a16="http://schemas.microsoft.com/office/drawing/2014/main" id="{03D4A63D-287B-4F9D-A9C9-6E8250D858D9}"/>
              </a:ext>
            </a:extLst>
          </p:cNvPr>
          <p:cNvSpPr>
            <a:spLocks noChangeShapeType="1"/>
          </p:cNvSpPr>
          <p:nvPr/>
        </p:nvSpPr>
        <p:spPr bwMode="auto">
          <a:xfrm>
            <a:off x="8100761" y="4530898"/>
            <a:ext cx="0" cy="381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653" name="Line 1125">
            <a:extLst>
              <a:ext uri="{FF2B5EF4-FFF2-40B4-BE49-F238E27FC236}">
                <a16:creationId xmlns:a16="http://schemas.microsoft.com/office/drawing/2014/main" id="{3E92D249-8304-4589-A96E-4EC823CC6124}"/>
              </a:ext>
            </a:extLst>
          </p:cNvPr>
          <p:cNvSpPr>
            <a:spLocks noChangeShapeType="1"/>
          </p:cNvSpPr>
          <p:nvPr/>
        </p:nvSpPr>
        <p:spPr bwMode="auto">
          <a:xfrm flipH="1">
            <a:off x="6271961" y="5272263"/>
            <a:ext cx="38100" cy="37941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mc:AlternateContent xmlns:mc="http://schemas.openxmlformats.org/markup-compatibility/2006" xmlns:p14="http://schemas.microsoft.com/office/powerpoint/2010/main">
        <mc:Choice Requires="p14">
          <p:contentPart p14:bwMode="auto" r:id="rId2">
            <p14:nvContentPartPr>
              <p14:cNvPr id="2" name="墨迹 1">
                <a:extLst>
                  <a:ext uri="{FF2B5EF4-FFF2-40B4-BE49-F238E27FC236}">
                    <a16:creationId xmlns:a16="http://schemas.microsoft.com/office/drawing/2014/main" id="{5DAD4428-D86D-4BDF-BA55-8CAB6FDE5DCE}"/>
                  </a:ext>
                </a:extLst>
              </p14:cNvPr>
              <p14:cNvContentPartPr/>
              <p14:nvPr/>
            </p14:nvContentPartPr>
            <p14:xfrm>
              <a:off x="5712600" y="114840"/>
              <a:ext cx="3179880" cy="5791680"/>
            </p14:xfrm>
          </p:contentPart>
        </mc:Choice>
        <mc:Fallback xmlns="">
          <p:pic>
            <p:nvPicPr>
              <p:cNvPr id="2" name="墨迹 1">
                <a:extLst>
                  <a:ext uri="{FF2B5EF4-FFF2-40B4-BE49-F238E27FC236}">
                    <a16:creationId xmlns:a16="http://schemas.microsoft.com/office/drawing/2014/main" id="{5DAD4428-D86D-4BDF-BA55-8CAB6FDE5DCE}"/>
                  </a:ext>
                </a:extLst>
              </p:cNvPr>
              <p:cNvPicPr/>
              <p:nvPr/>
            </p:nvPicPr>
            <p:blipFill>
              <a:blip r:embed="rId3"/>
              <a:stretch>
                <a:fillRect/>
              </a:stretch>
            </p:blipFill>
            <p:spPr>
              <a:xfrm>
                <a:off x="5703240" y="105480"/>
                <a:ext cx="3198600" cy="58104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墨迹 2">
                <a:extLst>
                  <a:ext uri="{FF2B5EF4-FFF2-40B4-BE49-F238E27FC236}">
                    <a16:creationId xmlns:a16="http://schemas.microsoft.com/office/drawing/2014/main" id="{4DF478A5-9997-4FD5-9CAF-99FF3ED504B1}"/>
                  </a:ext>
                </a:extLst>
              </p14:cNvPr>
              <p14:cNvContentPartPr/>
              <p14:nvPr/>
            </p14:nvContentPartPr>
            <p14:xfrm>
              <a:off x="-56160" y="1171080"/>
              <a:ext cx="2687400" cy="2391480"/>
            </p14:xfrm>
          </p:contentPart>
        </mc:Choice>
        <mc:Fallback xmlns="">
          <p:pic>
            <p:nvPicPr>
              <p:cNvPr id="3" name="墨迹 2">
                <a:extLst>
                  <a:ext uri="{FF2B5EF4-FFF2-40B4-BE49-F238E27FC236}">
                    <a16:creationId xmlns:a16="http://schemas.microsoft.com/office/drawing/2014/main" id="{4DF478A5-9997-4FD5-9CAF-99FF3ED504B1}"/>
                  </a:ext>
                </a:extLst>
              </p:cNvPr>
              <p:cNvPicPr/>
              <p:nvPr/>
            </p:nvPicPr>
            <p:blipFill>
              <a:blip r:embed="rId5"/>
              <a:stretch>
                <a:fillRect/>
              </a:stretch>
            </p:blipFill>
            <p:spPr>
              <a:xfrm>
                <a:off x="-65520" y="1161720"/>
                <a:ext cx="2706120" cy="2410200"/>
              </a:xfrm>
              <a:prstGeom prst="rect">
                <a:avLst/>
              </a:prstGeom>
            </p:spPr>
          </p:pic>
        </mc:Fallback>
      </mc:AlternateContent>
    </p:spTree>
    <p:extLst>
      <p:ext uri="{BB962C8B-B14F-4D97-AF65-F5344CB8AC3E}">
        <p14:creationId xmlns:p14="http://schemas.microsoft.com/office/powerpoint/2010/main" val="1094011727"/>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a:extLst>
              <a:ext uri="{FF2B5EF4-FFF2-40B4-BE49-F238E27FC236}">
                <a16:creationId xmlns:a16="http://schemas.microsoft.com/office/drawing/2014/main" id="{2B56E17C-D193-47E5-9FBF-A49195B5438F}"/>
              </a:ext>
            </a:extLst>
          </p:cNvPr>
          <p:cNvSpPr>
            <a:spLocks noChangeArrowheads="1"/>
          </p:cNvSpPr>
          <p:nvPr/>
        </p:nvSpPr>
        <p:spPr bwMode="auto">
          <a:xfrm>
            <a:off x="228600" y="1295400"/>
            <a:ext cx="8686800"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514350" indent="-514350" eaLnBrk="1" hangingPunct="1">
              <a:buFont typeface="+mj-ea"/>
              <a:buAutoNum type="circleNumDbPlain"/>
            </a:pPr>
            <a:r>
              <a:rPr lang="zh-CN" altLang="en-US" sz="2800" dirty="0"/>
              <a:t>对句型中相邻的文法符号规定优先关系，以寻找句型中的句柄。</a:t>
            </a:r>
          </a:p>
          <a:p>
            <a:pPr marL="514350" indent="-514350" eaLnBrk="1" hangingPunct="1">
              <a:buFont typeface="+mj-ea"/>
              <a:buAutoNum type="circleNumDbPlain"/>
            </a:pPr>
            <a:r>
              <a:rPr lang="zh-CN" altLang="en-US" sz="2800" dirty="0"/>
              <a:t>规定句柄内各相邻符号之间具有相同的优先级。</a:t>
            </a:r>
          </a:p>
          <a:p>
            <a:pPr marL="514350" indent="-514350" eaLnBrk="1" hangingPunct="1">
              <a:buFont typeface="+mj-ea"/>
              <a:buAutoNum type="circleNumDbPlain"/>
            </a:pPr>
            <a:r>
              <a:rPr lang="zh-CN" altLang="en-US" sz="2800" dirty="0"/>
              <a:t>规定句柄两端符号优先级要比位于句柄之外而又和句柄相邻的符号的优先级高，以先归约句柄。</a:t>
            </a:r>
            <a:endParaRPr lang="en-US" altLang="zh-CN" sz="2800" dirty="0"/>
          </a:p>
          <a:p>
            <a:pPr marL="514350" indent="-514350" eaLnBrk="1" hangingPunct="1">
              <a:buFont typeface="+mj-ea"/>
              <a:buAutoNum type="circleNumDbPlain"/>
            </a:pPr>
            <a:r>
              <a:rPr lang="zh-CN" altLang="en-US" sz="2800" dirty="0"/>
              <a:t>对于文法中所有符号，只要它们可能在某个</a:t>
            </a:r>
            <a:r>
              <a:rPr lang="zh-CN" altLang="en-US" sz="2800" dirty="0">
                <a:solidFill>
                  <a:srgbClr val="FF0000"/>
                </a:solidFill>
              </a:rPr>
              <a:t>最右推导</a:t>
            </a:r>
            <a:r>
              <a:rPr lang="zh-CN" altLang="en-US" sz="2800" dirty="0"/>
              <a:t>句型中相邻，就要为它们规定相应的优先关系，若某两个符号永远不可能相邻，则它们之间就无关系。</a:t>
            </a:r>
          </a:p>
          <a:p>
            <a:pPr eaLnBrk="1" hangingPunct="1">
              <a:buFontTx/>
              <a:buNone/>
            </a:pPr>
            <a:endParaRPr lang="zh-CN" altLang="en-US" dirty="0"/>
          </a:p>
        </p:txBody>
      </p:sp>
      <p:sp>
        <p:nvSpPr>
          <p:cNvPr id="9221" name="Rectangle 5">
            <a:extLst>
              <a:ext uri="{FF2B5EF4-FFF2-40B4-BE49-F238E27FC236}">
                <a16:creationId xmlns:a16="http://schemas.microsoft.com/office/drawing/2014/main" id="{AABB000A-10B5-4601-91EA-28BFEE7778D3}"/>
              </a:ext>
            </a:extLst>
          </p:cNvPr>
          <p:cNvSpPr>
            <a:spLocks noGrp="1" noChangeArrowheads="1"/>
          </p:cNvSpPr>
          <p:nvPr>
            <p:ph type="title" idx="4294967295"/>
          </p:nvPr>
        </p:nvSpPr>
        <p:spPr>
          <a:xfrm>
            <a:off x="685800" y="260648"/>
            <a:ext cx="7772400" cy="648072"/>
          </a:xfrm>
        </p:spPr>
        <p:txBody>
          <a:bodyPr/>
          <a:lstStyle/>
          <a:p>
            <a:pPr algn="l"/>
            <a:r>
              <a:rPr lang="zh-CN" altLang="zh-CN" sz="3200" dirty="0"/>
              <a:t>简单优先分析方法</a:t>
            </a:r>
            <a:r>
              <a:rPr lang="zh-CN" altLang="en-US" sz="3200" dirty="0"/>
              <a:t>的基本思想</a:t>
            </a:r>
          </a:p>
        </p:txBody>
      </p:sp>
    </p:spTree>
    <p:extLst>
      <p:ext uri="{BB962C8B-B14F-4D97-AF65-F5344CB8AC3E}">
        <p14:creationId xmlns:p14="http://schemas.microsoft.com/office/powerpoint/2010/main" val="2849944125"/>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7282" name="Picture 2">
            <a:extLst>
              <a:ext uri="{FF2B5EF4-FFF2-40B4-BE49-F238E27FC236}">
                <a16:creationId xmlns:a16="http://schemas.microsoft.com/office/drawing/2014/main" id="{57EB0310-57B4-4E9D-8BEB-88B5BA6A64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8813" y="0"/>
            <a:ext cx="5422900" cy="5214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283" name="Picture 5" descr="j0300520">
            <a:extLst>
              <a:ext uri="{FF2B5EF4-FFF2-40B4-BE49-F238E27FC236}">
                <a16:creationId xmlns:a16="http://schemas.microsoft.com/office/drawing/2014/main" id="{AAF7C44F-4972-452D-A173-8FE7A1427D6C}"/>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3357563" y="5145088"/>
            <a:ext cx="1714500" cy="171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87814750"/>
      </p:ext>
    </p:extLst>
  </p:cSld>
  <p:clrMapOvr>
    <a:masterClrMapping/>
  </p:clrMapOvr>
</p:sld>
</file>

<file path=ppt/theme/theme1.xml><?xml version="1.0" encoding="utf-8"?>
<a:theme xmlns:a="http://schemas.openxmlformats.org/drawingml/2006/main" name="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9144</TotalTime>
  <Words>14971</Words>
  <Application>Microsoft Office PowerPoint</Application>
  <PresentationFormat>全屏显示(4:3)</PresentationFormat>
  <Paragraphs>1883</Paragraphs>
  <Slides>222</Slides>
  <Notes>1</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1</vt:i4>
      </vt:variant>
      <vt:variant>
        <vt:lpstr>幻灯片标题</vt:lpstr>
      </vt:variant>
      <vt:variant>
        <vt:i4>222</vt:i4>
      </vt:variant>
    </vt:vector>
  </HeadingPairs>
  <TitlesOfParts>
    <vt:vector size="242" baseType="lpstr">
      <vt:lpstr>-apple-system</vt:lpstr>
      <vt:lpstr>Courier</vt:lpstr>
      <vt:lpstr>CourierNewPSMT</vt:lpstr>
      <vt:lpstr>MicrosoftYaHei</vt:lpstr>
      <vt:lpstr>PingFang SC</vt:lpstr>
      <vt:lpstr>T26</vt:lpstr>
      <vt:lpstr>Times-Roman</vt:lpstr>
      <vt:lpstr>SimSun</vt:lpstr>
      <vt:lpstr>SimSun</vt:lpstr>
      <vt:lpstr>Microsoft YaHei</vt:lpstr>
      <vt:lpstr>Arial</vt:lpstr>
      <vt:lpstr>Calibri</vt:lpstr>
      <vt:lpstr>Cambria Math</vt:lpstr>
      <vt:lpstr>Consolas</vt:lpstr>
      <vt:lpstr>Symbol</vt:lpstr>
      <vt:lpstr>Tahoma</vt:lpstr>
      <vt:lpstr>Times New Roman</vt:lpstr>
      <vt:lpstr>Wingdings</vt:lpstr>
      <vt:lpstr>默认设计模板</vt:lpstr>
      <vt:lpstr>Visio</vt:lpstr>
      <vt:lpstr>编译原理专题实践 </vt:lpstr>
      <vt:lpstr>目录</vt:lpstr>
      <vt:lpstr>目录</vt:lpstr>
      <vt:lpstr>目录</vt:lpstr>
      <vt:lpstr>目录</vt:lpstr>
      <vt:lpstr>课程主要内容</vt:lpstr>
      <vt:lpstr>课程主要目的</vt:lpstr>
      <vt:lpstr>基本流程</vt:lpstr>
      <vt:lpstr>Lex部分主要工作</vt:lpstr>
      <vt:lpstr>Yacc部分主要工作</vt:lpstr>
      <vt:lpstr>中间代码生成</vt:lpstr>
      <vt:lpstr>中间代码生成</vt:lpstr>
      <vt:lpstr>中间代码生成</vt:lpstr>
      <vt:lpstr>中间代码生成</vt:lpstr>
      <vt:lpstr>分工建议和参考进度</vt:lpstr>
      <vt:lpstr>PowerPoint 演示文稿</vt:lpstr>
      <vt:lpstr>参考进度</vt:lpstr>
      <vt:lpstr>参考进度</vt:lpstr>
      <vt:lpstr>参考进度</vt:lpstr>
      <vt:lpstr>参考进度</vt:lpstr>
      <vt:lpstr>参考进度</vt:lpstr>
      <vt:lpstr>参考资料</vt:lpstr>
      <vt:lpstr>参考资料</vt:lpstr>
      <vt:lpstr>参考资料</vt:lpstr>
      <vt:lpstr>参考资料</vt:lpstr>
      <vt:lpstr>参考资料</vt:lpstr>
      <vt:lpstr>参考资料</vt:lpstr>
      <vt:lpstr>参考资料</vt:lpstr>
      <vt:lpstr>参考资料</vt:lpstr>
      <vt:lpstr>实验报告与答辩</vt:lpstr>
      <vt:lpstr>实验报告与答辩</vt:lpstr>
      <vt:lpstr>实验报告与答辩</vt:lpstr>
      <vt:lpstr>理论课内容</vt:lpstr>
      <vt:lpstr>期末提交内容</vt:lpstr>
      <vt:lpstr>Lex</vt:lpstr>
      <vt:lpstr>Lex输入文件中的Definitions</vt:lpstr>
      <vt:lpstr>Lex输入文件中的Regular Expressions </vt:lpstr>
      <vt:lpstr>被Regular Definitions定义的名字: {}</vt:lpstr>
      <vt:lpstr>几个普通的C转义</vt:lpstr>
      <vt:lpstr>操作符：[ ]</vt:lpstr>
      <vt:lpstr> ‘[’, ‘]’中的‘-’</vt:lpstr>
      <vt:lpstr>‘[’ ‘]’中的‘ˆ’ </vt:lpstr>
      <vt:lpstr>通配符‘.’</vt:lpstr>
      <vt:lpstr>引号：" "  </vt:lpstr>
      <vt:lpstr>表达式的重复</vt:lpstr>
      <vt:lpstr>操作符 ? </vt:lpstr>
      <vt:lpstr>选择和打包</vt:lpstr>
      <vt:lpstr>Lex输入文件处理的基本流程</vt:lpstr>
      <vt:lpstr>扩展的RE的处理流程</vt:lpstr>
      <vt:lpstr>扩展的RE的处理流程</vt:lpstr>
      <vt:lpstr>扩展的RE转普通RE</vt:lpstr>
      <vt:lpstr>PowerPoint 演示文稿</vt:lpstr>
      <vt:lpstr>扩展的RE的处理流程</vt:lpstr>
      <vt:lpstr>Lex中的动作（ Actions ）</vt:lpstr>
      <vt:lpstr>输出被匹配的字符串</vt:lpstr>
      <vt:lpstr>被匹配字符串的长度</vt:lpstr>
      <vt:lpstr>上下文敏感（ Context sensitivity ）的匹配</vt:lpstr>
      <vt:lpstr>输出部分被匹配的字符串</vt:lpstr>
      <vt:lpstr>输出部分被匹配的字符串</vt:lpstr>
      <vt:lpstr>Lex遇到输入文件结束</vt:lpstr>
      <vt:lpstr>二义性处理规则</vt:lpstr>
      <vt:lpstr>最长匹配</vt:lpstr>
      <vt:lpstr>最长匹配</vt:lpstr>
      <vt:lpstr>最长匹配原则</vt:lpstr>
      <vt:lpstr>Lex.l</vt:lpstr>
      <vt:lpstr>正规式到NFA的转换</vt:lpstr>
      <vt:lpstr>把扩展的RE直接转换成NFA</vt:lpstr>
      <vt:lpstr>PowerPoint 演示文稿</vt:lpstr>
      <vt:lpstr>确定化与最小化</vt:lpstr>
      <vt:lpstr>若干主要数据结构（参考）</vt:lpstr>
      <vt:lpstr>若干主要数据结构（参考）</vt:lpstr>
      <vt:lpstr>若干主要数据结构（参考）</vt:lpstr>
      <vt:lpstr>若干主要数据结构（参考）</vt:lpstr>
      <vt:lpstr>若干主要数据结构（参考）</vt:lpstr>
      <vt:lpstr>若干主要数据结构（参考）</vt:lpstr>
      <vt:lpstr>若干主要数据结构（参考）</vt:lpstr>
      <vt:lpstr>算符优先分析法</vt:lpstr>
      <vt:lpstr>算符优先分析法</vt:lpstr>
      <vt:lpstr>算符优先关系</vt:lpstr>
      <vt:lpstr>确定运算符的优先级（可以暂时忽略）</vt:lpstr>
      <vt:lpstr>PowerPoint 演示文稿</vt:lpstr>
      <vt:lpstr>直观算符优先分析法</vt:lpstr>
      <vt:lpstr>直观算符分析法算法</vt:lpstr>
      <vt:lpstr>PowerPoint 演示文稿</vt:lpstr>
      <vt:lpstr>算符优先分析法的优、缺点</vt:lpstr>
      <vt:lpstr>PowerPoint 演示文稿</vt:lpstr>
      <vt:lpstr>PowerPoint 演示文稿</vt:lpstr>
      <vt:lpstr>符号（Symbols ）</vt:lpstr>
      <vt:lpstr>词法元素（Tokens）</vt:lpstr>
      <vt:lpstr>Tokens</vt:lpstr>
      <vt:lpstr>词法元素</vt:lpstr>
      <vt:lpstr>文法开始符号（The Start Symbol）</vt:lpstr>
      <vt:lpstr>运算符及其优先关系、结合律的声明 （Operator Declarations ）</vt:lpstr>
      <vt:lpstr>PowerPoint 演示文稿</vt:lpstr>
      <vt:lpstr>PowerPoint 演示文稿</vt:lpstr>
      <vt:lpstr>Yacc解决二义性和冲突的默认方法</vt:lpstr>
      <vt:lpstr>Yacc的规则部分（Rules Section）</vt:lpstr>
      <vt:lpstr>语法分析</vt:lpstr>
      <vt:lpstr>语法分析</vt:lpstr>
      <vt:lpstr>调试与测试</vt:lpstr>
      <vt:lpstr>所需要的数据结构（供参考）</vt:lpstr>
      <vt:lpstr>所需要的数据结构（供参考）</vt:lpstr>
      <vt:lpstr>所需要的数据结构（供参考）</vt:lpstr>
      <vt:lpstr>所需要的数据结构（供参考）</vt:lpstr>
      <vt:lpstr>4.7.4 LALR (lookahead-LR) Parsing</vt:lpstr>
      <vt:lpstr>The Basic Idea</vt:lpstr>
      <vt:lpstr>Analysis of Possible Conflicts Caused by the Merging (1)</vt:lpstr>
      <vt:lpstr>Analysis of Possible Conflicts Caused by the Merging</vt:lpstr>
      <vt:lpstr>Analysis of Possible Conflicts Caused by the Merging</vt:lpstr>
      <vt:lpstr>PowerPoint 演示文稿</vt:lpstr>
      <vt:lpstr>Example of Reduce-Reduce Conflict</vt:lpstr>
      <vt:lpstr>Construction of LALR Table (Algorithm 4.59)</vt:lpstr>
      <vt:lpstr>PowerPoint 演示文稿</vt:lpstr>
      <vt:lpstr>PowerPoint 演示文稿</vt:lpstr>
      <vt:lpstr>PowerPoint 演示文稿</vt:lpstr>
      <vt:lpstr>语义分析</vt:lpstr>
      <vt:lpstr>词法元素的值</vt:lpstr>
      <vt:lpstr>语义动作</vt:lpstr>
      <vt:lpstr>将语义动作嵌入产生式（Embedded Actions ）</vt:lpstr>
      <vt:lpstr>继承属性（Inherited Attributes）</vt:lpstr>
      <vt:lpstr>符号的语义值的数据类型</vt:lpstr>
      <vt:lpstr>符号的语义值的数据类型</vt:lpstr>
      <vt:lpstr>Types of Symbol Value </vt:lpstr>
      <vt:lpstr>联合类型（Union）</vt:lpstr>
      <vt:lpstr>Symbol Value的数据类型的声明</vt:lpstr>
      <vt:lpstr>一个计算器的例子</vt:lpstr>
      <vt:lpstr>C程序三种基本组成成分</vt:lpstr>
      <vt:lpstr>声明</vt:lpstr>
      <vt:lpstr>声明</vt:lpstr>
      <vt:lpstr>声明</vt:lpstr>
      <vt:lpstr>声明</vt:lpstr>
      <vt:lpstr>声明符</vt:lpstr>
      <vt:lpstr>声明符</vt:lpstr>
      <vt:lpstr>声明符</vt:lpstr>
      <vt:lpstr>声明符</vt:lpstr>
      <vt:lpstr>声明符</vt:lpstr>
      <vt:lpstr>声明符</vt:lpstr>
      <vt:lpstr>声明符</vt:lpstr>
      <vt:lpstr>声明区分符</vt:lpstr>
      <vt:lpstr>类型区分符</vt:lpstr>
      <vt:lpstr>定义</vt:lpstr>
      <vt:lpstr>定义</vt:lpstr>
      <vt:lpstr>定义</vt:lpstr>
      <vt:lpstr>定义</vt:lpstr>
      <vt:lpstr>声明和定义的语义规则</vt:lpstr>
      <vt:lpstr>6.3 Types and Declarations</vt:lpstr>
      <vt:lpstr>2.7 Symbol Table</vt:lpstr>
      <vt:lpstr>Symbol Tables</vt:lpstr>
      <vt:lpstr>Example 2.14</vt:lpstr>
      <vt:lpstr>2.7.1 Symbol Table Per Scope </vt:lpstr>
      <vt:lpstr>The Java implementation of chained symbol tables </vt:lpstr>
      <vt:lpstr>2.7.2 The Use of Symbol Tables </vt:lpstr>
      <vt:lpstr>PowerPoint 演示文稿</vt:lpstr>
      <vt:lpstr>6.3.1  Type Expressions</vt:lpstr>
      <vt:lpstr>6.3.1  Type Expressions</vt:lpstr>
      <vt:lpstr>Example 6.8 </vt:lpstr>
      <vt:lpstr>Definition of Type Expressions  （类型表达式的归纳定义）</vt:lpstr>
      <vt:lpstr>Definition of Type Expressions  （类型表达式的归纳定义</vt:lpstr>
      <vt:lpstr>Definition of Type Expressions </vt:lpstr>
      <vt:lpstr>Example</vt:lpstr>
      <vt:lpstr>Represent a Type Expression by a Graph</vt:lpstr>
      <vt:lpstr>6.3.3 Declarations</vt:lpstr>
      <vt:lpstr>6.3.4 Storage Layout for Local Names(Example 6.9) 计算一个类型所占的存储空间</vt:lpstr>
      <vt:lpstr>6.3.4 Storage Layout for Local Names(Example 6.9)</vt:lpstr>
      <vt:lpstr>The Complete Translation Schemes</vt:lpstr>
      <vt:lpstr>6.3.5 Sequences of Declarations </vt:lpstr>
      <vt:lpstr>Offset（计算每个局部变量在本函数内的偏移地址）</vt:lpstr>
      <vt:lpstr>6.3.6 Fields in Records and Classes </vt:lpstr>
      <vt:lpstr>Fields in Records and Classes(自习) </vt:lpstr>
      <vt:lpstr>语句（statement）</vt:lpstr>
      <vt:lpstr>可能需要的数据结构（供参考）</vt:lpstr>
      <vt:lpstr>可能需要的数据结构（供参考）</vt:lpstr>
      <vt:lpstr>LLVM IR</vt:lpstr>
      <vt:lpstr>LLVM IR</vt:lpstr>
      <vt:lpstr>PowerPoint 演示文稿</vt:lpstr>
      <vt:lpstr>LLVM IR</vt:lpstr>
      <vt:lpstr>LLVM IR</vt:lpstr>
      <vt:lpstr>LLVM IR</vt:lpstr>
      <vt:lpstr>LLVM IR</vt:lpstr>
      <vt:lpstr>LLVM IR</vt:lpstr>
      <vt:lpstr>LLVM IR</vt:lpstr>
      <vt:lpstr>LLVM IR</vt:lpstr>
      <vt:lpstr>LLVM IR</vt:lpstr>
      <vt:lpstr>编写自定义的 LLVM IR 生成器</vt:lpstr>
      <vt:lpstr>编写自定义的 LLVM IR 生成器</vt:lpstr>
      <vt:lpstr>编写自定义的 LLVM IR 生成器</vt:lpstr>
      <vt:lpstr>编写自定义的 LLVM IR 生成器</vt:lpstr>
      <vt:lpstr>编写自定义的 LLVM IR 生成器</vt:lpstr>
      <vt:lpstr>编写自定义的 LLVM IR 生成器</vt:lpstr>
      <vt:lpstr>编写自定义的 LLVM IR 生成器</vt:lpstr>
      <vt:lpstr>编写自定义的 LLVM IR 生成器</vt:lpstr>
      <vt:lpstr>PowerPoint 演示文稿</vt:lpstr>
      <vt:lpstr>编写自定义的 LLVM IR 生成器</vt:lpstr>
      <vt:lpstr>中间表示：Jimple</vt:lpstr>
      <vt:lpstr>PowerPoint 演示文稿</vt:lpstr>
      <vt:lpstr>PowerPoint 演示文稿</vt:lpstr>
      <vt:lpstr>PowerPoint 演示文稿</vt:lpstr>
      <vt:lpstr>PowerPoint 演示文稿</vt:lpstr>
      <vt:lpstr>APIs</vt:lpstr>
      <vt:lpstr>APIs: Scene</vt:lpstr>
      <vt:lpstr>APIs: SootClass</vt:lpstr>
      <vt:lpstr>APIs: SootField</vt:lpstr>
      <vt:lpstr>APIs: SootMethod</vt:lpstr>
      <vt:lpstr>APIs: Body</vt:lpstr>
      <vt:lpstr>API: PatchingChain</vt:lpstr>
      <vt:lpstr>APIs: Local</vt:lpstr>
      <vt:lpstr>APIs: Trap</vt:lpstr>
      <vt:lpstr>APIs: Unit</vt:lpstr>
      <vt:lpstr>PowerPoint 演示文稿</vt:lpstr>
      <vt:lpstr>APIs: InvokeExpr</vt:lpstr>
      <vt:lpstr>APIs: Type</vt:lpstr>
      <vt:lpstr>APIs: Modifier</vt:lpstr>
      <vt:lpstr>APIs: Value</vt:lpstr>
      <vt:lpstr>APIs: Constants</vt:lpstr>
      <vt:lpstr>APIs: Box</vt:lpstr>
      <vt:lpstr>APIs: Box</vt:lpstr>
      <vt:lpstr>Jimple 代码生成</vt:lpstr>
      <vt:lpstr>简单优先分析法(忽略)</vt:lpstr>
      <vt:lpstr>PowerPoint 演示文稿</vt:lpstr>
      <vt:lpstr>PowerPoint 演示文稿</vt:lpstr>
      <vt:lpstr>简单优先分析方法的基本思想</vt:lpstr>
      <vt:lpstr>PowerPoint 演示文稿</vt:lpstr>
    </vt:vector>
  </TitlesOfParts>
  <Company>seu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编译原理课程设计</dc:title>
  <dc:creator>Anonymous</dc:creator>
  <cp:lastModifiedBy>Xiaoyu Zhou</cp:lastModifiedBy>
  <cp:revision>843</cp:revision>
  <dcterms:created xsi:type="dcterms:W3CDTF">2006-03-16T00:28:02Z</dcterms:created>
  <dcterms:modified xsi:type="dcterms:W3CDTF">2026-03-04T14:51:59Z</dcterms:modified>
</cp:coreProperties>
</file>